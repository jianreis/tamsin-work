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16.xml" ContentType="application/vnd.openxmlformats-officedocument.presentationml.tags+xml"/>
  <Override PartName="/ppt/notesSlides/notesSlide8.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notesSlides/notesSlide10.xml" ContentType="application/vnd.openxmlformats-officedocument.presentationml.notesSlide+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notesSlides/notesSlide12.xml" ContentType="application/vnd.openxmlformats-officedocument.presentationml.notesSlide+xml"/>
  <Override PartName="/ppt/tags/tag21.xml" ContentType="application/vnd.openxmlformats-officedocument.presentationml.tags+xml"/>
  <Override PartName="/ppt/notesSlides/notesSlide13.xml" ContentType="application/vnd.openxmlformats-officedocument.presentationml.notesSlide+xml"/>
  <Override PartName="/ppt/tags/tag22.xml" ContentType="application/vnd.openxmlformats-officedocument.presentationml.tags+xml"/>
  <Override PartName="/ppt/notesSlides/notesSlide14.xml" ContentType="application/vnd.openxmlformats-officedocument.presentationml.notesSlide+xml"/>
  <Override PartName="/ppt/tags/tag23.xml" ContentType="application/vnd.openxmlformats-officedocument.presentationml.tags+xml"/>
  <Override PartName="/ppt/notesSlides/notesSlide15.xml" ContentType="application/vnd.openxmlformats-officedocument.presentationml.notesSlide+xml"/>
  <Override PartName="/ppt/comments/modernComment_F61_C4D3499.xml" ContentType="application/vnd.ms-powerpoint.comments+xml"/>
  <Override PartName="/ppt/tags/tag24.xml" ContentType="application/vnd.openxmlformats-officedocument.presentationml.tags+xml"/>
  <Override PartName="/ppt/notesSlides/notesSlide16.xml" ContentType="application/vnd.openxmlformats-officedocument.presentationml.notesSlide+xml"/>
  <Override PartName="/ppt/tags/tag25.xml" ContentType="application/vnd.openxmlformats-officedocument.presentationml.tags+xml"/>
  <Override PartName="/ppt/notesSlides/notesSlide17.xml" ContentType="application/vnd.openxmlformats-officedocument.presentationml.notesSlide+xml"/>
  <Override PartName="/ppt/tags/tag26.xml" ContentType="application/vnd.openxmlformats-officedocument.presentationml.tags+xml"/>
  <Override PartName="/ppt/notesSlides/notesSlide18.xml" ContentType="application/vnd.openxmlformats-officedocument.presentationml.notesSlide+xml"/>
  <Override PartName="/ppt/tags/tag27.xml" ContentType="application/vnd.openxmlformats-officedocument.presentationml.tags+xml"/>
  <Override PartName="/ppt/notesSlides/notesSlide19.xml" ContentType="application/vnd.openxmlformats-officedocument.presentationml.notesSlide+xml"/>
  <Override PartName="/ppt/tags/tag28.xml" ContentType="application/vnd.openxmlformats-officedocument.presentationml.tags+xml"/>
  <Override PartName="/ppt/notesSlides/notesSlide20.xml" ContentType="application/vnd.openxmlformats-officedocument.presentationml.notesSlide+xml"/>
  <Override PartName="/ppt/comments/modernComment_F64_E43EC29B.xml" ContentType="application/vnd.ms-powerpoint.comments+xml"/>
  <Override PartName="/ppt/tags/tag29.xml" ContentType="application/vnd.openxmlformats-officedocument.presentationml.tags+xml"/>
  <Override PartName="/ppt/notesSlides/notesSlide21.xml" ContentType="application/vnd.openxmlformats-officedocument.presentationml.notesSlide+xml"/>
  <Override PartName="/ppt/tags/tag30.xml" ContentType="application/vnd.openxmlformats-officedocument.presentationml.tags+xml"/>
  <Override PartName="/ppt/notesSlides/notesSlide22.xml" ContentType="application/vnd.openxmlformats-officedocument.presentationml.notesSlide+xml"/>
  <Override PartName="/ppt/tags/tag31.xml" ContentType="application/vnd.openxmlformats-officedocument.presentationml.tags+xml"/>
  <Override PartName="/ppt/notesSlides/notesSlide23.xml" ContentType="application/vnd.openxmlformats-officedocument.presentationml.notesSlide+xml"/>
  <Override PartName="/ppt/tags/tag32.xml" ContentType="application/vnd.openxmlformats-officedocument.presentationml.tags+xml"/>
  <Override PartName="/ppt/notesSlides/notesSlide24.xml" ContentType="application/vnd.openxmlformats-officedocument.presentationml.notesSlide+xml"/>
  <Override PartName="/ppt/tags/tag33.xml" ContentType="application/vnd.openxmlformats-officedocument.presentationml.tags+xml"/>
  <Override PartName="/ppt/notesSlides/notesSlide25.xml" ContentType="application/vnd.openxmlformats-officedocument.presentationml.notesSlide+xml"/>
  <Override PartName="/ppt/tags/tag34.xml" ContentType="application/vnd.openxmlformats-officedocument.presentationml.tags+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3"/>
  </p:notesMasterIdLst>
  <p:sldIdLst>
    <p:sldId id="260" r:id="rId5"/>
    <p:sldId id="3877" r:id="rId6"/>
    <p:sldId id="3918" r:id="rId7"/>
    <p:sldId id="3919" r:id="rId8"/>
    <p:sldId id="3879" r:id="rId9"/>
    <p:sldId id="3921" r:id="rId10"/>
    <p:sldId id="3911" r:id="rId11"/>
    <p:sldId id="3946" r:id="rId12"/>
    <p:sldId id="3948" r:id="rId13"/>
    <p:sldId id="3920" r:id="rId14"/>
    <p:sldId id="3915" r:id="rId15"/>
    <p:sldId id="3933" r:id="rId16"/>
    <p:sldId id="3925" r:id="rId17"/>
    <p:sldId id="3936" r:id="rId18"/>
    <p:sldId id="3926" r:id="rId19"/>
    <p:sldId id="3937" r:id="rId20"/>
    <p:sldId id="3928" r:id="rId21"/>
    <p:sldId id="3939" r:id="rId22"/>
    <p:sldId id="3923" r:id="rId23"/>
    <p:sldId id="3912" r:id="rId24"/>
    <p:sldId id="3940" r:id="rId25"/>
    <p:sldId id="3942" r:id="rId26"/>
    <p:sldId id="3941" r:id="rId27"/>
    <p:sldId id="3944" r:id="rId28"/>
    <p:sldId id="3943" r:id="rId29"/>
    <p:sldId id="3945" r:id="rId30"/>
    <p:sldId id="3949" r:id="rId31"/>
    <p:sldId id="364" r:id="rId3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lvl1pPr>
    <a:lvl2pPr marL="0" marR="0" indent="45720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lvl2pPr>
    <a:lvl3pPr marL="0" marR="0" indent="91440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lvl3pPr>
    <a:lvl4pPr marL="0" marR="0" indent="137160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lvl4pPr>
    <a:lvl5pPr marL="0" marR="0" indent="182880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lvl5pPr>
    <a:lvl6pPr marL="0" marR="0" indent="228600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lvl6pPr>
    <a:lvl7pPr marL="0" marR="0" indent="274320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lvl7pPr>
    <a:lvl8pPr marL="0" marR="0" indent="320040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lvl8pPr>
    <a:lvl9pPr marL="0" marR="0" indent="365760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92383C-DC58-7D12-32AA-949A3F3F4D21}" name="Jaco Pieterse" initials="JP" userId="S::jaco.pieterse@xbiglylabs.co.za::857590e1-f3aa-4a18-b39a-ee43f972d5a3" providerId="AD"/>
  <p188:author id="{5E32C34C-F36B-3A73-F6C2-A7BB1564CCDC}" name="Tamsin Madden" initials="TM" userId="S::tamsin.madden@xbiglylabs.co.za::3962aa0f-71e7-417d-9337-20992e8a8d70" providerId="AD"/>
  <p188:author id="{16EDDA9A-1E68-A54A-9A9D-82B156141000}" name="Annemarie Barnard" initials="AB" userId="S::annemarie.barnard@xbiglylabs.co.za::4b43571c-8074-4d9e-9761-a0d00df2d4ba" providerId="AD"/>
  <p188:author id="{AF0F3DE1-FFD5-CB38-2047-A5C1C16D4F93}" name="Camilla Cicatello" initials="CC" userId="S::camilla.cicatello@xbiglylabs.co.za::749529ea-be00-4511-aacd-f75af8aa745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AB60"/>
    <a:srgbClr val="C8E7CB"/>
    <a:srgbClr val="FCDA1F"/>
    <a:srgbClr val="FFA536"/>
    <a:srgbClr val="FFDD04"/>
    <a:srgbClr val="C73534"/>
    <a:srgbClr val="FFFFFF"/>
    <a:srgbClr val="54255C"/>
    <a:srgbClr val="FFDD01"/>
    <a:srgbClr val="DCD3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A2C1E4-077F-FC34-C563-FEC9DFB2D6F7}" v="43" dt="2025-12-08T06:34:19.31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Ref idx="minor">
          <a:srgbClr val="000000"/>
        </a:fontRef>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Ref idx="minor">
          <a:srgbClr val="000000"/>
        </a:fontRef>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
          <a:latin typeface="Helvetica Neue"/>
          <a:ea typeface="Helvetica Neue"/>
          <a:cs typeface="Helvetica Neue"/>
        </a:font>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Helvetica Neue"/>
          <a:ea typeface="Helvetica Neue"/>
          <a:cs typeface="Helvetica Neue"/>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illa Cicatello" userId="S::camilla.cicatello@xbiglylabs.co.za::749529ea-be00-4511-aacd-f75af8aa7456" providerId="AD" clId="Web-{54D50E68-5924-DFC5-B5D2-1A0B51C22631}"/>
    <pc:docChg chg="addSld delSld modSld sldOrd">
      <pc:chgData name="Camilla Cicatello" userId="S::camilla.cicatello@xbiglylabs.co.za::749529ea-be00-4511-aacd-f75af8aa7456" providerId="AD" clId="Web-{54D50E68-5924-DFC5-B5D2-1A0B51C22631}" dt="2025-11-18T11:32:15.760" v="888" actId="20577"/>
      <pc:docMkLst>
        <pc:docMk/>
      </pc:docMkLst>
      <pc:sldChg chg="delSp modSp">
        <pc:chgData name="Camilla Cicatello" userId="S::camilla.cicatello@xbiglylabs.co.za::749529ea-be00-4511-aacd-f75af8aa7456" providerId="AD" clId="Web-{54D50E68-5924-DFC5-B5D2-1A0B51C22631}" dt="2025-11-18T11:10:09.524" v="686" actId="20577"/>
        <pc:sldMkLst>
          <pc:docMk/>
          <pc:sldMk cId="1210014316" sldId="3877"/>
        </pc:sldMkLst>
        <pc:spChg chg="mod">
          <ac:chgData name="Camilla Cicatello" userId="S::camilla.cicatello@xbiglylabs.co.za::749529ea-be00-4511-aacd-f75af8aa7456" providerId="AD" clId="Web-{54D50E68-5924-DFC5-B5D2-1A0B51C22631}" dt="2025-11-18T11:09:11.426" v="633" actId="20577"/>
          <ac:spMkLst>
            <pc:docMk/>
            <pc:sldMk cId="1210014316" sldId="3877"/>
            <ac:spMk id="7" creationId="{6C86E402-4AD6-49EA-D652-29420E982F4B}"/>
          </ac:spMkLst>
        </pc:spChg>
        <pc:spChg chg="mod">
          <ac:chgData name="Camilla Cicatello" userId="S::camilla.cicatello@xbiglylabs.co.za::749529ea-be00-4511-aacd-f75af8aa7456" providerId="AD" clId="Web-{54D50E68-5924-DFC5-B5D2-1A0B51C22631}" dt="2025-11-18T11:10:09.524" v="686" actId="20577"/>
          <ac:spMkLst>
            <pc:docMk/>
            <pc:sldMk cId="1210014316" sldId="3877"/>
            <ac:spMk id="10" creationId="{D3850A80-20A2-CC04-0C84-770477867C14}"/>
          </ac:spMkLst>
        </pc:spChg>
      </pc:sldChg>
      <pc:sldChg chg="addSp delSp modSp">
        <pc:chgData name="Camilla Cicatello" userId="S::camilla.cicatello@xbiglylabs.co.za::749529ea-be00-4511-aacd-f75af8aa7456" providerId="AD" clId="Web-{54D50E68-5924-DFC5-B5D2-1A0B51C22631}" dt="2025-11-18T09:46:15.035" v="150" actId="20577"/>
        <pc:sldMkLst>
          <pc:docMk/>
          <pc:sldMk cId="1333091832" sldId="3879"/>
        </pc:sldMkLst>
        <pc:spChg chg="add mod">
          <ac:chgData name="Camilla Cicatello" userId="S::camilla.cicatello@xbiglylabs.co.za::749529ea-be00-4511-aacd-f75af8aa7456" providerId="AD" clId="Web-{54D50E68-5924-DFC5-B5D2-1A0B51C22631}" dt="2025-11-18T09:46:15.035" v="150" actId="20577"/>
          <ac:spMkLst>
            <pc:docMk/>
            <pc:sldMk cId="1333091832" sldId="3879"/>
            <ac:spMk id="7" creationId="{0F572B27-EC13-B452-954D-96CD6A25FDDE}"/>
          </ac:spMkLst>
        </pc:spChg>
        <pc:spChg chg="mod">
          <ac:chgData name="Camilla Cicatello" userId="S::camilla.cicatello@xbiglylabs.co.za::749529ea-be00-4511-aacd-f75af8aa7456" providerId="AD" clId="Web-{54D50E68-5924-DFC5-B5D2-1A0B51C22631}" dt="2025-11-18T09:41:24.096" v="102" actId="20577"/>
          <ac:spMkLst>
            <pc:docMk/>
            <pc:sldMk cId="1333091832" sldId="3879"/>
            <ac:spMk id="28" creationId="{23BC719F-7953-9A6F-C442-2525E8628EBD}"/>
          </ac:spMkLst>
        </pc:spChg>
      </pc:sldChg>
      <pc:sldChg chg="delSp modSp">
        <pc:chgData name="Camilla Cicatello" userId="S::camilla.cicatello@xbiglylabs.co.za::749529ea-be00-4511-aacd-f75af8aa7456" providerId="AD" clId="Web-{54D50E68-5924-DFC5-B5D2-1A0B51C22631}" dt="2025-11-18T11:22:49.622" v="738" actId="20577"/>
        <pc:sldMkLst>
          <pc:docMk/>
          <pc:sldMk cId="2796842208" sldId="3911"/>
        </pc:sldMkLst>
        <pc:spChg chg="mod">
          <ac:chgData name="Camilla Cicatello" userId="S::camilla.cicatello@xbiglylabs.co.za::749529ea-be00-4511-aacd-f75af8aa7456" providerId="AD" clId="Web-{54D50E68-5924-DFC5-B5D2-1A0B51C22631}" dt="2025-11-18T11:22:49.622" v="738" actId="20577"/>
          <ac:spMkLst>
            <pc:docMk/>
            <pc:sldMk cId="2796842208" sldId="3911"/>
            <ac:spMk id="3" creationId="{C02DD366-2F39-E291-7F51-021434797B6C}"/>
          </ac:spMkLst>
        </pc:spChg>
        <pc:spChg chg="mod">
          <ac:chgData name="Camilla Cicatello" userId="S::camilla.cicatello@xbiglylabs.co.za::749529ea-be00-4511-aacd-f75af8aa7456" providerId="AD" clId="Web-{54D50E68-5924-DFC5-B5D2-1A0B51C22631}" dt="2025-11-18T11:09:56.648" v="662" actId="20577"/>
          <ac:spMkLst>
            <pc:docMk/>
            <pc:sldMk cId="2796842208" sldId="3911"/>
            <ac:spMk id="28" creationId="{BCF27045-6743-9CB5-8FEA-B985573880FC}"/>
          </ac:spMkLst>
        </pc:spChg>
      </pc:sldChg>
      <pc:sldChg chg="modSp">
        <pc:chgData name="Camilla Cicatello" userId="S::camilla.cicatello@xbiglylabs.co.za::749529ea-be00-4511-aacd-f75af8aa7456" providerId="AD" clId="Web-{54D50E68-5924-DFC5-B5D2-1A0B51C22631}" dt="2025-11-18T11:08:45.314" v="625" actId="20577"/>
        <pc:sldMkLst>
          <pc:docMk/>
          <pc:sldMk cId="2991301206" sldId="3915"/>
        </pc:sldMkLst>
      </pc:sldChg>
      <pc:sldChg chg="modSp">
        <pc:chgData name="Camilla Cicatello" userId="S::camilla.cicatello@xbiglylabs.co.za::749529ea-be00-4511-aacd-f75af8aa7456" providerId="AD" clId="Web-{54D50E68-5924-DFC5-B5D2-1A0B51C22631}" dt="2025-11-18T09:36:39.373" v="53" actId="14100"/>
        <pc:sldMkLst>
          <pc:docMk/>
          <pc:sldMk cId="116292216" sldId="3918"/>
        </pc:sldMkLst>
        <pc:spChg chg="mod">
          <ac:chgData name="Camilla Cicatello" userId="S::camilla.cicatello@xbiglylabs.co.za::749529ea-be00-4511-aacd-f75af8aa7456" providerId="AD" clId="Web-{54D50E68-5924-DFC5-B5D2-1A0B51C22631}" dt="2025-11-18T09:36:39.373" v="53" actId="14100"/>
          <ac:spMkLst>
            <pc:docMk/>
            <pc:sldMk cId="116292216" sldId="3918"/>
            <ac:spMk id="2" creationId="{7F0498B4-7D02-8060-D7F6-9AE244D911B3}"/>
          </ac:spMkLst>
        </pc:spChg>
      </pc:sldChg>
      <pc:sldChg chg="delSp modSp add ord replId">
        <pc:chgData name="Camilla Cicatello" userId="S::camilla.cicatello@xbiglylabs.co.za::749529ea-be00-4511-aacd-f75af8aa7456" providerId="AD" clId="Web-{54D50E68-5924-DFC5-B5D2-1A0B51C22631}" dt="2025-11-18T09:44:39.269" v="129" actId="20577"/>
        <pc:sldMkLst>
          <pc:docMk/>
          <pc:sldMk cId="56742250" sldId="3919"/>
        </pc:sldMkLst>
        <pc:spChg chg="mod">
          <ac:chgData name="Camilla Cicatello" userId="S::camilla.cicatello@xbiglylabs.co.za::749529ea-be00-4511-aacd-f75af8aa7456" providerId="AD" clId="Web-{54D50E68-5924-DFC5-B5D2-1A0B51C22631}" dt="2025-11-18T09:44:39.269" v="129" actId="20577"/>
          <ac:spMkLst>
            <pc:docMk/>
            <pc:sldMk cId="56742250" sldId="3919"/>
            <ac:spMk id="3" creationId="{8F787FF7-A3CE-91A8-DBDD-0C6834A872BD}"/>
          </ac:spMkLst>
        </pc:spChg>
      </pc:sldChg>
      <pc:sldChg chg="addSp delSp modSp add ord replId">
        <pc:chgData name="Camilla Cicatello" userId="S::camilla.cicatello@xbiglylabs.co.za::749529ea-be00-4511-aacd-f75af8aa7456" providerId="AD" clId="Web-{54D50E68-5924-DFC5-B5D2-1A0B51C22631}" dt="2025-11-18T11:32:15.760" v="888" actId="20577"/>
        <pc:sldMkLst>
          <pc:docMk/>
          <pc:sldMk cId="1718591236" sldId="3920"/>
        </pc:sldMkLst>
        <pc:spChg chg="mod">
          <ac:chgData name="Camilla Cicatello" userId="S::camilla.cicatello@xbiglylabs.co.za::749529ea-be00-4511-aacd-f75af8aa7456" providerId="AD" clId="Web-{54D50E68-5924-DFC5-B5D2-1A0B51C22631}" dt="2025-11-18T11:28:39.506" v="804" actId="20577"/>
          <ac:spMkLst>
            <pc:docMk/>
            <pc:sldMk cId="1718591236" sldId="3920"/>
            <ac:spMk id="3" creationId="{A022C4CC-8EB0-5374-8FBE-8C80CFD31657}"/>
          </ac:spMkLst>
        </pc:spChg>
        <pc:spChg chg="mod">
          <ac:chgData name="Camilla Cicatello" userId="S::camilla.cicatello@xbiglylabs.co.za::749529ea-be00-4511-aacd-f75af8aa7456" providerId="AD" clId="Web-{54D50E68-5924-DFC5-B5D2-1A0B51C22631}" dt="2025-11-18T11:18:02.537" v="696" actId="20577"/>
          <ac:spMkLst>
            <pc:docMk/>
            <pc:sldMk cId="1718591236" sldId="3920"/>
            <ac:spMk id="28" creationId="{80F63CB8-1665-B5C9-CD20-05D79F253CE0}"/>
          </ac:spMkLst>
        </pc:spChg>
        <pc:spChg chg="add mod">
          <ac:chgData name="Camilla Cicatello" userId="S::camilla.cicatello@xbiglylabs.co.za::749529ea-be00-4511-aacd-f75af8aa7456" providerId="AD" clId="Web-{54D50E68-5924-DFC5-B5D2-1A0B51C22631}" dt="2025-11-18T10:54:35.420" v="534" actId="1076"/>
          <ac:spMkLst>
            <pc:docMk/>
            <pc:sldMk cId="1718591236" sldId="3920"/>
            <ac:spMk id="59" creationId="{A89E4229-D601-CBDF-B27E-59DF7DD756ED}"/>
          </ac:spMkLst>
        </pc:spChg>
        <pc:spChg chg="add mod">
          <ac:chgData name="Camilla Cicatello" userId="S::camilla.cicatello@xbiglylabs.co.za::749529ea-be00-4511-aacd-f75af8aa7456" providerId="AD" clId="Web-{54D50E68-5924-DFC5-B5D2-1A0B51C22631}" dt="2025-11-18T10:54:35.435" v="535" actId="1076"/>
          <ac:spMkLst>
            <pc:docMk/>
            <pc:sldMk cId="1718591236" sldId="3920"/>
            <ac:spMk id="61" creationId="{59F92B6F-5A3C-45C9-22E9-1A088D70976D}"/>
          </ac:spMkLst>
        </pc:spChg>
        <pc:spChg chg="add mod">
          <ac:chgData name="Camilla Cicatello" userId="S::camilla.cicatello@xbiglylabs.co.za::749529ea-be00-4511-aacd-f75af8aa7456" providerId="AD" clId="Web-{54D50E68-5924-DFC5-B5D2-1A0B51C22631}" dt="2025-11-18T11:31:35.432" v="878" actId="1076"/>
          <ac:spMkLst>
            <pc:docMk/>
            <pc:sldMk cId="1718591236" sldId="3920"/>
            <ac:spMk id="63" creationId="{E62EDFA9-A3F5-0517-8E69-6F66AA7D85FC}"/>
          </ac:spMkLst>
        </pc:spChg>
        <pc:spChg chg="add mod">
          <ac:chgData name="Camilla Cicatello" userId="S::camilla.cicatello@xbiglylabs.co.za::749529ea-be00-4511-aacd-f75af8aa7456" providerId="AD" clId="Web-{54D50E68-5924-DFC5-B5D2-1A0B51C22631}" dt="2025-11-18T11:29:13.335" v="819" actId="20577"/>
          <ac:spMkLst>
            <pc:docMk/>
            <pc:sldMk cId="1718591236" sldId="3920"/>
            <ac:spMk id="67" creationId="{1699F741-8CE8-E6E7-3FAF-3687A4D98699}"/>
          </ac:spMkLst>
        </pc:spChg>
        <pc:spChg chg="add mod">
          <ac:chgData name="Camilla Cicatello" userId="S::camilla.cicatello@xbiglylabs.co.za::749529ea-be00-4511-aacd-f75af8aa7456" providerId="AD" clId="Web-{54D50E68-5924-DFC5-B5D2-1A0B51C22631}" dt="2025-11-18T10:54:35.529" v="540" actId="1076"/>
          <ac:spMkLst>
            <pc:docMk/>
            <pc:sldMk cId="1718591236" sldId="3920"/>
            <ac:spMk id="71" creationId="{5F37E1A8-595C-3621-3E83-1C068FD27337}"/>
          </ac:spMkLst>
        </pc:spChg>
        <pc:spChg chg="add mod">
          <ac:chgData name="Camilla Cicatello" userId="S::camilla.cicatello@xbiglylabs.co.za::749529ea-be00-4511-aacd-f75af8aa7456" providerId="AD" clId="Web-{54D50E68-5924-DFC5-B5D2-1A0B51C22631}" dt="2025-11-18T10:54:35.545" v="541" actId="1076"/>
          <ac:spMkLst>
            <pc:docMk/>
            <pc:sldMk cId="1718591236" sldId="3920"/>
            <ac:spMk id="73" creationId="{04C6EA4E-45CF-1330-0EE4-F64EE6D6CFE7}"/>
          </ac:spMkLst>
        </pc:spChg>
        <pc:spChg chg="add mod">
          <ac:chgData name="Camilla Cicatello" userId="S::camilla.cicatello@xbiglylabs.co.za::749529ea-be00-4511-aacd-f75af8aa7456" providerId="AD" clId="Web-{54D50E68-5924-DFC5-B5D2-1A0B51C22631}" dt="2025-11-18T10:54:35.560" v="542" actId="1076"/>
          <ac:spMkLst>
            <pc:docMk/>
            <pc:sldMk cId="1718591236" sldId="3920"/>
            <ac:spMk id="75" creationId="{63E63AB8-DF45-9EBA-3AA5-990D666FB089}"/>
          </ac:spMkLst>
        </pc:spChg>
        <pc:spChg chg="add mod">
          <ac:chgData name="Camilla Cicatello" userId="S::camilla.cicatello@xbiglylabs.co.za::749529ea-be00-4511-aacd-f75af8aa7456" providerId="AD" clId="Web-{54D50E68-5924-DFC5-B5D2-1A0B51C22631}" dt="2025-11-18T11:30:44.494" v="856" actId="1076"/>
          <ac:spMkLst>
            <pc:docMk/>
            <pc:sldMk cId="1718591236" sldId="3920"/>
            <ac:spMk id="77" creationId="{535985D7-25F7-F1CC-A653-A43CCF37A575}"/>
          </ac:spMkLst>
        </pc:spChg>
        <pc:spChg chg="add mod">
          <ac:chgData name="Camilla Cicatello" userId="S::camilla.cicatello@xbiglylabs.co.za::749529ea-be00-4511-aacd-f75af8aa7456" providerId="AD" clId="Web-{54D50E68-5924-DFC5-B5D2-1A0B51C22631}" dt="2025-11-18T11:30:34.978" v="853" actId="20577"/>
          <ac:spMkLst>
            <pc:docMk/>
            <pc:sldMk cId="1718591236" sldId="3920"/>
            <ac:spMk id="83" creationId="{E65D2538-A035-DA8E-21AF-BD77B89C5230}"/>
          </ac:spMkLst>
        </pc:spChg>
        <pc:spChg chg="add mod">
          <ac:chgData name="Camilla Cicatello" userId="S::camilla.cicatello@xbiglylabs.co.za::749529ea-be00-4511-aacd-f75af8aa7456" providerId="AD" clId="Web-{54D50E68-5924-DFC5-B5D2-1A0B51C22631}" dt="2025-11-18T11:30:14.619" v="832" actId="20577"/>
          <ac:spMkLst>
            <pc:docMk/>
            <pc:sldMk cId="1718591236" sldId="3920"/>
            <ac:spMk id="87" creationId="{90863AE2-FCD6-824B-35E0-192786B822E6}"/>
          </ac:spMkLst>
        </pc:spChg>
        <pc:spChg chg="add mod">
          <ac:chgData name="Camilla Cicatello" userId="S::camilla.cicatello@xbiglylabs.co.za::749529ea-be00-4511-aacd-f75af8aa7456" providerId="AD" clId="Web-{54D50E68-5924-DFC5-B5D2-1A0B51C22631}" dt="2025-11-18T10:54:35.701" v="549" actId="1076"/>
          <ac:spMkLst>
            <pc:docMk/>
            <pc:sldMk cId="1718591236" sldId="3920"/>
            <ac:spMk id="89" creationId="{B82B7327-366E-5A3D-B8F9-A7885BDCA55B}"/>
          </ac:spMkLst>
        </pc:spChg>
        <pc:spChg chg="add mod">
          <ac:chgData name="Camilla Cicatello" userId="S::camilla.cicatello@xbiglylabs.co.za::749529ea-be00-4511-aacd-f75af8aa7456" providerId="AD" clId="Web-{54D50E68-5924-DFC5-B5D2-1A0B51C22631}" dt="2025-11-18T10:54:35.717" v="550" actId="1076"/>
          <ac:spMkLst>
            <pc:docMk/>
            <pc:sldMk cId="1718591236" sldId="3920"/>
            <ac:spMk id="91" creationId="{244B332E-831D-73B7-01BC-63B5BCB09CEE}"/>
          </ac:spMkLst>
        </pc:spChg>
        <pc:spChg chg="add mod">
          <ac:chgData name="Camilla Cicatello" userId="S::camilla.cicatello@xbiglylabs.co.za::749529ea-be00-4511-aacd-f75af8aa7456" providerId="AD" clId="Web-{54D50E68-5924-DFC5-B5D2-1A0B51C22631}" dt="2025-11-18T11:32:15.760" v="888" actId="20577"/>
          <ac:spMkLst>
            <pc:docMk/>
            <pc:sldMk cId="1718591236" sldId="3920"/>
            <ac:spMk id="93" creationId="{3652279E-D994-4C81-0316-C69A7899FA8A}"/>
          </ac:spMkLst>
        </pc:spChg>
        <pc:spChg chg="add del mod">
          <ac:chgData name="Camilla Cicatello" userId="S::camilla.cicatello@xbiglylabs.co.za::749529ea-be00-4511-aacd-f75af8aa7456" providerId="AD" clId="Web-{54D50E68-5924-DFC5-B5D2-1A0B51C22631}" dt="2025-11-18T11:31:29.682" v="876" actId="20577"/>
          <ac:spMkLst>
            <pc:docMk/>
            <pc:sldMk cId="1718591236" sldId="3920"/>
            <ac:spMk id="99" creationId="{8D0039DB-7371-BC7E-2F01-6C02C036C20B}"/>
          </ac:spMkLst>
        </pc:spChg>
        <pc:spChg chg="add mod">
          <ac:chgData name="Camilla Cicatello" userId="S::camilla.cicatello@xbiglylabs.co.za::749529ea-be00-4511-aacd-f75af8aa7456" providerId="AD" clId="Web-{54D50E68-5924-DFC5-B5D2-1A0B51C22631}" dt="2025-11-18T10:54:35.826" v="556" actId="1076"/>
          <ac:spMkLst>
            <pc:docMk/>
            <pc:sldMk cId="1718591236" sldId="3920"/>
            <ac:spMk id="103" creationId="{A11305B8-13EB-DF6A-0851-58D0100562AE}"/>
          </ac:spMkLst>
        </pc:spChg>
        <pc:spChg chg="add mod">
          <ac:chgData name="Camilla Cicatello" userId="S::camilla.cicatello@xbiglylabs.co.za::749529ea-be00-4511-aacd-f75af8aa7456" providerId="AD" clId="Web-{54D50E68-5924-DFC5-B5D2-1A0B51C22631}" dt="2025-11-18T10:54:35.857" v="557" actId="1076"/>
          <ac:spMkLst>
            <pc:docMk/>
            <pc:sldMk cId="1718591236" sldId="3920"/>
            <ac:spMk id="105" creationId="{00B254CB-B184-B78E-3555-B30753EAEB07}"/>
          </ac:spMkLst>
        </pc:spChg>
        <pc:spChg chg="add mod">
          <ac:chgData name="Camilla Cicatello" userId="S::camilla.cicatello@xbiglylabs.co.za::749529ea-be00-4511-aacd-f75af8aa7456" providerId="AD" clId="Web-{54D50E68-5924-DFC5-B5D2-1A0B51C22631}" dt="2025-11-18T10:54:35.904" v="559" actId="1076"/>
          <ac:spMkLst>
            <pc:docMk/>
            <pc:sldMk cId="1718591236" sldId="3920"/>
            <ac:spMk id="109" creationId="{49C245F7-E47F-130A-B6A3-9BC414852F14}"/>
          </ac:spMkLst>
        </pc:spChg>
        <pc:spChg chg="add mod">
          <ac:chgData name="Camilla Cicatello" userId="S::camilla.cicatello@xbiglylabs.co.za::749529ea-be00-4511-aacd-f75af8aa7456" providerId="AD" clId="Web-{54D50E68-5924-DFC5-B5D2-1A0B51C22631}" dt="2025-11-18T10:54:35.920" v="560" actId="1076"/>
          <ac:spMkLst>
            <pc:docMk/>
            <pc:sldMk cId="1718591236" sldId="3920"/>
            <ac:spMk id="111" creationId="{CD050C37-BE08-321D-F8B5-08BE84B39F07}"/>
          </ac:spMkLst>
        </pc:spChg>
        <pc:spChg chg="add mod">
          <ac:chgData name="Camilla Cicatello" userId="S::camilla.cicatello@xbiglylabs.co.za::749529ea-be00-4511-aacd-f75af8aa7456" providerId="AD" clId="Web-{54D50E68-5924-DFC5-B5D2-1A0B51C22631}" dt="2025-11-18T10:54:35.967" v="563" actId="1076"/>
          <ac:spMkLst>
            <pc:docMk/>
            <pc:sldMk cId="1718591236" sldId="3920"/>
            <ac:spMk id="117" creationId="{EBBBC0EA-82DB-36B4-07C9-8AF5726DC82D}"/>
          </ac:spMkLst>
        </pc:spChg>
        <pc:spChg chg="add mod">
          <ac:chgData name="Camilla Cicatello" userId="S::camilla.cicatello@xbiglylabs.co.za::749529ea-be00-4511-aacd-f75af8aa7456" providerId="AD" clId="Web-{54D50E68-5924-DFC5-B5D2-1A0B51C22631}" dt="2025-11-18T10:54:35.982" v="564" actId="1076"/>
          <ac:spMkLst>
            <pc:docMk/>
            <pc:sldMk cId="1718591236" sldId="3920"/>
            <ac:spMk id="119" creationId="{DDAE7D5E-31E6-A32C-C2BD-9C5C2DEB7FFD}"/>
          </ac:spMkLst>
        </pc:spChg>
        <pc:spChg chg="add mod">
          <ac:chgData name="Camilla Cicatello" userId="S::camilla.cicatello@xbiglylabs.co.za::749529ea-be00-4511-aacd-f75af8aa7456" providerId="AD" clId="Web-{54D50E68-5924-DFC5-B5D2-1A0B51C22631}" dt="2025-11-18T10:54:36.013" v="565" actId="1076"/>
          <ac:spMkLst>
            <pc:docMk/>
            <pc:sldMk cId="1718591236" sldId="3920"/>
            <ac:spMk id="121" creationId="{6693BE78-CF32-2003-1E73-643A6024DAF9}"/>
          </ac:spMkLst>
        </pc:spChg>
        <pc:spChg chg="add mod">
          <ac:chgData name="Camilla Cicatello" userId="S::camilla.cicatello@xbiglylabs.co.za::749529ea-be00-4511-aacd-f75af8aa7456" providerId="AD" clId="Web-{54D50E68-5924-DFC5-B5D2-1A0B51C22631}" dt="2025-11-18T10:54:36.029" v="566" actId="1076"/>
          <ac:spMkLst>
            <pc:docMk/>
            <pc:sldMk cId="1718591236" sldId="3920"/>
            <ac:spMk id="123" creationId="{048C8435-5201-C51B-A1ED-8F7237F5CD6B}"/>
          </ac:spMkLst>
        </pc:spChg>
        <pc:spChg chg="add mod">
          <ac:chgData name="Camilla Cicatello" userId="S::camilla.cicatello@xbiglylabs.co.za::749529ea-be00-4511-aacd-f75af8aa7456" providerId="AD" clId="Web-{54D50E68-5924-DFC5-B5D2-1A0B51C22631}" dt="2025-11-18T10:54:36.045" v="567" actId="1076"/>
          <ac:spMkLst>
            <pc:docMk/>
            <pc:sldMk cId="1718591236" sldId="3920"/>
            <ac:spMk id="125" creationId="{7C56EBC9-F69A-7318-392E-A5B7495D61A9}"/>
          </ac:spMkLst>
        </pc:spChg>
        <pc:spChg chg="add mod">
          <ac:chgData name="Camilla Cicatello" userId="S::camilla.cicatello@xbiglylabs.co.za::749529ea-be00-4511-aacd-f75af8aa7456" providerId="AD" clId="Web-{54D50E68-5924-DFC5-B5D2-1A0B51C22631}" dt="2025-11-18T10:54:36.107" v="570" actId="1076"/>
          <ac:spMkLst>
            <pc:docMk/>
            <pc:sldMk cId="1718591236" sldId="3920"/>
            <ac:spMk id="131" creationId="{428BB3B9-F293-DB83-254B-6E9FFCA2928B}"/>
          </ac:spMkLst>
        </pc:spChg>
        <pc:spChg chg="add mod">
          <ac:chgData name="Camilla Cicatello" userId="S::camilla.cicatello@xbiglylabs.co.za::749529ea-be00-4511-aacd-f75af8aa7456" providerId="AD" clId="Web-{54D50E68-5924-DFC5-B5D2-1A0B51C22631}" dt="2025-11-18T10:54:36.138" v="572" actId="1076"/>
          <ac:spMkLst>
            <pc:docMk/>
            <pc:sldMk cId="1718591236" sldId="3920"/>
            <ac:spMk id="135" creationId="{D207E518-6C20-1663-5CE0-B552A1DA5BB6}"/>
          </ac:spMkLst>
        </pc:spChg>
        <pc:spChg chg="add mod">
          <ac:chgData name="Camilla Cicatello" userId="S::camilla.cicatello@xbiglylabs.co.za::749529ea-be00-4511-aacd-f75af8aa7456" providerId="AD" clId="Web-{54D50E68-5924-DFC5-B5D2-1A0B51C22631}" dt="2025-11-18T11:27:10.754" v="776" actId="20577"/>
          <ac:spMkLst>
            <pc:docMk/>
            <pc:sldMk cId="1718591236" sldId="3920"/>
            <ac:spMk id="136" creationId="{47B52998-D635-2C12-746B-47C64CC51C55}"/>
          </ac:spMkLst>
        </pc:spChg>
        <pc:picChg chg="add mod">
          <ac:chgData name="Camilla Cicatello" userId="S::camilla.cicatello@xbiglylabs.co.za::749529ea-be00-4511-aacd-f75af8aa7456" providerId="AD" clId="Web-{54D50E68-5924-DFC5-B5D2-1A0B51C22631}" dt="2025-11-18T11:31:41.541" v="880" actId="1076"/>
          <ac:picMkLst>
            <pc:docMk/>
            <pc:sldMk cId="1718591236" sldId="3920"/>
            <ac:picMk id="4" creationId="{8E54CB5E-979D-E2DE-18AC-ECE4D7B54A28}"/>
          </ac:picMkLst>
        </pc:picChg>
        <pc:picChg chg="add mod">
          <ac:chgData name="Camilla Cicatello" userId="S::camilla.cicatello@xbiglylabs.co.za::749529ea-be00-4511-aacd-f75af8aa7456" providerId="AD" clId="Web-{54D50E68-5924-DFC5-B5D2-1A0B51C22631}" dt="2025-11-18T10:54:35.373" v="532" actId="1076"/>
          <ac:picMkLst>
            <pc:docMk/>
            <pc:sldMk cId="1718591236" sldId="3920"/>
            <ac:picMk id="55" creationId="{60AF2ADC-F982-89EB-08B0-FF5669CF62A6}"/>
          </ac:picMkLst>
        </pc:picChg>
        <pc:picChg chg="add mod">
          <ac:chgData name="Camilla Cicatello" userId="S::camilla.cicatello@xbiglylabs.co.za::749529ea-be00-4511-aacd-f75af8aa7456" providerId="AD" clId="Web-{54D50E68-5924-DFC5-B5D2-1A0B51C22631}" dt="2025-11-18T10:54:35.388" v="533" actId="1076"/>
          <ac:picMkLst>
            <pc:docMk/>
            <pc:sldMk cId="1718591236" sldId="3920"/>
            <ac:picMk id="57" creationId="{F22C1787-B07C-7442-EA02-55710C6B48FC}"/>
          </ac:picMkLst>
        </pc:picChg>
        <pc:picChg chg="add mod">
          <ac:chgData name="Camilla Cicatello" userId="S::camilla.cicatello@xbiglylabs.co.za::749529ea-be00-4511-aacd-f75af8aa7456" providerId="AD" clId="Web-{54D50E68-5924-DFC5-B5D2-1A0B51C22631}" dt="2025-11-18T10:54:35.607" v="544" actId="1076"/>
          <ac:picMkLst>
            <pc:docMk/>
            <pc:sldMk cId="1718591236" sldId="3920"/>
            <ac:picMk id="79" creationId="{A6AB1259-DB83-F4F7-0616-47A8EDC8106B}"/>
          </ac:picMkLst>
        </pc:picChg>
        <pc:picChg chg="add mod">
          <ac:chgData name="Camilla Cicatello" userId="S::camilla.cicatello@xbiglylabs.co.za::749529ea-be00-4511-aacd-f75af8aa7456" providerId="AD" clId="Web-{54D50E68-5924-DFC5-B5D2-1A0B51C22631}" dt="2025-11-18T10:54:35.763" v="552" actId="1076"/>
          <ac:picMkLst>
            <pc:docMk/>
            <pc:sldMk cId="1718591236" sldId="3920"/>
            <ac:picMk id="95" creationId="{A817C16F-A6E6-A95E-40CE-128706EA8EF3}"/>
          </ac:picMkLst>
        </pc:picChg>
        <pc:picChg chg="add mod">
          <ac:chgData name="Camilla Cicatello" userId="S::camilla.cicatello@xbiglylabs.co.za::749529ea-be00-4511-aacd-f75af8aa7456" providerId="AD" clId="Web-{54D50E68-5924-DFC5-B5D2-1A0B51C22631}" dt="2025-11-18T10:54:35.873" v="558" actId="1076"/>
          <ac:picMkLst>
            <pc:docMk/>
            <pc:sldMk cId="1718591236" sldId="3920"/>
            <ac:picMk id="107" creationId="{3FA57887-C2E5-6160-BE8D-4A5EAC4CF740}"/>
          </ac:picMkLst>
        </pc:picChg>
        <pc:picChg chg="add mod">
          <ac:chgData name="Camilla Cicatello" userId="S::camilla.cicatello@xbiglylabs.co.za::749529ea-be00-4511-aacd-f75af8aa7456" providerId="AD" clId="Web-{54D50E68-5924-DFC5-B5D2-1A0B51C22631}" dt="2025-11-18T10:54:36.076" v="568" actId="1076"/>
          <ac:picMkLst>
            <pc:docMk/>
            <pc:sldMk cId="1718591236" sldId="3920"/>
            <ac:picMk id="127" creationId="{3F36FE91-ACE8-F9FE-0AAC-D6D211C4BA33}"/>
          </ac:picMkLst>
        </pc:picChg>
        <pc:cxnChg chg="add mod">
          <ac:chgData name="Camilla Cicatello" userId="S::camilla.cicatello@xbiglylabs.co.za::749529ea-be00-4511-aacd-f75af8aa7456" providerId="AD" clId="Web-{54D50E68-5924-DFC5-B5D2-1A0B51C22631}" dt="2025-11-18T10:54:35.467" v="537" actId="1076"/>
          <ac:cxnSpMkLst>
            <pc:docMk/>
            <pc:sldMk cId="1718591236" sldId="3920"/>
            <ac:cxnSpMk id="65" creationId="{E9778A8A-7274-9513-F65A-E16C69086289}"/>
          </ac:cxnSpMkLst>
        </pc:cxnChg>
        <pc:cxnChg chg="add mod">
          <ac:chgData name="Camilla Cicatello" userId="S::camilla.cicatello@xbiglylabs.co.za::749529ea-be00-4511-aacd-f75af8aa7456" providerId="AD" clId="Web-{54D50E68-5924-DFC5-B5D2-1A0B51C22631}" dt="2025-11-18T10:54:35.498" v="539" actId="1076"/>
          <ac:cxnSpMkLst>
            <pc:docMk/>
            <pc:sldMk cId="1718591236" sldId="3920"/>
            <ac:cxnSpMk id="69" creationId="{B4202DCB-C072-C35B-4FA8-28E32900CAB5}"/>
          </ac:cxnSpMkLst>
        </pc:cxnChg>
        <pc:cxnChg chg="add mod">
          <ac:chgData name="Camilla Cicatello" userId="S::camilla.cicatello@xbiglylabs.co.za::749529ea-be00-4511-aacd-f75af8aa7456" providerId="AD" clId="Web-{54D50E68-5924-DFC5-B5D2-1A0B51C22631}" dt="2025-11-18T10:54:35.623" v="545" actId="1076"/>
          <ac:cxnSpMkLst>
            <pc:docMk/>
            <pc:sldMk cId="1718591236" sldId="3920"/>
            <ac:cxnSpMk id="81" creationId="{6D4631B8-A4DF-48CD-4296-56BDD1E28261}"/>
          </ac:cxnSpMkLst>
        </pc:cxnChg>
        <pc:cxnChg chg="add del mod">
          <ac:chgData name="Camilla Cicatello" userId="S::camilla.cicatello@xbiglylabs.co.za::749529ea-be00-4511-aacd-f75af8aa7456" providerId="AD" clId="Web-{54D50E68-5924-DFC5-B5D2-1A0B51C22631}" dt="2025-11-18T11:30:24.916" v="834"/>
          <ac:cxnSpMkLst>
            <pc:docMk/>
            <pc:sldMk cId="1718591236" sldId="3920"/>
            <ac:cxnSpMk id="85" creationId="{302F034F-81DD-709F-22EE-680B4ECCBABB}"/>
          </ac:cxnSpMkLst>
        </pc:cxnChg>
        <pc:cxnChg chg="add mod">
          <ac:chgData name="Camilla Cicatello" userId="S::camilla.cicatello@xbiglylabs.co.za::749529ea-be00-4511-aacd-f75af8aa7456" providerId="AD" clId="Web-{54D50E68-5924-DFC5-B5D2-1A0B51C22631}" dt="2025-11-18T10:54:35.779" v="553" actId="1076"/>
          <ac:cxnSpMkLst>
            <pc:docMk/>
            <pc:sldMk cId="1718591236" sldId="3920"/>
            <ac:cxnSpMk id="97" creationId="{8783614C-0897-D1DC-F014-F1745B26D29B}"/>
          </ac:cxnSpMkLst>
        </pc:cxnChg>
        <pc:cxnChg chg="add mod">
          <ac:chgData name="Camilla Cicatello" userId="S::camilla.cicatello@xbiglylabs.co.za::749529ea-be00-4511-aacd-f75af8aa7456" providerId="AD" clId="Web-{54D50E68-5924-DFC5-B5D2-1A0B51C22631}" dt="2025-11-18T10:54:35.810" v="555" actId="1076"/>
          <ac:cxnSpMkLst>
            <pc:docMk/>
            <pc:sldMk cId="1718591236" sldId="3920"/>
            <ac:cxnSpMk id="101" creationId="{06854188-F4FF-57A3-74CC-15530FCF8392}"/>
          </ac:cxnSpMkLst>
        </pc:cxnChg>
        <pc:cxnChg chg="add mod">
          <ac:chgData name="Camilla Cicatello" userId="S::camilla.cicatello@xbiglylabs.co.za::749529ea-be00-4511-aacd-f75af8aa7456" providerId="AD" clId="Web-{54D50E68-5924-DFC5-B5D2-1A0B51C22631}" dt="2025-11-18T10:54:35.935" v="561" actId="1076"/>
          <ac:cxnSpMkLst>
            <pc:docMk/>
            <pc:sldMk cId="1718591236" sldId="3920"/>
            <ac:cxnSpMk id="113" creationId="{4D5C62B3-EDA8-5964-3BD1-079209CCE4EB}"/>
          </ac:cxnSpMkLst>
        </pc:cxnChg>
        <pc:cxnChg chg="add mod">
          <ac:chgData name="Camilla Cicatello" userId="S::camilla.cicatello@xbiglylabs.co.za::749529ea-be00-4511-aacd-f75af8aa7456" providerId="AD" clId="Web-{54D50E68-5924-DFC5-B5D2-1A0B51C22631}" dt="2025-11-18T10:54:35.951" v="562" actId="1076"/>
          <ac:cxnSpMkLst>
            <pc:docMk/>
            <pc:sldMk cId="1718591236" sldId="3920"/>
            <ac:cxnSpMk id="115" creationId="{EFA48210-5FA8-FAA6-9996-8F7EE0B1433F}"/>
          </ac:cxnSpMkLst>
        </pc:cxnChg>
        <pc:cxnChg chg="add mod">
          <ac:chgData name="Camilla Cicatello" userId="S::camilla.cicatello@xbiglylabs.co.za::749529ea-be00-4511-aacd-f75af8aa7456" providerId="AD" clId="Web-{54D50E68-5924-DFC5-B5D2-1A0B51C22631}" dt="2025-11-18T10:54:36.092" v="569" actId="1076"/>
          <ac:cxnSpMkLst>
            <pc:docMk/>
            <pc:sldMk cId="1718591236" sldId="3920"/>
            <ac:cxnSpMk id="129" creationId="{87D0ECF2-3AC3-AAA9-6072-3429AC574A63}"/>
          </ac:cxnSpMkLst>
        </pc:cxnChg>
        <pc:cxnChg chg="add mod">
          <ac:chgData name="Camilla Cicatello" userId="S::camilla.cicatello@xbiglylabs.co.za::749529ea-be00-4511-aacd-f75af8aa7456" providerId="AD" clId="Web-{54D50E68-5924-DFC5-B5D2-1A0B51C22631}" dt="2025-11-18T10:54:36.123" v="571" actId="1076"/>
          <ac:cxnSpMkLst>
            <pc:docMk/>
            <pc:sldMk cId="1718591236" sldId="3920"/>
            <ac:cxnSpMk id="133" creationId="{789D5B45-4463-2C3A-8CBD-A8E03EE2F737}"/>
          </ac:cxnSpMkLst>
        </pc:cxnChg>
      </pc:sldChg>
      <pc:sldChg chg="modSp add replId">
        <pc:chgData name="Camilla Cicatello" userId="S::camilla.cicatello@xbiglylabs.co.za::749529ea-be00-4511-aacd-f75af8aa7456" providerId="AD" clId="Web-{54D50E68-5924-DFC5-B5D2-1A0B51C22631}" dt="2025-11-18T11:09:48.929" v="655" actId="20577"/>
        <pc:sldMkLst>
          <pc:docMk/>
          <pc:sldMk cId="3432214840" sldId="3921"/>
        </pc:sldMkLst>
        <pc:spChg chg="mod">
          <ac:chgData name="Camilla Cicatello" userId="S::camilla.cicatello@xbiglylabs.co.za::749529ea-be00-4511-aacd-f75af8aa7456" providerId="AD" clId="Web-{54D50E68-5924-DFC5-B5D2-1A0B51C22631}" dt="2025-11-18T11:09:48.929" v="655" actId="20577"/>
          <ac:spMkLst>
            <pc:docMk/>
            <pc:sldMk cId="3432214840" sldId="3921"/>
            <ac:spMk id="2" creationId="{E134E40D-CEAC-9054-4C82-C1EAE22C75F3}"/>
          </ac:spMkLst>
        </pc:spChg>
      </pc:sldChg>
      <pc:sldChg chg="modSp add replId">
        <pc:chgData name="Camilla Cicatello" userId="S::camilla.cicatello@xbiglylabs.co.za::749529ea-be00-4511-aacd-f75af8aa7456" providerId="AD" clId="Web-{54D50E68-5924-DFC5-B5D2-1A0B51C22631}" dt="2025-11-18T11:07:03.384" v="616" actId="20577"/>
        <pc:sldMkLst>
          <pc:docMk/>
          <pc:sldMk cId="3317723970" sldId="3923"/>
        </pc:sldMkLst>
      </pc:sldChg>
    </pc:docChg>
  </pc:docChgLst>
  <pc:docChgLst>
    <pc:chgData name="Camilla Cicatello" userId="749529ea-be00-4511-aacd-f75af8aa7456" providerId="ADAL" clId="{BFEF13C7-AE82-55EC-B497-93163670560D}"/>
    <pc:docChg chg="undo custSel addSld delSld modSld sldOrd">
      <pc:chgData name="Camilla Cicatello" userId="749529ea-be00-4511-aacd-f75af8aa7456" providerId="ADAL" clId="{BFEF13C7-AE82-55EC-B497-93163670560D}" dt="2025-11-21T09:34:36.974" v="1517" actId="2696"/>
      <pc:docMkLst>
        <pc:docMk/>
      </pc:docMkLst>
      <pc:sldChg chg="delSp modSp mod">
        <pc:chgData name="Camilla Cicatello" userId="749529ea-be00-4511-aacd-f75af8aa7456" providerId="ADAL" clId="{BFEF13C7-AE82-55EC-B497-93163670560D}" dt="2025-11-18T07:21:20.239" v="201" actId="478"/>
        <pc:sldMkLst>
          <pc:docMk/>
          <pc:sldMk cId="0" sldId="260"/>
        </pc:sldMkLst>
        <pc:spChg chg="mod">
          <ac:chgData name="Camilla Cicatello" userId="749529ea-be00-4511-aacd-f75af8aa7456" providerId="ADAL" clId="{BFEF13C7-AE82-55EC-B497-93163670560D}" dt="2025-11-18T06:56:18.153" v="43" actId="1076"/>
          <ac:spMkLst>
            <pc:docMk/>
            <pc:sldMk cId="0" sldId="260"/>
            <ac:spMk id="5" creationId="{DC1E24B5-BD1B-2101-E99F-975663EDD748}"/>
          </ac:spMkLst>
        </pc:spChg>
        <pc:spChg chg="mod">
          <ac:chgData name="Camilla Cicatello" userId="749529ea-be00-4511-aacd-f75af8aa7456" providerId="ADAL" clId="{BFEF13C7-AE82-55EC-B497-93163670560D}" dt="2025-11-18T06:56:19.929" v="44" actId="1076"/>
          <ac:spMkLst>
            <pc:docMk/>
            <pc:sldMk cId="0" sldId="260"/>
            <ac:spMk id="2960" creationId="{00000000-0000-0000-0000-000000000000}"/>
          </ac:spMkLst>
        </pc:spChg>
      </pc:sldChg>
      <pc:sldChg chg="modSp mod">
        <pc:chgData name="Camilla Cicatello" userId="749529ea-be00-4511-aacd-f75af8aa7456" providerId="ADAL" clId="{BFEF13C7-AE82-55EC-B497-93163670560D}" dt="2025-11-19T09:06:51.384" v="664" actId="20577"/>
        <pc:sldMkLst>
          <pc:docMk/>
          <pc:sldMk cId="1210014316" sldId="3877"/>
        </pc:sldMkLst>
        <pc:spChg chg="mod">
          <ac:chgData name="Camilla Cicatello" userId="749529ea-be00-4511-aacd-f75af8aa7456" providerId="ADAL" clId="{BFEF13C7-AE82-55EC-B497-93163670560D}" dt="2025-11-18T12:04:47.292" v="533" actId="20577"/>
          <ac:spMkLst>
            <pc:docMk/>
            <pc:sldMk cId="1210014316" sldId="3877"/>
            <ac:spMk id="7" creationId="{6C86E402-4AD6-49EA-D652-29420E982F4B}"/>
          </ac:spMkLst>
        </pc:spChg>
        <pc:spChg chg="mod">
          <ac:chgData name="Camilla Cicatello" userId="749529ea-be00-4511-aacd-f75af8aa7456" providerId="ADAL" clId="{BFEF13C7-AE82-55EC-B497-93163670560D}" dt="2025-11-19T09:06:51.384" v="664" actId="20577"/>
          <ac:spMkLst>
            <pc:docMk/>
            <pc:sldMk cId="1210014316" sldId="3877"/>
            <ac:spMk id="10" creationId="{D3850A80-20A2-CC04-0C84-770477867C14}"/>
          </ac:spMkLst>
        </pc:spChg>
      </pc:sldChg>
      <pc:sldChg chg="addSp modSp mod">
        <pc:chgData name="Camilla Cicatello" userId="749529ea-be00-4511-aacd-f75af8aa7456" providerId="ADAL" clId="{BFEF13C7-AE82-55EC-B497-93163670560D}" dt="2025-11-21T07:03:04.898" v="1170" actId="14100"/>
        <pc:sldMkLst>
          <pc:docMk/>
          <pc:sldMk cId="1333091832" sldId="3879"/>
        </pc:sldMkLst>
        <pc:spChg chg="mod">
          <ac:chgData name="Camilla Cicatello" userId="749529ea-be00-4511-aacd-f75af8aa7456" providerId="ADAL" clId="{BFEF13C7-AE82-55EC-B497-93163670560D}" dt="2025-11-21T07:03:04.898" v="1170" actId="14100"/>
          <ac:spMkLst>
            <pc:docMk/>
            <pc:sldMk cId="1333091832" sldId="3879"/>
            <ac:spMk id="7" creationId="{0F572B27-EC13-B452-954D-96CD6A25FDDE}"/>
          </ac:spMkLst>
        </pc:spChg>
        <pc:spChg chg="mod">
          <ac:chgData name="Camilla Cicatello" userId="749529ea-be00-4511-aacd-f75af8aa7456" providerId="ADAL" clId="{BFEF13C7-AE82-55EC-B497-93163670560D}" dt="2025-11-18T07:03:45.593" v="104" actId="20577"/>
          <ac:spMkLst>
            <pc:docMk/>
            <pc:sldMk cId="1333091832" sldId="3879"/>
            <ac:spMk id="28" creationId="{23BC719F-7953-9A6F-C442-2525E8628EBD}"/>
          </ac:spMkLst>
        </pc:spChg>
      </pc:sldChg>
      <pc:sldChg chg="modSp add mod">
        <pc:chgData name="Camilla Cicatello" userId="749529ea-be00-4511-aacd-f75af8aa7456" providerId="ADAL" clId="{BFEF13C7-AE82-55EC-B497-93163670560D}" dt="2025-11-21T07:03:49.742" v="1182" actId="20577"/>
        <pc:sldMkLst>
          <pc:docMk/>
          <pc:sldMk cId="2796842208" sldId="3911"/>
        </pc:sldMkLst>
        <pc:spChg chg="mod">
          <ac:chgData name="Camilla Cicatello" userId="749529ea-be00-4511-aacd-f75af8aa7456" providerId="ADAL" clId="{BFEF13C7-AE82-55EC-B497-93163670560D}" dt="2025-11-21T07:03:49.742" v="1182" actId="20577"/>
          <ac:spMkLst>
            <pc:docMk/>
            <pc:sldMk cId="2796842208" sldId="3911"/>
            <ac:spMk id="3" creationId="{C02DD366-2F39-E291-7F51-021434797B6C}"/>
          </ac:spMkLst>
        </pc:spChg>
        <pc:spChg chg="mod">
          <ac:chgData name="Camilla Cicatello" userId="749529ea-be00-4511-aacd-f75af8aa7456" providerId="ADAL" clId="{BFEF13C7-AE82-55EC-B497-93163670560D}" dt="2025-11-18T11:04:24.400" v="373" actId="20577"/>
          <ac:spMkLst>
            <pc:docMk/>
            <pc:sldMk cId="2796842208" sldId="3911"/>
            <ac:spMk id="28" creationId="{BCF27045-6743-9CB5-8FEA-B985573880FC}"/>
          </ac:spMkLst>
        </pc:spChg>
      </pc:sldChg>
      <pc:sldChg chg="addSp delSp modSp add mod">
        <pc:chgData name="Camilla Cicatello" userId="749529ea-be00-4511-aacd-f75af8aa7456" providerId="ADAL" clId="{BFEF13C7-AE82-55EC-B497-93163670560D}" dt="2025-11-19T11:54:10.287" v="1051" actId="478"/>
        <pc:sldMkLst>
          <pc:docMk/>
          <pc:sldMk cId="1982263905" sldId="3912"/>
        </pc:sldMkLst>
        <pc:spChg chg="mod">
          <ac:chgData name="Camilla Cicatello" userId="749529ea-be00-4511-aacd-f75af8aa7456" providerId="ADAL" clId="{BFEF13C7-AE82-55EC-B497-93163670560D}" dt="2025-11-19T09:36:35.295" v="901"/>
          <ac:spMkLst>
            <pc:docMk/>
            <pc:sldMk cId="1982263905" sldId="3912"/>
            <ac:spMk id="3" creationId="{77D062D2-0011-30ED-AD91-36439B289761}"/>
          </ac:spMkLst>
        </pc:spChg>
        <pc:spChg chg="mod">
          <ac:chgData name="Camilla Cicatello" userId="749529ea-be00-4511-aacd-f75af8aa7456" providerId="ADAL" clId="{BFEF13C7-AE82-55EC-B497-93163670560D}" dt="2025-11-19T09:36:35.295" v="901"/>
          <ac:spMkLst>
            <pc:docMk/>
            <pc:sldMk cId="1982263905" sldId="3912"/>
            <ac:spMk id="6" creationId="{5802AD5A-8F8E-A29D-FD32-2CB91647A7AF}"/>
          </ac:spMkLst>
        </pc:spChg>
        <pc:spChg chg="mod">
          <ac:chgData name="Camilla Cicatello" userId="749529ea-be00-4511-aacd-f75af8aa7456" providerId="ADAL" clId="{BFEF13C7-AE82-55EC-B497-93163670560D}" dt="2025-11-19T09:39:59.070" v="945" actId="20577"/>
          <ac:spMkLst>
            <pc:docMk/>
            <pc:sldMk cId="1982263905" sldId="3912"/>
            <ac:spMk id="28" creationId="{A3C58E28-D6F0-D145-A995-E12E70A99687}"/>
          </ac:spMkLst>
        </pc:spChg>
        <pc:grpChg chg="add mod">
          <ac:chgData name="Camilla Cicatello" userId="749529ea-be00-4511-aacd-f75af8aa7456" providerId="ADAL" clId="{BFEF13C7-AE82-55EC-B497-93163670560D}" dt="2025-11-19T09:36:35.295" v="901"/>
          <ac:grpSpMkLst>
            <pc:docMk/>
            <pc:sldMk cId="1982263905" sldId="3912"/>
            <ac:grpSpMk id="2" creationId="{9852AF25-2CD5-1102-979C-98270D08B7FD}"/>
          </ac:grpSpMkLst>
        </pc:grpChg>
      </pc:sldChg>
      <pc:sldChg chg="addSp delSp modSp add mod ord">
        <pc:chgData name="Camilla Cicatello" userId="749529ea-be00-4511-aacd-f75af8aa7456" providerId="ADAL" clId="{BFEF13C7-AE82-55EC-B497-93163670560D}" dt="2025-11-18T12:19:04.216" v="565" actId="20577"/>
        <pc:sldMkLst>
          <pc:docMk/>
          <pc:sldMk cId="2991301206" sldId="3915"/>
        </pc:sldMkLst>
        <pc:spChg chg="add mod">
          <ac:chgData name="Camilla Cicatello" userId="749529ea-be00-4511-aacd-f75af8aa7456" providerId="ADAL" clId="{BFEF13C7-AE82-55EC-B497-93163670560D}" dt="2025-11-18T12:19:04.216" v="565" actId="20577"/>
          <ac:spMkLst>
            <pc:docMk/>
            <pc:sldMk cId="2991301206" sldId="3915"/>
            <ac:spMk id="4" creationId="{B5D34C57-A394-DB8A-0F1C-56225F8C147C}"/>
          </ac:spMkLst>
        </pc:spChg>
      </pc:sldChg>
      <pc:sldChg chg="addSp delSp modSp add mod ord">
        <pc:chgData name="Camilla Cicatello" userId="749529ea-be00-4511-aacd-f75af8aa7456" providerId="ADAL" clId="{BFEF13C7-AE82-55EC-B497-93163670560D}" dt="2025-11-18T09:17:56.007" v="315" actId="113"/>
        <pc:sldMkLst>
          <pc:docMk/>
          <pc:sldMk cId="116292216" sldId="3918"/>
        </pc:sldMkLst>
        <pc:spChg chg="mod">
          <ac:chgData name="Camilla Cicatello" userId="749529ea-be00-4511-aacd-f75af8aa7456" providerId="ADAL" clId="{BFEF13C7-AE82-55EC-B497-93163670560D}" dt="2025-11-18T09:17:56.007" v="315" actId="113"/>
          <ac:spMkLst>
            <pc:docMk/>
            <pc:sldMk cId="116292216" sldId="3918"/>
            <ac:spMk id="2" creationId="{7F0498B4-7D02-8060-D7F6-9AE244D911B3}"/>
          </ac:spMkLst>
        </pc:spChg>
      </pc:sldChg>
      <pc:sldChg chg="addSp modSp mod">
        <pc:chgData name="Camilla Cicatello" userId="749529ea-be00-4511-aacd-f75af8aa7456" providerId="ADAL" clId="{BFEF13C7-AE82-55EC-B497-93163670560D}" dt="2025-11-21T07:35:33.656" v="1471" actId="27107"/>
        <pc:sldMkLst>
          <pc:docMk/>
          <pc:sldMk cId="1718591236" sldId="3920"/>
        </pc:sldMkLst>
        <pc:spChg chg="mod">
          <ac:chgData name="Camilla Cicatello" userId="749529ea-be00-4511-aacd-f75af8aa7456" providerId="ADAL" clId="{BFEF13C7-AE82-55EC-B497-93163670560D}" dt="2025-11-18T11:39:55.696" v="475"/>
          <ac:spMkLst>
            <pc:docMk/>
            <pc:sldMk cId="1718591236" sldId="3920"/>
            <ac:spMk id="3" creationId="{A022C4CC-8EB0-5374-8FBE-8C80CFD31657}"/>
          </ac:spMkLst>
        </pc:spChg>
        <pc:spChg chg="add mod">
          <ac:chgData name="Camilla Cicatello" userId="749529ea-be00-4511-aacd-f75af8aa7456" providerId="ADAL" clId="{BFEF13C7-AE82-55EC-B497-93163670560D}" dt="2025-11-18T11:35:04.698" v="402" actId="1076"/>
          <ac:spMkLst>
            <pc:docMk/>
            <pc:sldMk cId="1718591236" sldId="3920"/>
            <ac:spMk id="8" creationId="{5D397E17-7FA6-9BCC-199C-EEB6DD6F8BFC}"/>
          </ac:spMkLst>
        </pc:spChg>
        <pc:spChg chg="add mod">
          <ac:chgData name="Camilla Cicatello" userId="749529ea-be00-4511-aacd-f75af8aa7456" providerId="ADAL" clId="{BFEF13C7-AE82-55EC-B497-93163670560D}" dt="2025-11-18T11:35:04.698" v="402" actId="1076"/>
          <ac:spMkLst>
            <pc:docMk/>
            <pc:sldMk cId="1718591236" sldId="3920"/>
            <ac:spMk id="36" creationId="{D045B377-833B-67D8-F21D-2855B7B86184}"/>
          </ac:spMkLst>
        </pc:spChg>
        <pc:spChg chg="add mod">
          <ac:chgData name="Camilla Cicatello" userId="749529ea-be00-4511-aacd-f75af8aa7456" providerId="ADAL" clId="{BFEF13C7-AE82-55EC-B497-93163670560D}" dt="2025-11-18T11:35:07.489" v="405" actId="20577"/>
          <ac:spMkLst>
            <pc:docMk/>
            <pc:sldMk cId="1718591236" sldId="3920"/>
            <ac:spMk id="54" creationId="{BF68CD04-F5EB-B49E-537B-071C2670FAE6}"/>
          </ac:spMkLst>
        </pc:spChg>
        <pc:spChg chg="add mod">
          <ac:chgData name="Camilla Cicatello" userId="749529ea-be00-4511-aacd-f75af8aa7456" providerId="ADAL" clId="{BFEF13C7-AE82-55EC-B497-93163670560D}" dt="2025-11-18T11:50:50.090" v="489" actId="20577"/>
          <ac:spMkLst>
            <pc:docMk/>
            <pc:sldMk cId="1718591236" sldId="3920"/>
            <ac:spMk id="62" creationId="{8B263BB6-9478-C6ED-DC18-4EDC55C82423}"/>
          </ac:spMkLst>
        </pc:spChg>
        <pc:spChg chg="add mod">
          <ac:chgData name="Camilla Cicatello" userId="749529ea-be00-4511-aacd-f75af8aa7456" providerId="ADAL" clId="{BFEF13C7-AE82-55EC-B497-93163670560D}" dt="2025-11-18T11:35:28.105" v="428" actId="20577"/>
          <ac:spMkLst>
            <pc:docMk/>
            <pc:sldMk cId="1718591236" sldId="3920"/>
            <ac:spMk id="64" creationId="{C78CE6AF-8C58-3E6D-8448-19E51F40C541}"/>
          </ac:spMkLst>
        </pc:spChg>
        <pc:spChg chg="mod">
          <ac:chgData name="Camilla Cicatello" userId="749529ea-be00-4511-aacd-f75af8aa7456" providerId="ADAL" clId="{BFEF13C7-AE82-55EC-B497-93163670560D}" dt="2025-11-18T11:50:42.465" v="485" actId="20577"/>
          <ac:spMkLst>
            <pc:docMk/>
            <pc:sldMk cId="1718591236" sldId="3920"/>
            <ac:spMk id="71" creationId="{5F37E1A8-595C-3621-3E83-1C068FD27337}"/>
          </ac:spMkLst>
        </pc:spChg>
        <pc:spChg chg="mod">
          <ac:chgData name="Camilla Cicatello" userId="749529ea-be00-4511-aacd-f75af8aa7456" providerId="ADAL" clId="{BFEF13C7-AE82-55EC-B497-93163670560D}" dt="2025-11-18T11:50:38.898" v="483" actId="20577"/>
          <ac:spMkLst>
            <pc:docMk/>
            <pc:sldMk cId="1718591236" sldId="3920"/>
            <ac:spMk id="87" creationId="{90863AE2-FCD6-824B-35E0-192786B822E6}"/>
          </ac:spMkLst>
        </pc:spChg>
        <pc:spChg chg="mod">
          <ac:chgData name="Camilla Cicatello" userId="749529ea-be00-4511-aacd-f75af8aa7456" providerId="ADAL" clId="{BFEF13C7-AE82-55EC-B497-93163670560D}" dt="2025-11-18T11:32:54.866" v="400" actId="113"/>
          <ac:spMkLst>
            <pc:docMk/>
            <pc:sldMk cId="1718591236" sldId="3920"/>
            <ac:spMk id="99" creationId="{8D0039DB-7371-BC7E-2F01-6C02C036C20B}"/>
          </ac:spMkLst>
        </pc:spChg>
        <pc:spChg chg="mod">
          <ac:chgData name="Camilla Cicatello" userId="749529ea-be00-4511-aacd-f75af8aa7456" providerId="ADAL" clId="{BFEF13C7-AE82-55EC-B497-93163670560D}" dt="2025-11-18T11:50:46.859" v="487" actId="20577"/>
          <ac:spMkLst>
            <pc:docMk/>
            <pc:sldMk cId="1718591236" sldId="3920"/>
            <ac:spMk id="103" creationId="{A11305B8-13EB-DF6A-0851-58D0100562AE}"/>
          </ac:spMkLst>
        </pc:spChg>
        <pc:spChg chg="mod">
          <ac:chgData name="Camilla Cicatello" userId="749529ea-be00-4511-aacd-f75af8aa7456" providerId="ADAL" clId="{BFEF13C7-AE82-55EC-B497-93163670560D}" dt="2025-11-18T11:36:01.890" v="444" actId="20577"/>
          <ac:spMkLst>
            <pc:docMk/>
            <pc:sldMk cId="1718591236" sldId="3920"/>
            <ac:spMk id="109" creationId="{49C245F7-E47F-130A-B6A3-9BC414852F14}"/>
          </ac:spMkLst>
        </pc:spChg>
        <pc:spChg chg="mod">
          <ac:chgData name="Camilla Cicatello" userId="749529ea-be00-4511-aacd-f75af8aa7456" providerId="ADAL" clId="{BFEF13C7-AE82-55EC-B497-93163670560D}" dt="2025-11-18T11:36:04.915" v="445" actId="20577"/>
          <ac:spMkLst>
            <pc:docMk/>
            <pc:sldMk cId="1718591236" sldId="3920"/>
            <ac:spMk id="117" creationId="{EBBBC0EA-82DB-36B4-07C9-8AF5726DC82D}"/>
          </ac:spMkLst>
        </pc:spChg>
        <pc:spChg chg="mod">
          <ac:chgData name="Camilla Cicatello" userId="749529ea-be00-4511-aacd-f75af8aa7456" providerId="ADAL" clId="{BFEF13C7-AE82-55EC-B497-93163670560D}" dt="2025-11-18T11:36:27.297" v="456" actId="1076"/>
          <ac:spMkLst>
            <pc:docMk/>
            <pc:sldMk cId="1718591236" sldId="3920"/>
            <ac:spMk id="119" creationId="{DDAE7D5E-31E6-A32C-C2BD-9C5C2DEB7FFD}"/>
          </ac:spMkLst>
        </pc:spChg>
        <pc:spChg chg="mod">
          <ac:chgData name="Camilla Cicatello" userId="749529ea-be00-4511-aacd-f75af8aa7456" providerId="ADAL" clId="{BFEF13C7-AE82-55EC-B497-93163670560D}" dt="2025-11-18T11:56:04.630" v="490" actId="1076"/>
          <ac:spMkLst>
            <pc:docMk/>
            <pc:sldMk cId="1718591236" sldId="3920"/>
            <ac:spMk id="121" creationId="{6693BE78-CF32-2003-1E73-643A6024DAF9}"/>
          </ac:spMkLst>
        </pc:spChg>
        <pc:spChg chg="mod">
          <ac:chgData name="Camilla Cicatello" userId="749529ea-be00-4511-aacd-f75af8aa7456" providerId="ADAL" clId="{BFEF13C7-AE82-55EC-B497-93163670560D}" dt="2025-11-18T11:56:15.436" v="497" actId="1076"/>
          <ac:spMkLst>
            <pc:docMk/>
            <pc:sldMk cId="1718591236" sldId="3920"/>
            <ac:spMk id="123" creationId="{048C8435-5201-C51B-A1ED-8F7237F5CD6B}"/>
          </ac:spMkLst>
        </pc:spChg>
        <pc:spChg chg="mod">
          <ac:chgData name="Camilla Cicatello" userId="749529ea-be00-4511-aacd-f75af8aa7456" providerId="ADAL" clId="{BFEF13C7-AE82-55EC-B497-93163670560D}" dt="2025-11-18T11:56:45.529" v="502" actId="20577"/>
          <ac:spMkLst>
            <pc:docMk/>
            <pc:sldMk cId="1718591236" sldId="3920"/>
            <ac:spMk id="125" creationId="{7C56EBC9-F69A-7318-392E-A5B7495D61A9}"/>
          </ac:spMkLst>
        </pc:spChg>
        <pc:spChg chg="mod">
          <ac:chgData name="Camilla Cicatello" userId="749529ea-be00-4511-aacd-f75af8aa7456" providerId="ADAL" clId="{BFEF13C7-AE82-55EC-B497-93163670560D}" dt="2025-11-21T07:35:33.656" v="1471" actId="27107"/>
          <ac:spMkLst>
            <pc:docMk/>
            <pc:sldMk cId="1718591236" sldId="3920"/>
            <ac:spMk id="131" creationId="{428BB3B9-F293-DB83-254B-6E9FFCA2928B}"/>
          </ac:spMkLst>
        </pc:spChg>
        <pc:spChg chg="mod">
          <ac:chgData name="Camilla Cicatello" userId="749529ea-be00-4511-aacd-f75af8aa7456" providerId="ADAL" clId="{BFEF13C7-AE82-55EC-B497-93163670560D}" dt="2025-11-18T11:56:53.702" v="515" actId="20577"/>
          <ac:spMkLst>
            <pc:docMk/>
            <pc:sldMk cId="1718591236" sldId="3920"/>
            <ac:spMk id="135" creationId="{D207E518-6C20-1663-5CE0-B552A1DA5BB6}"/>
          </ac:spMkLst>
        </pc:spChg>
        <pc:spChg chg="mod">
          <ac:chgData name="Camilla Cicatello" userId="749529ea-be00-4511-aacd-f75af8aa7456" providerId="ADAL" clId="{BFEF13C7-AE82-55EC-B497-93163670560D}" dt="2025-11-18T11:58:33.859" v="522" actId="20577"/>
          <ac:spMkLst>
            <pc:docMk/>
            <pc:sldMk cId="1718591236" sldId="3920"/>
            <ac:spMk id="136" creationId="{47B52998-D635-2C12-746B-47C64CC51C55}"/>
          </ac:spMkLst>
        </pc:spChg>
        <pc:picChg chg="mod">
          <ac:chgData name="Camilla Cicatello" userId="749529ea-be00-4511-aacd-f75af8aa7456" providerId="ADAL" clId="{BFEF13C7-AE82-55EC-B497-93163670560D}" dt="2025-11-18T11:32:00.447" v="374" actId="167"/>
          <ac:picMkLst>
            <pc:docMk/>
            <pc:sldMk cId="1718591236" sldId="3920"/>
            <ac:picMk id="4" creationId="{8E54CB5E-979D-E2DE-18AC-ECE4D7B54A28}"/>
          </ac:picMkLst>
        </pc:picChg>
        <pc:picChg chg="add mod">
          <ac:chgData name="Camilla Cicatello" userId="749529ea-be00-4511-aacd-f75af8aa7456" providerId="ADAL" clId="{BFEF13C7-AE82-55EC-B497-93163670560D}" dt="2025-11-18T11:35:04.698" v="402" actId="1076"/>
          <ac:picMkLst>
            <pc:docMk/>
            <pc:sldMk cId="1718591236" sldId="3920"/>
            <ac:picMk id="56" creationId="{9E9A1FEA-960E-38D6-3CEB-4C77D8DD6EC0}"/>
          </ac:picMkLst>
        </pc:picChg>
        <pc:picChg chg="mod">
          <ac:chgData name="Camilla Cicatello" userId="749529ea-be00-4511-aacd-f75af8aa7456" providerId="ADAL" clId="{BFEF13C7-AE82-55EC-B497-93163670560D}" dt="2025-11-18T11:56:41.193" v="500" actId="1076"/>
          <ac:picMkLst>
            <pc:docMk/>
            <pc:sldMk cId="1718591236" sldId="3920"/>
            <ac:picMk id="127" creationId="{3F36FE91-ACE8-F9FE-0AAC-D6D211C4BA33}"/>
          </ac:picMkLst>
        </pc:picChg>
        <pc:cxnChg chg="add mod">
          <ac:chgData name="Camilla Cicatello" userId="749529ea-be00-4511-aacd-f75af8aa7456" providerId="ADAL" clId="{BFEF13C7-AE82-55EC-B497-93163670560D}" dt="2025-11-18T11:35:04.698" v="402" actId="1076"/>
          <ac:cxnSpMkLst>
            <pc:docMk/>
            <pc:sldMk cId="1718591236" sldId="3920"/>
            <ac:cxnSpMk id="58" creationId="{108EAC42-8797-A3A2-0AC1-6479854E3900}"/>
          </ac:cxnSpMkLst>
        </pc:cxnChg>
        <pc:cxnChg chg="add mod">
          <ac:chgData name="Camilla Cicatello" userId="749529ea-be00-4511-aacd-f75af8aa7456" providerId="ADAL" clId="{BFEF13C7-AE82-55EC-B497-93163670560D}" dt="2025-11-18T11:35:13.280" v="407" actId="1076"/>
          <ac:cxnSpMkLst>
            <pc:docMk/>
            <pc:sldMk cId="1718591236" sldId="3920"/>
            <ac:cxnSpMk id="60" creationId="{348C0335-61AE-19CF-4749-BEF086AF997F}"/>
          </ac:cxnSpMkLst>
        </pc:cxnChg>
        <pc:cxnChg chg="mod">
          <ac:chgData name="Camilla Cicatello" userId="749529ea-be00-4511-aacd-f75af8aa7456" providerId="ADAL" clId="{BFEF13C7-AE82-55EC-B497-93163670560D}" dt="2025-11-18T11:56:04.630" v="490" actId="1076"/>
          <ac:cxnSpMkLst>
            <pc:docMk/>
            <pc:sldMk cId="1718591236" sldId="3920"/>
            <ac:cxnSpMk id="129" creationId="{87D0ECF2-3AC3-AAA9-6072-3429AC574A63}"/>
          </ac:cxnSpMkLst>
        </pc:cxnChg>
        <pc:cxnChg chg="mod">
          <ac:chgData name="Camilla Cicatello" userId="749529ea-be00-4511-aacd-f75af8aa7456" providerId="ADAL" clId="{BFEF13C7-AE82-55EC-B497-93163670560D}" dt="2025-11-18T11:56:41.193" v="500" actId="1076"/>
          <ac:cxnSpMkLst>
            <pc:docMk/>
            <pc:sldMk cId="1718591236" sldId="3920"/>
            <ac:cxnSpMk id="133" creationId="{789D5B45-4463-2C3A-8CBD-A8E03EE2F737}"/>
          </ac:cxnSpMkLst>
        </pc:cxnChg>
      </pc:sldChg>
      <pc:sldChg chg="modSp mod">
        <pc:chgData name="Camilla Cicatello" userId="749529ea-be00-4511-aacd-f75af8aa7456" providerId="ADAL" clId="{BFEF13C7-AE82-55EC-B497-93163670560D}" dt="2025-11-18T11:04:01.031" v="346" actId="20577"/>
        <pc:sldMkLst>
          <pc:docMk/>
          <pc:sldMk cId="3432214840" sldId="3921"/>
        </pc:sldMkLst>
        <pc:spChg chg="mod">
          <ac:chgData name="Camilla Cicatello" userId="749529ea-be00-4511-aacd-f75af8aa7456" providerId="ADAL" clId="{BFEF13C7-AE82-55EC-B497-93163670560D}" dt="2025-11-18T11:04:01.031" v="346" actId="20577"/>
          <ac:spMkLst>
            <pc:docMk/>
            <pc:sldMk cId="3432214840" sldId="3921"/>
            <ac:spMk id="2" creationId="{E134E40D-CEAC-9054-4C82-C1EAE22C75F3}"/>
          </ac:spMkLst>
        </pc:spChg>
      </pc:sldChg>
      <pc:sldChg chg="modSp mod">
        <pc:chgData name="Camilla Cicatello" userId="749529ea-be00-4511-aacd-f75af8aa7456" providerId="ADAL" clId="{BFEF13C7-AE82-55EC-B497-93163670560D}" dt="2025-11-19T09:07:19.380" v="666" actId="20577"/>
        <pc:sldMkLst>
          <pc:docMk/>
          <pc:sldMk cId="3317723970" sldId="3923"/>
        </pc:sldMkLst>
        <pc:spChg chg="mod">
          <ac:chgData name="Camilla Cicatello" userId="749529ea-be00-4511-aacd-f75af8aa7456" providerId="ADAL" clId="{BFEF13C7-AE82-55EC-B497-93163670560D}" dt="2025-11-19T09:07:19.380" v="666" actId="20577"/>
          <ac:spMkLst>
            <pc:docMk/>
            <pc:sldMk cId="3317723970" sldId="3923"/>
            <ac:spMk id="4" creationId="{A3F957A4-A0BF-3182-C936-EF91FFEDD16A}"/>
          </ac:spMkLst>
        </pc:spChg>
      </pc:sldChg>
      <pc:sldChg chg="addSp delSp modSp mod">
        <pc:chgData name="Camilla Cicatello" userId="749529ea-be00-4511-aacd-f75af8aa7456" providerId="ADAL" clId="{BFEF13C7-AE82-55EC-B497-93163670560D}" dt="2025-11-19T09:39:38.816" v="933" actId="20577"/>
        <pc:sldMkLst>
          <pc:docMk/>
          <pc:sldMk cId="2693037217" sldId="3925"/>
        </pc:sldMkLst>
        <pc:spChg chg="mod">
          <ac:chgData name="Camilla Cicatello" userId="749529ea-be00-4511-aacd-f75af8aa7456" providerId="ADAL" clId="{BFEF13C7-AE82-55EC-B497-93163670560D}" dt="2025-11-19T09:09:15.263" v="694"/>
          <ac:spMkLst>
            <pc:docMk/>
            <pc:sldMk cId="2693037217" sldId="3925"/>
            <ac:spMk id="4" creationId="{78264D91-2535-79D1-4C85-6BEC00DB285F}"/>
          </ac:spMkLst>
        </pc:spChg>
        <pc:spChg chg="mod">
          <ac:chgData name="Camilla Cicatello" userId="749529ea-be00-4511-aacd-f75af8aa7456" providerId="ADAL" clId="{BFEF13C7-AE82-55EC-B497-93163670560D}" dt="2025-11-19T09:39:38.816" v="933" actId="20577"/>
          <ac:spMkLst>
            <pc:docMk/>
            <pc:sldMk cId="2693037217" sldId="3925"/>
            <ac:spMk id="6" creationId="{172BFE04-E791-FD7E-72BC-C364FE113605}"/>
          </ac:spMkLst>
        </pc:spChg>
        <pc:spChg chg="add mod">
          <ac:chgData name="Camilla Cicatello" userId="749529ea-be00-4511-aacd-f75af8aa7456" providerId="ADAL" clId="{BFEF13C7-AE82-55EC-B497-93163670560D}" dt="2025-11-19T09:35:15.215" v="882" actId="1076"/>
          <ac:spMkLst>
            <pc:docMk/>
            <pc:sldMk cId="2693037217" sldId="3925"/>
            <ac:spMk id="7" creationId="{C1041BF0-6046-46B5-2941-E1DFF399A9CC}"/>
          </ac:spMkLst>
        </pc:spChg>
        <pc:spChg chg="add mod">
          <ac:chgData name="Camilla Cicatello" userId="749529ea-be00-4511-aacd-f75af8aa7456" providerId="ADAL" clId="{BFEF13C7-AE82-55EC-B497-93163670560D}" dt="2025-11-19T09:35:29.284" v="884" actId="14100"/>
          <ac:spMkLst>
            <pc:docMk/>
            <pc:sldMk cId="2693037217" sldId="3925"/>
            <ac:spMk id="8" creationId="{DFFBBB4F-E84F-07A0-18BE-39E7D513CAC0}"/>
          </ac:spMkLst>
        </pc:spChg>
        <pc:grpChg chg="add">
          <ac:chgData name="Camilla Cicatello" userId="749529ea-be00-4511-aacd-f75af8aa7456" providerId="ADAL" clId="{BFEF13C7-AE82-55EC-B497-93163670560D}" dt="2025-11-19T09:35:49.684" v="885" actId="164"/>
          <ac:grpSpMkLst>
            <pc:docMk/>
            <pc:sldMk cId="2693037217" sldId="3925"/>
            <ac:grpSpMk id="9" creationId="{32E35997-9C66-6C9A-94E4-0CFD23F1DB0F}"/>
          </ac:grpSpMkLst>
        </pc:grpChg>
      </pc:sldChg>
      <pc:sldChg chg="addSp modSp mod">
        <pc:chgData name="Camilla Cicatello" userId="749529ea-be00-4511-aacd-f75af8aa7456" providerId="ADAL" clId="{BFEF13C7-AE82-55EC-B497-93163670560D}" dt="2025-11-19T09:39:45.919" v="938" actId="20577"/>
        <pc:sldMkLst>
          <pc:docMk/>
          <pc:sldMk cId="2385839186" sldId="3926"/>
        </pc:sldMkLst>
        <pc:spChg chg="mod">
          <ac:chgData name="Camilla Cicatello" userId="749529ea-be00-4511-aacd-f75af8aa7456" providerId="ADAL" clId="{BFEF13C7-AE82-55EC-B497-93163670560D}" dt="2025-11-18T12:44:42.838" v="566" actId="20577"/>
          <ac:spMkLst>
            <pc:docMk/>
            <pc:sldMk cId="2385839186" sldId="3926"/>
            <ac:spMk id="3" creationId="{319AB03E-5A5F-7BC6-E7E0-2B07947B7488}"/>
          </ac:spMkLst>
        </pc:spChg>
        <pc:spChg chg="mod">
          <ac:chgData name="Camilla Cicatello" userId="749529ea-be00-4511-aacd-f75af8aa7456" providerId="ADAL" clId="{BFEF13C7-AE82-55EC-B497-93163670560D}" dt="2025-11-19T09:39:45.919" v="938" actId="20577"/>
          <ac:spMkLst>
            <pc:docMk/>
            <pc:sldMk cId="2385839186" sldId="3926"/>
            <ac:spMk id="6" creationId="{DDA60503-6EC1-832D-A893-0309C93FE89D}"/>
          </ac:spMkLst>
        </pc:spChg>
      </pc:sldChg>
      <pc:sldChg chg="addSp modSp mod">
        <pc:chgData name="Camilla Cicatello" userId="749529ea-be00-4511-aacd-f75af8aa7456" providerId="ADAL" clId="{BFEF13C7-AE82-55EC-B497-93163670560D}" dt="2025-11-19T09:39:51.799" v="943" actId="20577"/>
        <pc:sldMkLst>
          <pc:docMk/>
          <pc:sldMk cId="4035213039" sldId="3928"/>
        </pc:sldMkLst>
        <pc:spChg chg="mod">
          <ac:chgData name="Camilla Cicatello" userId="749529ea-be00-4511-aacd-f75af8aa7456" providerId="ADAL" clId="{BFEF13C7-AE82-55EC-B497-93163670560D}" dt="2025-11-19T09:39:51.799" v="943" actId="20577"/>
          <ac:spMkLst>
            <pc:docMk/>
            <pc:sldMk cId="4035213039" sldId="3928"/>
            <ac:spMk id="6" creationId="{172BFE04-E791-FD7E-72BC-C364FE113605}"/>
          </ac:spMkLst>
        </pc:spChg>
      </pc:sldChg>
      <pc:sldChg chg="addSp modSp mod ord">
        <pc:chgData name="Camilla Cicatello" userId="749529ea-be00-4511-aacd-f75af8aa7456" providerId="ADAL" clId="{BFEF13C7-AE82-55EC-B497-93163670560D}" dt="2025-11-21T06:55:15.317" v="1164" actId="2"/>
        <pc:sldMkLst>
          <pc:docMk/>
          <pc:sldMk cId="3575360584" sldId="3933"/>
        </pc:sldMkLst>
        <pc:spChg chg="add mod">
          <ac:chgData name="Camilla Cicatello" userId="749529ea-be00-4511-aacd-f75af8aa7456" providerId="ADAL" clId="{BFEF13C7-AE82-55EC-B497-93163670560D}" dt="2025-11-19T09:29:08.465" v="768" actId="207"/>
          <ac:spMkLst>
            <pc:docMk/>
            <pc:sldMk cId="3575360584" sldId="3933"/>
            <ac:spMk id="2" creationId="{EF43AC07-946E-A38E-0E7E-6ED59E46BB1E}"/>
          </ac:spMkLst>
        </pc:spChg>
        <pc:spChg chg="mod">
          <ac:chgData name="Camilla Cicatello" userId="749529ea-be00-4511-aacd-f75af8aa7456" providerId="ADAL" clId="{BFEF13C7-AE82-55EC-B497-93163670560D}" dt="2025-11-21T06:55:15.317" v="1164" actId="2"/>
          <ac:spMkLst>
            <pc:docMk/>
            <pc:sldMk cId="3575360584" sldId="3933"/>
            <ac:spMk id="3" creationId="{1A237854-22C1-170D-E7ED-00F427B92B70}"/>
          </ac:spMkLst>
        </pc:spChg>
        <pc:spChg chg="add mod">
          <ac:chgData name="Camilla Cicatello" userId="749529ea-be00-4511-aacd-f75af8aa7456" providerId="ADAL" clId="{BFEF13C7-AE82-55EC-B497-93163670560D}" dt="2025-11-19T09:32:27.371" v="852" actId="207"/>
          <ac:spMkLst>
            <pc:docMk/>
            <pc:sldMk cId="3575360584" sldId="3933"/>
            <ac:spMk id="9" creationId="{EF4588D5-3C20-A2E9-0717-F1C2086980C8}"/>
          </ac:spMkLst>
        </pc:spChg>
        <pc:spChg chg="add mod">
          <ac:chgData name="Camilla Cicatello" userId="749529ea-be00-4511-aacd-f75af8aa7456" providerId="ADAL" clId="{BFEF13C7-AE82-55EC-B497-93163670560D}" dt="2025-11-19T09:32:13.165" v="850" actId="207"/>
          <ac:spMkLst>
            <pc:docMk/>
            <pc:sldMk cId="3575360584" sldId="3933"/>
            <ac:spMk id="10" creationId="{D38DA4C0-0DCA-1293-C6A0-30F53F3C60DC}"/>
          </ac:spMkLst>
        </pc:spChg>
        <pc:spChg chg="add mod">
          <ac:chgData name="Camilla Cicatello" userId="749529ea-be00-4511-aacd-f75af8aa7456" providerId="ADAL" clId="{BFEF13C7-AE82-55EC-B497-93163670560D}" dt="2025-11-19T09:32:16.172" v="851" actId="207"/>
          <ac:spMkLst>
            <pc:docMk/>
            <pc:sldMk cId="3575360584" sldId="3933"/>
            <ac:spMk id="11" creationId="{D38BAE4E-00DC-5020-1ACA-B8F05DB4FC50}"/>
          </ac:spMkLst>
        </pc:spChg>
        <pc:spChg chg="mod">
          <ac:chgData name="Camilla Cicatello" userId="749529ea-be00-4511-aacd-f75af8aa7456" providerId="ADAL" clId="{BFEF13C7-AE82-55EC-B497-93163670560D}" dt="2025-11-19T09:13:49.515" v="711" actId="20577"/>
          <ac:spMkLst>
            <pc:docMk/>
            <pc:sldMk cId="3575360584" sldId="3933"/>
            <ac:spMk id="28" creationId="{EF462A49-5158-5671-8EE8-DD6DEA37E406}"/>
          </ac:spMkLst>
        </pc:spChg>
        <pc:graphicFrameChg chg="modGraphic">
          <ac:chgData name="Camilla Cicatello" userId="749529ea-be00-4511-aacd-f75af8aa7456" providerId="ADAL" clId="{BFEF13C7-AE82-55EC-B497-93163670560D}" dt="2025-11-19T10:38:47.907" v="1038" actId="20577"/>
          <ac:graphicFrameMkLst>
            <pc:docMk/>
            <pc:sldMk cId="3575360584" sldId="3933"/>
            <ac:graphicFrameMk id="4" creationId="{456FEF3A-2A75-164C-1C36-09DF1184676E}"/>
          </ac:graphicFrameMkLst>
        </pc:graphicFrameChg>
      </pc:sldChg>
      <pc:sldChg chg="addSp modSp mod">
        <pc:chgData name="Camilla Cicatello" userId="749529ea-be00-4511-aacd-f75af8aa7456" providerId="ADAL" clId="{BFEF13C7-AE82-55EC-B497-93163670560D}" dt="2025-11-21T09:24:15.501" v="1487" actId="12"/>
        <pc:sldMkLst>
          <pc:docMk/>
          <pc:sldMk cId="3656680631" sldId="3936"/>
        </pc:sldMkLst>
        <pc:spChg chg="mod">
          <ac:chgData name="Camilla Cicatello" userId="749529ea-be00-4511-aacd-f75af8aa7456" providerId="ADAL" clId="{BFEF13C7-AE82-55EC-B497-93163670560D}" dt="2025-11-19T09:53:01.858" v="983" actId="113"/>
          <ac:spMkLst>
            <pc:docMk/>
            <pc:sldMk cId="3656680631" sldId="3936"/>
            <ac:spMk id="16" creationId="{B02E0077-E9DC-08AE-E543-35889E984039}"/>
          </ac:spMkLst>
        </pc:spChg>
        <pc:spChg chg="mod">
          <ac:chgData name="Camilla Cicatello" userId="749529ea-be00-4511-aacd-f75af8aa7456" providerId="ADAL" clId="{BFEF13C7-AE82-55EC-B497-93163670560D}" dt="2025-11-21T09:23:52.407" v="1479"/>
          <ac:spMkLst>
            <pc:docMk/>
            <pc:sldMk cId="3656680631" sldId="3936"/>
            <ac:spMk id="39" creationId="{74038F5A-8E03-6B37-9E36-814CEAE15A8D}"/>
          </ac:spMkLst>
        </pc:spChg>
        <pc:spChg chg="mod">
          <ac:chgData name="Camilla Cicatello" userId="749529ea-be00-4511-aacd-f75af8aa7456" providerId="ADAL" clId="{BFEF13C7-AE82-55EC-B497-93163670560D}" dt="2025-11-21T09:24:15.501" v="1487" actId="12"/>
          <ac:spMkLst>
            <pc:docMk/>
            <pc:sldMk cId="3656680631" sldId="3936"/>
            <ac:spMk id="40" creationId="{52E7177E-997C-102A-EF88-9E1BC9E83305}"/>
          </ac:spMkLst>
        </pc:spChg>
        <pc:grpChg chg="mod">
          <ac:chgData name="Camilla Cicatello" userId="749529ea-be00-4511-aacd-f75af8aa7456" providerId="ADAL" clId="{BFEF13C7-AE82-55EC-B497-93163670560D}" dt="2025-11-21T09:23:52.407" v="1479"/>
          <ac:grpSpMkLst>
            <pc:docMk/>
            <pc:sldMk cId="3656680631" sldId="3936"/>
            <ac:grpSpMk id="38" creationId="{7FC0AA99-AB61-ED98-D4CB-5B9FEA4E5B6F}"/>
          </ac:grpSpMkLst>
        </pc:grpChg>
      </pc:sldChg>
      <pc:sldChg chg="modSp mod">
        <pc:chgData name="Camilla Cicatello" userId="749529ea-be00-4511-aacd-f75af8aa7456" providerId="ADAL" clId="{BFEF13C7-AE82-55EC-B497-93163670560D}" dt="2025-11-21T09:27:34.537" v="1505" actId="14100"/>
        <pc:sldMkLst>
          <pc:docMk/>
          <pc:sldMk cId="206386329" sldId="3937"/>
        </pc:sldMkLst>
        <pc:spChg chg="mod">
          <ac:chgData name="Camilla Cicatello" userId="749529ea-be00-4511-aacd-f75af8aa7456" providerId="ADAL" clId="{BFEF13C7-AE82-55EC-B497-93163670560D}" dt="2025-11-21T09:27:34.537" v="1505" actId="14100"/>
          <ac:spMkLst>
            <pc:docMk/>
            <pc:sldMk cId="206386329" sldId="3937"/>
            <ac:spMk id="4" creationId="{740E98F6-9251-D70D-8A72-2DA0F0A18E04}"/>
          </ac:spMkLst>
        </pc:spChg>
        <pc:spChg chg="mod">
          <ac:chgData name="Camilla Cicatello" userId="749529ea-be00-4511-aacd-f75af8aa7456" providerId="ADAL" clId="{BFEF13C7-AE82-55EC-B497-93163670560D}" dt="2025-11-21T09:27:31.536" v="1504" actId="1076"/>
          <ac:spMkLst>
            <pc:docMk/>
            <pc:sldMk cId="206386329" sldId="3937"/>
            <ac:spMk id="7" creationId="{3EB76B9D-E6A9-B114-36C5-9BE04F4438AA}"/>
          </ac:spMkLst>
        </pc:spChg>
        <pc:spChg chg="mod">
          <ac:chgData name="Camilla Cicatello" userId="749529ea-be00-4511-aacd-f75af8aa7456" providerId="ADAL" clId="{BFEF13C7-AE82-55EC-B497-93163670560D}" dt="2025-11-21T06:55:21.852" v="1165" actId="2"/>
          <ac:spMkLst>
            <pc:docMk/>
            <pc:sldMk cId="206386329" sldId="3937"/>
            <ac:spMk id="10" creationId="{96DA19EA-F246-9E72-A61F-3E554DF05C95}"/>
          </ac:spMkLst>
        </pc:spChg>
        <pc:grpChg chg="mod">
          <ac:chgData name="Camilla Cicatello" userId="749529ea-be00-4511-aacd-f75af8aa7456" providerId="ADAL" clId="{BFEF13C7-AE82-55EC-B497-93163670560D}" dt="2025-11-21T09:26:40.676" v="1494"/>
          <ac:grpSpMkLst>
            <pc:docMk/>
            <pc:sldMk cId="206386329" sldId="3937"/>
            <ac:grpSpMk id="8" creationId="{2EE33642-E64E-EAFB-D091-55A8BC02EAB2}"/>
          </ac:grpSpMkLst>
        </pc:grpChg>
      </pc:sldChg>
      <pc:sldChg chg="modSp mod">
        <pc:chgData name="Camilla Cicatello" userId="749529ea-be00-4511-aacd-f75af8aa7456" providerId="ADAL" clId="{BFEF13C7-AE82-55EC-B497-93163670560D}" dt="2025-11-21T09:29:36.258" v="1510" actId="11"/>
        <pc:sldMkLst>
          <pc:docMk/>
          <pc:sldMk cId="2888059715" sldId="3939"/>
        </pc:sldMkLst>
        <pc:spChg chg="mod">
          <ac:chgData name="Camilla Cicatello" userId="749529ea-be00-4511-aacd-f75af8aa7456" providerId="ADAL" clId="{BFEF13C7-AE82-55EC-B497-93163670560D}" dt="2025-11-21T09:29:36.258" v="1510" actId="11"/>
          <ac:spMkLst>
            <pc:docMk/>
            <pc:sldMk cId="2888059715" sldId="3939"/>
            <ac:spMk id="9" creationId="{B356F12D-649C-C6C9-9027-2CD47970414E}"/>
          </ac:spMkLst>
        </pc:spChg>
      </pc:sldChg>
      <pc:sldChg chg="modSp mod modCm">
        <pc:chgData name="Camilla Cicatello" userId="749529ea-be00-4511-aacd-f75af8aa7456" providerId="ADAL" clId="{BFEF13C7-AE82-55EC-B497-93163670560D}" dt="2025-11-21T09:30:23.577" v="1516" actId="12"/>
        <pc:sldMkLst>
          <pc:docMk/>
          <pc:sldMk cId="3829318299" sldId="3940"/>
        </pc:sldMkLst>
        <pc:spChg chg="mod">
          <ac:chgData name="Camilla Cicatello" userId="749529ea-be00-4511-aacd-f75af8aa7456" providerId="ADAL" clId="{BFEF13C7-AE82-55EC-B497-93163670560D}" dt="2025-11-21T09:30:23.577" v="1516" actId="12"/>
          <ac:spMkLst>
            <pc:docMk/>
            <pc:sldMk cId="3829318299" sldId="3940"/>
            <ac:spMk id="6" creationId="{466AA917-4106-F99B-E0C2-3088B96444E2}"/>
          </ac:spMkLst>
        </pc:spChg>
        <pc:extLst>
          <p:ext xmlns:p="http://schemas.openxmlformats.org/presentationml/2006/main" uri="{D6D511B9-2390-475A-947B-AFAB55BFBCF1}">
            <pc226:cmChg xmlns:pc226="http://schemas.microsoft.com/office/powerpoint/2022/06/main/command" chg="mod">
              <pc226:chgData name="Camilla Cicatello" userId="749529ea-be00-4511-aacd-f75af8aa7456" providerId="ADAL" clId="{BFEF13C7-AE82-55EC-B497-93163670560D}" dt="2025-11-21T09:30:14.064" v="1512" actId="20577"/>
              <pc2:cmMkLst xmlns:pc2="http://schemas.microsoft.com/office/powerpoint/2019/9/main/command">
                <pc:docMk/>
                <pc:sldMk cId="3829318299" sldId="3940"/>
                <pc2:cmMk id="{9E60575A-FD27-4B41-948A-4D9D0A29E1A8}"/>
              </pc2:cmMkLst>
            </pc226:cmChg>
          </p:ext>
        </pc:extLst>
      </pc:sldChg>
      <pc:sldChg chg="modSp">
        <pc:chgData name="Camilla Cicatello" userId="749529ea-be00-4511-aacd-f75af8aa7456" providerId="ADAL" clId="{BFEF13C7-AE82-55EC-B497-93163670560D}" dt="2025-11-21T06:55:33.535" v="1167" actId="20578"/>
        <pc:sldMkLst>
          <pc:docMk/>
          <pc:sldMk cId="1544136795" sldId="3943"/>
        </pc:sldMkLst>
        <pc:spChg chg="mod">
          <ac:chgData name="Camilla Cicatello" userId="749529ea-be00-4511-aacd-f75af8aa7456" providerId="ADAL" clId="{BFEF13C7-AE82-55EC-B497-93163670560D}" dt="2025-11-21T06:55:33.535" v="1167" actId="20578"/>
          <ac:spMkLst>
            <pc:docMk/>
            <pc:sldMk cId="1544136795" sldId="3943"/>
            <ac:spMk id="7" creationId="{703B6D98-19EA-0495-17E7-305B90972337}"/>
          </ac:spMkLst>
        </pc:spChg>
      </pc:sldChg>
      <pc:sldChg chg="addSp delSp modSp mod">
        <pc:chgData name="Camilla Cicatello" userId="749529ea-be00-4511-aacd-f75af8aa7456" providerId="ADAL" clId="{BFEF13C7-AE82-55EC-B497-93163670560D}" dt="2025-11-21T07:34:42.922" v="1470" actId="20577"/>
        <pc:sldMkLst>
          <pc:docMk/>
          <pc:sldMk cId="2288541138" sldId="3946"/>
        </pc:sldMkLst>
        <pc:spChg chg="mod">
          <ac:chgData name="Camilla Cicatello" userId="749529ea-be00-4511-aacd-f75af8aa7456" providerId="ADAL" clId="{BFEF13C7-AE82-55EC-B497-93163670560D}" dt="2025-11-21T07:34:42.922" v="1470" actId="20577"/>
          <ac:spMkLst>
            <pc:docMk/>
            <pc:sldMk cId="2288541138" sldId="3946"/>
            <ac:spMk id="3" creationId="{F7E80226-7402-89E5-C56C-95F776C836A7}"/>
          </ac:spMkLst>
        </pc:spChg>
        <pc:graphicFrameChg chg="add mod">
          <ac:chgData name="Camilla Cicatello" userId="749529ea-be00-4511-aacd-f75af8aa7456" providerId="ADAL" clId="{BFEF13C7-AE82-55EC-B497-93163670560D}" dt="2025-11-21T07:34:35.271" v="1469" actId="20577"/>
          <ac:graphicFrameMkLst>
            <pc:docMk/>
            <pc:sldMk cId="2288541138" sldId="3946"/>
            <ac:graphicFrameMk id="2" creationId="{B27C332C-E80C-9FC9-FE0E-B39D3428C0DF}"/>
          </ac:graphicFrameMkLst>
        </pc:graphicFrameChg>
      </pc:sldChg>
      <pc:sldChg chg="addSp delSp modSp mod">
        <pc:chgData name="Camilla Cicatello" userId="749529ea-be00-4511-aacd-f75af8aa7456" providerId="ADAL" clId="{BFEF13C7-AE82-55EC-B497-93163670560D}" dt="2025-11-21T07:25:37.754" v="1430" actId="478"/>
        <pc:sldMkLst>
          <pc:docMk/>
          <pc:sldMk cId="3532742810" sldId="3948"/>
        </pc:sldMkLst>
        <pc:spChg chg="mod">
          <ac:chgData name="Camilla Cicatello" userId="749529ea-be00-4511-aacd-f75af8aa7456" providerId="ADAL" clId="{BFEF13C7-AE82-55EC-B497-93163670560D}" dt="2025-11-21T07:12:24.592" v="1261" actId="20577"/>
          <ac:spMkLst>
            <pc:docMk/>
            <pc:sldMk cId="3532742810" sldId="3948"/>
            <ac:spMk id="3" creationId="{0BA9E3B3-EA13-BF02-753B-69F758BC3D4F}"/>
          </ac:spMkLst>
        </pc:spChg>
        <pc:graphicFrameChg chg="add mod">
          <ac:chgData name="Camilla Cicatello" userId="749529ea-be00-4511-aacd-f75af8aa7456" providerId="ADAL" clId="{BFEF13C7-AE82-55EC-B497-93163670560D}" dt="2025-11-21T07:25:31.250" v="1425" actId="14100"/>
          <ac:graphicFrameMkLst>
            <pc:docMk/>
            <pc:sldMk cId="3532742810" sldId="3948"/>
            <ac:graphicFrameMk id="2" creationId="{F04AA662-8CED-71BA-0FE5-56E43A6751D0}"/>
          </ac:graphicFrameMkLst>
        </pc:graphicFrameChg>
      </pc:sldChg>
    </pc:docChg>
  </pc:docChgLst>
  <pc:docChgLst>
    <pc:chgData name="Camilla Cicatello" userId="S::camilla.cicatello@xbiglylabs.co.za::749529ea-be00-4511-aacd-f75af8aa7456" providerId="AD" clId="Web-{4A934527-9B3C-DBAE-5A7B-17E51285B95B}"/>
    <pc:docChg chg="addSld delSld modSld sldOrd">
      <pc:chgData name="Camilla Cicatello" userId="S::camilla.cicatello@xbiglylabs.co.za::749529ea-be00-4511-aacd-f75af8aa7456" providerId="AD" clId="Web-{4A934527-9B3C-DBAE-5A7B-17E51285B95B}" dt="2025-11-18T13:05:24.440" v="627"/>
      <pc:docMkLst>
        <pc:docMk/>
      </pc:docMkLst>
      <pc:sldChg chg="modSp">
        <pc:chgData name="Camilla Cicatello" userId="S::camilla.cicatello@xbiglylabs.co.za::749529ea-be00-4511-aacd-f75af8aa7456" providerId="AD" clId="Web-{4A934527-9B3C-DBAE-5A7B-17E51285B95B}" dt="2025-11-18T13:04:56.189" v="626" actId="20577"/>
        <pc:sldMkLst>
          <pc:docMk/>
          <pc:sldMk cId="1210014316" sldId="3877"/>
        </pc:sldMkLst>
        <pc:spChg chg="mod">
          <ac:chgData name="Camilla Cicatello" userId="S::camilla.cicatello@xbiglylabs.co.za::749529ea-be00-4511-aacd-f75af8aa7456" providerId="AD" clId="Web-{4A934527-9B3C-DBAE-5A7B-17E51285B95B}" dt="2025-11-18T13:04:56.189" v="626" actId="20577"/>
          <ac:spMkLst>
            <pc:docMk/>
            <pc:sldMk cId="1210014316" sldId="3877"/>
            <ac:spMk id="10" creationId="{D3850A80-20A2-CC04-0C84-770477867C14}"/>
          </ac:spMkLst>
        </pc:spChg>
      </pc:sldChg>
      <pc:sldChg chg="modSp">
        <pc:chgData name="Camilla Cicatello" userId="S::camilla.cicatello@xbiglylabs.co.za::749529ea-be00-4511-aacd-f75af8aa7456" providerId="AD" clId="Web-{4A934527-9B3C-DBAE-5A7B-17E51285B95B}" dt="2025-11-18T12:55:53.437" v="556" actId="20577"/>
        <pc:sldMkLst>
          <pc:docMk/>
          <pc:sldMk cId="1333091832" sldId="3879"/>
        </pc:sldMkLst>
        <pc:spChg chg="mod">
          <ac:chgData name="Camilla Cicatello" userId="S::camilla.cicatello@xbiglylabs.co.za::749529ea-be00-4511-aacd-f75af8aa7456" providerId="AD" clId="Web-{4A934527-9B3C-DBAE-5A7B-17E51285B95B}" dt="2025-11-18T12:55:53.437" v="556" actId="20577"/>
          <ac:spMkLst>
            <pc:docMk/>
            <pc:sldMk cId="1333091832" sldId="3879"/>
            <ac:spMk id="7" creationId="{0F572B27-EC13-B452-954D-96CD6A25FDDE}"/>
          </ac:spMkLst>
        </pc:spChg>
      </pc:sldChg>
      <pc:sldChg chg="modSp">
        <pc:chgData name="Camilla Cicatello" userId="S::camilla.cicatello@xbiglylabs.co.za::749529ea-be00-4511-aacd-f75af8aa7456" providerId="AD" clId="Web-{4A934527-9B3C-DBAE-5A7B-17E51285B95B}" dt="2025-11-18T12:20:45.873" v="128" actId="20577"/>
        <pc:sldMkLst>
          <pc:docMk/>
          <pc:sldMk cId="2796842208" sldId="3911"/>
        </pc:sldMkLst>
        <pc:spChg chg="mod">
          <ac:chgData name="Camilla Cicatello" userId="S::camilla.cicatello@xbiglylabs.co.za::749529ea-be00-4511-aacd-f75af8aa7456" providerId="AD" clId="Web-{4A934527-9B3C-DBAE-5A7B-17E51285B95B}" dt="2025-11-18T12:20:45.873" v="128" actId="20577"/>
          <ac:spMkLst>
            <pc:docMk/>
            <pc:sldMk cId="2796842208" sldId="3911"/>
            <ac:spMk id="3" creationId="{C02DD366-2F39-E291-7F51-021434797B6C}"/>
          </ac:spMkLst>
        </pc:spChg>
      </pc:sldChg>
      <pc:sldChg chg="modSp">
        <pc:chgData name="Camilla Cicatello" userId="S::camilla.cicatello@xbiglylabs.co.za::749529ea-be00-4511-aacd-f75af8aa7456" providerId="AD" clId="Web-{4A934527-9B3C-DBAE-5A7B-17E51285B95B}" dt="2025-11-18T13:01:06.282" v="624" actId="20577"/>
        <pc:sldMkLst>
          <pc:docMk/>
          <pc:sldMk cId="1982263905" sldId="3912"/>
        </pc:sldMkLst>
        <pc:spChg chg="mod">
          <ac:chgData name="Camilla Cicatello" userId="S::camilla.cicatello@xbiglylabs.co.za::749529ea-be00-4511-aacd-f75af8aa7456" providerId="AD" clId="Web-{4A934527-9B3C-DBAE-5A7B-17E51285B95B}" dt="2025-11-18T13:01:06.282" v="624" actId="20577"/>
          <ac:spMkLst>
            <pc:docMk/>
            <pc:sldMk cId="1982263905" sldId="3912"/>
            <ac:spMk id="28" creationId="{A3C58E28-D6F0-D145-A995-E12E70A99687}"/>
          </ac:spMkLst>
        </pc:spChg>
      </pc:sldChg>
      <pc:sldChg chg="modSp">
        <pc:chgData name="Camilla Cicatello" userId="S::camilla.cicatello@xbiglylabs.co.za::749529ea-be00-4511-aacd-f75af8aa7456" providerId="AD" clId="Web-{4A934527-9B3C-DBAE-5A7B-17E51285B95B}" dt="2025-11-18T12:56:26.734" v="573" actId="20577"/>
        <pc:sldMkLst>
          <pc:docMk/>
          <pc:sldMk cId="116292216" sldId="3918"/>
        </pc:sldMkLst>
        <pc:spChg chg="mod">
          <ac:chgData name="Camilla Cicatello" userId="S::camilla.cicatello@xbiglylabs.co.za::749529ea-be00-4511-aacd-f75af8aa7456" providerId="AD" clId="Web-{4A934527-9B3C-DBAE-5A7B-17E51285B95B}" dt="2025-11-18T12:56:26.734" v="573" actId="20577"/>
          <ac:spMkLst>
            <pc:docMk/>
            <pc:sldMk cId="116292216" sldId="3918"/>
            <ac:spMk id="2" creationId="{7F0498B4-7D02-8060-D7F6-9AE244D911B3}"/>
          </ac:spMkLst>
        </pc:spChg>
      </pc:sldChg>
      <pc:sldChg chg="modSp">
        <pc:chgData name="Camilla Cicatello" userId="S::camilla.cicatello@xbiglylabs.co.za::749529ea-be00-4511-aacd-f75af8aa7456" providerId="AD" clId="Web-{4A934527-9B3C-DBAE-5A7B-17E51285B95B}" dt="2025-11-18T12:55:49.468" v="553" actId="20577"/>
        <pc:sldMkLst>
          <pc:docMk/>
          <pc:sldMk cId="56742250" sldId="3919"/>
        </pc:sldMkLst>
        <pc:spChg chg="mod">
          <ac:chgData name="Camilla Cicatello" userId="S::camilla.cicatello@xbiglylabs.co.za::749529ea-be00-4511-aacd-f75af8aa7456" providerId="AD" clId="Web-{4A934527-9B3C-DBAE-5A7B-17E51285B95B}" dt="2025-11-18T12:55:49.468" v="553" actId="20577"/>
          <ac:spMkLst>
            <pc:docMk/>
            <pc:sldMk cId="56742250" sldId="3919"/>
            <ac:spMk id="3" creationId="{8F787FF7-A3CE-91A8-DBDD-0C6834A872BD}"/>
          </ac:spMkLst>
        </pc:spChg>
      </pc:sldChg>
      <pc:sldChg chg="addSp delSp modSp">
        <pc:chgData name="Camilla Cicatello" userId="S::camilla.cicatello@xbiglylabs.co.za::749529ea-be00-4511-aacd-f75af8aa7456" providerId="AD" clId="Web-{4A934527-9B3C-DBAE-5A7B-17E51285B95B}" dt="2025-11-18T11:53:32.801" v="90" actId="20577"/>
        <pc:sldMkLst>
          <pc:docMk/>
          <pc:sldMk cId="1718591236" sldId="3920"/>
        </pc:sldMkLst>
        <pc:spChg chg="mod">
          <ac:chgData name="Camilla Cicatello" userId="S::camilla.cicatello@xbiglylabs.co.za::749529ea-be00-4511-aacd-f75af8aa7456" providerId="AD" clId="Web-{4A934527-9B3C-DBAE-5A7B-17E51285B95B}" dt="2025-11-18T11:53:05.394" v="55" actId="20577"/>
          <ac:spMkLst>
            <pc:docMk/>
            <pc:sldMk cId="1718591236" sldId="3920"/>
            <ac:spMk id="3" creationId="{A022C4CC-8EB0-5374-8FBE-8C80CFD31657}"/>
          </ac:spMkLst>
        </pc:spChg>
        <pc:spChg chg="mod">
          <ac:chgData name="Camilla Cicatello" userId="S::camilla.cicatello@xbiglylabs.co.za::749529ea-be00-4511-aacd-f75af8aa7456" providerId="AD" clId="Web-{4A934527-9B3C-DBAE-5A7B-17E51285B95B}" dt="2025-11-18T11:53:32.801" v="90" actId="20577"/>
          <ac:spMkLst>
            <pc:docMk/>
            <pc:sldMk cId="1718591236" sldId="3920"/>
            <ac:spMk id="136" creationId="{47B52998-D635-2C12-746B-47C64CC51C55}"/>
          </ac:spMkLst>
        </pc:spChg>
      </pc:sldChg>
      <pc:sldChg chg="addSp delSp modSp">
        <pc:chgData name="Camilla Cicatello" userId="S::camilla.cicatello@xbiglylabs.co.za::749529ea-be00-4511-aacd-f75af8aa7456" providerId="AD" clId="Web-{4A934527-9B3C-DBAE-5A7B-17E51285B95B}" dt="2025-11-18T12:54:41.343" v="528" actId="20577"/>
        <pc:sldMkLst>
          <pc:docMk/>
          <pc:sldMk cId="3317723970" sldId="3923"/>
        </pc:sldMkLst>
        <pc:spChg chg="add mod">
          <ac:chgData name="Camilla Cicatello" userId="S::camilla.cicatello@xbiglylabs.co.za::749529ea-be00-4511-aacd-f75af8aa7456" providerId="AD" clId="Web-{4A934527-9B3C-DBAE-5A7B-17E51285B95B}" dt="2025-11-18T12:54:41.343" v="528" actId="20577"/>
          <ac:spMkLst>
            <pc:docMk/>
            <pc:sldMk cId="3317723970" sldId="3923"/>
            <ac:spMk id="4" creationId="{A3F957A4-A0BF-3182-C936-EF91FFEDD16A}"/>
          </ac:spMkLst>
        </pc:spChg>
      </pc:sldChg>
      <pc:sldChg chg="addSp delSp modSp add replId">
        <pc:chgData name="Camilla Cicatello" userId="S::camilla.cicatello@xbiglylabs.co.za::749529ea-be00-4511-aacd-f75af8aa7456" providerId="AD" clId="Web-{4A934527-9B3C-DBAE-5A7B-17E51285B95B}" dt="2025-11-18T12:55:21.531" v="546" actId="20577"/>
        <pc:sldMkLst>
          <pc:docMk/>
          <pc:sldMk cId="2693037217" sldId="3925"/>
        </pc:sldMkLst>
        <pc:spChg chg="mod">
          <ac:chgData name="Camilla Cicatello" userId="S::camilla.cicatello@xbiglylabs.co.za::749529ea-be00-4511-aacd-f75af8aa7456" providerId="AD" clId="Web-{4A934527-9B3C-DBAE-5A7B-17E51285B95B}" dt="2025-11-18T12:55:21.531" v="546" actId="20577"/>
          <ac:spMkLst>
            <pc:docMk/>
            <pc:sldMk cId="2693037217" sldId="3925"/>
            <ac:spMk id="4" creationId="{78264D91-2535-79D1-4C85-6BEC00DB285F}"/>
          </ac:spMkLst>
        </pc:spChg>
        <pc:spChg chg="add">
          <ac:chgData name="Camilla Cicatello" userId="S::camilla.cicatello@xbiglylabs.co.za::749529ea-be00-4511-aacd-f75af8aa7456" providerId="AD" clId="Web-{4A934527-9B3C-DBAE-5A7B-17E51285B95B}" dt="2025-11-18T12:21:54.217" v="151"/>
          <ac:spMkLst>
            <pc:docMk/>
            <pc:sldMk cId="2693037217" sldId="3925"/>
            <ac:spMk id="6" creationId="{172BFE04-E791-FD7E-72BC-C364FE113605}"/>
          </ac:spMkLst>
        </pc:spChg>
        <pc:spChg chg="mod">
          <ac:chgData name="Camilla Cicatello" userId="S::camilla.cicatello@xbiglylabs.co.za::749529ea-be00-4511-aacd-f75af8aa7456" providerId="AD" clId="Web-{4A934527-9B3C-DBAE-5A7B-17E51285B95B}" dt="2025-11-18T12:55:20.093" v="544" actId="20577"/>
          <ac:spMkLst>
            <pc:docMk/>
            <pc:sldMk cId="2693037217" sldId="3925"/>
            <ac:spMk id="15" creationId="{F671B4FE-52F9-A89C-236D-B56329D9DEB8}"/>
          </ac:spMkLst>
        </pc:spChg>
        <pc:spChg chg="mod">
          <ac:chgData name="Camilla Cicatello" userId="S::camilla.cicatello@xbiglylabs.co.za::749529ea-be00-4511-aacd-f75af8aa7456" providerId="AD" clId="Web-{4A934527-9B3C-DBAE-5A7B-17E51285B95B}" dt="2025-11-18T12:27:07.702" v="273" actId="20577"/>
          <ac:spMkLst>
            <pc:docMk/>
            <pc:sldMk cId="2693037217" sldId="3925"/>
            <ac:spMk id="43" creationId="{899EDEFE-2E8B-88A4-5E29-D021E55A1754}"/>
          </ac:spMkLst>
        </pc:spChg>
        <pc:grpChg chg="mod">
          <ac:chgData name="Camilla Cicatello" userId="S::camilla.cicatello@xbiglylabs.co.za::749529ea-be00-4511-aacd-f75af8aa7456" providerId="AD" clId="Web-{4A934527-9B3C-DBAE-5A7B-17E51285B95B}" dt="2025-11-18T12:25:16.108" v="206" actId="14100"/>
          <ac:grpSpMkLst>
            <pc:docMk/>
            <pc:sldMk cId="2693037217" sldId="3925"/>
            <ac:grpSpMk id="38" creationId="{4917DAE9-F6BC-F073-8A88-FD62116FC0E4}"/>
          </ac:grpSpMkLst>
        </pc:grpChg>
      </pc:sldChg>
      <pc:sldChg chg="addSp delSp modSp add replId">
        <pc:chgData name="Camilla Cicatello" userId="S::camilla.cicatello@xbiglylabs.co.za::749529ea-be00-4511-aacd-f75af8aa7456" providerId="AD" clId="Web-{4A934527-9B3C-DBAE-5A7B-17E51285B95B}" dt="2025-11-18T12:55:10.249" v="538" actId="20577"/>
        <pc:sldMkLst>
          <pc:docMk/>
          <pc:sldMk cId="2385839186" sldId="3926"/>
        </pc:sldMkLst>
        <pc:spChg chg="add mod">
          <ac:chgData name="Camilla Cicatello" userId="S::camilla.cicatello@xbiglylabs.co.za::749529ea-be00-4511-aacd-f75af8aa7456" providerId="AD" clId="Web-{4A934527-9B3C-DBAE-5A7B-17E51285B95B}" dt="2025-11-18T12:55:07.452" v="537" actId="20577"/>
          <ac:spMkLst>
            <pc:docMk/>
            <pc:sldMk cId="2385839186" sldId="3926"/>
            <ac:spMk id="3" creationId="{319AB03E-5A5F-7BC6-E7E0-2B07947B7488}"/>
          </ac:spMkLst>
        </pc:spChg>
        <pc:spChg chg="mod">
          <ac:chgData name="Camilla Cicatello" userId="S::camilla.cicatello@xbiglylabs.co.za::749529ea-be00-4511-aacd-f75af8aa7456" providerId="AD" clId="Web-{4A934527-9B3C-DBAE-5A7B-17E51285B95B}" dt="2025-11-18T12:55:10.249" v="538" actId="20577"/>
          <ac:spMkLst>
            <pc:docMk/>
            <pc:sldMk cId="2385839186" sldId="3926"/>
            <ac:spMk id="15" creationId="{40480098-E187-95FA-6DF3-72DD9E332CA3}"/>
          </ac:spMkLst>
        </pc:spChg>
        <pc:spChg chg="mod">
          <ac:chgData name="Camilla Cicatello" userId="S::camilla.cicatello@xbiglylabs.co.za::749529ea-be00-4511-aacd-f75af8aa7456" providerId="AD" clId="Web-{4A934527-9B3C-DBAE-5A7B-17E51285B95B}" dt="2025-11-18T12:45:45.977" v="423" actId="20577"/>
          <ac:spMkLst>
            <pc:docMk/>
            <pc:sldMk cId="2385839186" sldId="3926"/>
            <ac:spMk id="43" creationId="{712975DC-C144-182F-C882-C4CD0E53B85E}"/>
          </ac:spMkLst>
        </pc:spChg>
        <pc:grpChg chg="mod">
          <ac:chgData name="Camilla Cicatello" userId="S::camilla.cicatello@xbiglylabs.co.za::749529ea-be00-4511-aacd-f75af8aa7456" providerId="AD" clId="Web-{4A934527-9B3C-DBAE-5A7B-17E51285B95B}" dt="2025-11-18T12:45:49.899" v="424" actId="14100"/>
          <ac:grpSpMkLst>
            <pc:docMk/>
            <pc:sldMk cId="2385839186" sldId="3926"/>
            <ac:grpSpMk id="38" creationId="{00816E11-72C4-AB28-2413-44355A4B3929}"/>
          </ac:grpSpMkLst>
        </pc:grpChg>
      </pc:sldChg>
      <pc:sldChg chg="modSp add ord">
        <pc:chgData name="Camilla Cicatello" userId="S::camilla.cicatello@xbiglylabs.co.za::749529ea-be00-4511-aacd-f75af8aa7456" providerId="AD" clId="Web-{4A934527-9B3C-DBAE-5A7B-17E51285B95B}" dt="2025-11-18T12:54:56.952" v="533" actId="20577"/>
        <pc:sldMkLst>
          <pc:docMk/>
          <pc:sldMk cId="4035213039" sldId="3928"/>
        </pc:sldMkLst>
        <pc:spChg chg="mod">
          <ac:chgData name="Camilla Cicatello" userId="S::camilla.cicatello@xbiglylabs.co.za::749529ea-be00-4511-aacd-f75af8aa7456" providerId="AD" clId="Web-{4A934527-9B3C-DBAE-5A7B-17E51285B95B}" dt="2025-11-18T12:54:51.437" v="529" actId="20577"/>
          <ac:spMkLst>
            <pc:docMk/>
            <pc:sldMk cId="4035213039" sldId="3928"/>
            <ac:spMk id="4" creationId="{78264D91-2535-79D1-4C85-6BEC00DB285F}"/>
          </ac:spMkLst>
        </pc:spChg>
        <pc:spChg chg="mod">
          <ac:chgData name="Camilla Cicatello" userId="S::camilla.cicatello@xbiglylabs.co.za::749529ea-be00-4511-aacd-f75af8aa7456" providerId="AD" clId="Web-{4A934527-9B3C-DBAE-5A7B-17E51285B95B}" dt="2025-11-18T12:54:56.952" v="533" actId="20577"/>
          <ac:spMkLst>
            <pc:docMk/>
            <pc:sldMk cId="4035213039" sldId="3928"/>
            <ac:spMk id="15" creationId="{F671B4FE-52F9-A89C-236D-B56329D9DEB8}"/>
          </ac:spMkLst>
        </pc:spChg>
        <pc:spChg chg="mod">
          <ac:chgData name="Camilla Cicatello" userId="S::camilla.cicatello@xbiglylabs.co.za::749529ea-be00-4511-aacd-f75af8aa7456" providerId="AD" clId="Web-{4A934527-9B3C-DBAE-5A7B-17E51285B95B}" dt="2025-11-18T12:52:41.014" v="503" actId="20577"/>
          <ac:spMkLst>
            <pc:docMk/>
            <pc:sldMk cId="4035213039" sldId="3928"/>
            <ac:spMk id="43" creationId="{899EDEFE-2E8B-88A4-5E29-D021E55A1754}"/>
          </ac:spMkLst>
        </pc:spChg>
        <pc:grpChg chg="mod">
          <ac:chgData name="Camilla Cicatello" userId="S::camilla.cicatello@xbiglylabs.co.za::749529ea-be00-4511-aacd-f75af8aa7456" providerId="AD" clId="Web-{4A934527-9B3C-DBAE-5A7B-17E51285B95B}" dt="2025-11-18T12:52:47.217" v="504" actId="14100"/>
          <ac:grpSpMkLst>
            <pc:docMk/>
            <pc:sldMk cId="4035213039" sldId="3928"/>
            <ac:grpSpMk id="38" creationId="{4917DAE9-F6BC-F073-8A88-FD62116FC0E4}"/>
          </ac:grpSpMkLst>
        </pc:grpChg>
      </pc:sldChg>
    </pc:docChg>
  </pc:docChgLst>
  <pc:docChgLst>
    <pc:chgData name="Camilla Cicatello" userId="S::camilla.cicatello@xbiglylabs.co.za::749529ea-be00-4511-aacd-f75af8aa7456" providerId="AD" clId="Web-{A849F895-9D56-9E75-DB4C-86DDCDA487E9}"/>
    <pc:docChg chg="modSld">
      <pc:chgData name="Camilla Cicatello" userId="S::camilla.cicatello@xbiglylabs.co.za::749529ea-be00-4511-aacd-f75af8aa7456" providerId="AD" clId="Web-{A849F895-9D56-9E75-DB4C-86DDCDA487E9}" dt="2025-11-19T09:22:03.446" v="140"/>
      <pc:docMkLst>
        <pc:docMk/>
      </pc:docMkLst>
      <pc:sldChg chg="modSp">
        <pc:chgData name="Camilla Cicatello" userId="S::camilla.cicatello@xbiglylabs.co.za::749529ea-be00-4511-aacd-f75af8aa7456" providerId="AD" clId="Web-{A849F895-9D56-9E75-DB4C-86DDCDA487E9}" dt="2025-11-19T09:10:29.964" v="16" actId="20577"/>
        <pc:sldMkLst>
          <pc:docMk/>
          <pc:sldMk cId="2693037217" sldId="3925"/>
        </pc:sldMkLst>
        <pc:spChg chg="mod">
          <ac:chgData name="Camilla Cicatello" userId="S::camilla.cicatello@xbiglylabs.co.za::749529ea-be00-4511-aacd-f75af8aa7456" providerId="AD" clId="Web-{A849F895-9D56-9E75-DB4C-86DDCDA487E9}" dt="2025-11-19T09:09:54.088" v="13" actId="20577"/>
          <ac:spMkLst>
            <pc:docMk/>
            <pc:sldMk cId="2693037217" sldId="3925"/>
            <ac:spMk id="4" creationId="{78264D91-2535-79D1-4C85-6BEC00DB285F}"/>
          </ac:spMkLst>
        </pc:spChg>
      </pc:sldChg>
      <pc:sldChg chg="addSp delSp modSp">
        <pc:chgData name="Camilla Cicatello" userId="S::camilla.cicatello@xbiglylabs.co.za::749529ea-be00-4511-aacd-f75af8aa7456" providerId="AD" clId="Web-{A849F895-9D56-9E75-DB4C-86DDCDA487E9}" dt="2025-11-19T09:22:03.446" v="140"/>
        <pc:sldMkLst>
          <pc:docMk/>
          <pc:sldMk cId="3575360584" sldId="3933"/>
        </pc:sldMkLst>
        <pc:spChg chg="mod">
          <ac:chgData name="Camilla Cicatello" userId="S::camilla.cicatello@xbiglylabs.co.za::749529ea-be00-4511-aacd-f75af8aa7456" providerId="AD" clId="Web-{A849F895-9D56-9E75-DB4C-86DDCDA487E9}" dt="2025-11-19T09:14:43.171" v="37" actId="20577"/>
          <ac:spMkLst>
            <pc:docMk/>
            <pc:sldMk cId="3575360584" sldId="3933"/>
            <ac:spMk id="3" creationId="{1A237854-22C1-170D-E7ED-00F427B92B70}"/>
          </ac:spMkLst>
        </pc:spChg>
        <pc:graphicFrameChg chg="add mod modGraphic">
          <ac:chgData name="Camilla Cicatello" userId="S::camilla.cicatello@xbiglylabs.co.za::749529ea-be00-4511-aacd-f75af8aa7456" providerId="AD" clId="Web-{A849F895-9D56-9E75-DB4C-86DDCDA487E9}" dt="2025-11-19T09:22:03.446" v="140"/>
          <ac:graphicFrameMkLst>
            <pc:docMk/>
            <pc:sldMk cId="3575360584" sldId="3933"/>
            <ac:graphicFrameMk id="4" creationId="{456FEF3A-2A75-164C-1C36-09DF1184676E}"/>
          </ac:graphicFrameMkLst>
        </pc:graphicFrameChg>
      </pc:sldChg>
    </pc:docChg>
  </pc:docChgLst>
  <pc:docChgLst>
    <pc:chgData name="Camilla Cicatello" userId="S::camilla.cicatello@xbiglylabs.co.za::749529ea-be00-4511-aacd-f75af8aa7456" providerId="AD" clId="Web-{AE4381E7-AE10-3622-E297-A7CCB2879037}"/>
    <pc:docChg chg="addSld delSld modSld sldOrd">
      <pc:chgData name="Camilla Cicatello" userId="S::camilla.cicatello@xbiglylabs.co.za::749529ea-be00-4511-aacd-f75af8aa7456" providerId="AD" clId="Web-{AE4381E7-AE10-3622-E297-A7CCB2879037}" dt="2025-11-20T10:18:39.831" v="198" actId="20577"/>
      <pc:docMkLst>
        <pc:docMk/>
      </pc:docMkLst>
      <pc:sldChg chg="modSp">
        <pc:chgData name="Camilla Cicatello" userId="S::camilla.cicatello@xbiglylabs.co.za::749529ea-be00-4511-aacd-f75af8aa7456" providerId="AD" clId="Web-{AE4381E7-AE10-3622-E297-A7CCB2879037}" dt="2025-11-20T09:46:04.486" v="41" actId="14100"/>
        <pc:sldMkLst>
          <pc:docMk/>
          <pc:sldMk cId="1333091832" sldId="3879"/>
        </pc:sldMkLst>
        <pc:spChg chg="mod">
          <ac:chgData name="Camilla Cicatello" userId="S::camilla.cicatello@xbiglylabs.co.za::749529ea-be00-4511-aacd-f75af8aa7456" providerId="AD" clId="Web-{AE4381E7-AE10-3622-E297-A7CCB2879037}" dt="2025-11-20T09:46:04.486" v="41" actId="14100"/>
          <ac:spMkLst>
            <pc:docMk/>
            <pc:sldMk cId="1333091832" sldId="3879"/>
            <ac:spMk id="7" creationId="{0F572B27-EC13-B452-954D-96CD6A25FDDE}"/>
          </ac:spMkLst>
        </pc:spChg>
      </pc:sldChg>
      <pc:sldChg chg="modSp">
        <pc:chgData name="Camilla Cicatello" userId="S::camilla.cicatello@xbiglylabs.co.za::749529ea-be00-4511-aacd-f75af8aa7456" providerId="AD" clId="Web-{AE4381E7-AE10-3622-E297-A7CCB2879037}" dt="2025-11-20T09:45:23.031" v="37" actId="14100"/>
        <pc:sldMkLst>
          <pc:docMk/>
          <pc:sldMk cId="56742250" sldId="3919"/>
        </pc:sldMkLst>
        <pc:spChg chg="mod">
          <ac:chgData name="Camilla Cicatello" userId="S::camilla.cicatello@xbiglylabs.co.za::749529ea-be00-4511-aacd-f75af8aa7456" providerId="AD" clId="Web-{AE4381E7-AE10-3622-E297-A7CCB2879037}" dt="2025-11-20T09:45:23.031" v="37" actId="14100"/>
          <ac:spMkLst>
            <pc:docMk/>
            <pc:sldMk cId="56742250" sldId="3919"/>
            <ac:spMk id="3" creationId="{8F787FF7-A3CE-91A8-DBDD-0C6834A872BD}"/>
          </ac:spMkLst>
        </pc:spChg>
      </pc:sldChg>
      <pc:sldChg chg="modSp">
        <pc:chgData name="Camilla Cicatello" userId="S::camilla.cicatello@xbiglylabs.co.za::749529ea-be00-4511-aacd-f75af8aa7456" providerId="AD" clId="Web-{AE4381E7-AE10-3622-E297-A7CCB2879037}" dt="2025-11-20T10:13:44.546" v="58" actId="20577"/>
        <pc:sldMkLst>
          <pc:docMk/>
          <pc:sldMk cId="3304717488" sldId="3945"/>
        </pc:sldMkLst>
        <pc:spChg chg="mod">
          <ac:chgData name="Camilla Cicatello" userId="S::camilla.cicatello@xbiglylabs.co.za::749529ea-be00-4511-aacd-f75af8aa7456" providerId="AD" clId="Web-{AE4381E7-AE10-3622-E297-A7CCB2879037}" dt="2025-11-20T10:13:44.546" v="58" actId="20577"/>
          <ac:spMkLst>
            <pc:docMk/>
            <pc:sldMk cId="3304717488" sldId="3945"/>
            <ac:spMk id="4" creationId="{E193C6EB-81F9-17E8-019D-622CEB0D9C28}"/>
          </ac:spMkLst>
        </pc:spChg>
      </pc:sldChg>
      <pc:sldChg chg="modSp ord">
        <pc:chgData name="Camilla Cicatello" userId="S::camilla.cicatello@xbiglylabs.co.za::749529ea-be00-4511-aacd-f75af8aa7456" providerId="AD" clId="Web-{AE4381E7-AE10-3622-E297-A7CCB2879037}" dt="2025-11-20T09:46:01.423" v="40" actId="20577"/>
        <pc:sldMkLst>
          <pc:docMk/>
          <pc:sldMk cId="2288541138" sldId="3946"/>
        </pc:sldMkLst>
        <pc:spChg chg="mod">
          <ac:chgData name="Camilla Cicatello" userId="S::camilla.cicatello@xbiglylabs.co.za::749529ea-be00-4511-aacd-f75af8aa7456" providerId="AD" clId="Web-{AE4381E7-AE10-3622-E297-A7CCB2879037}" dt="2025-11-20T09:46:01.423" v="40" actId="20577"/>
          <ac:spMkLst>
            <pc:docMk/>
            <pc:sldMk cId="2288541138" sldId="3946"/>
            <ac:spMk id="3" creationId="{F7E80226-7402-89E5-C56C-95F776C836A7}"/>
          </ac:spMkLst>
        </pc:spChg>
      </pc:sldChg>
      <pc:sldChg chg="delSp modSp add replId">
        <pc:chgData name="Camilla Cicatello" userId="S::camilla.cicatello@xbiglylabs.co.za::749529ea-be00-4511-aacd-f75af8aa7456" providerId="AD" clId="Web-{AE4381E7-AE10-3622-E297-A7CCB2879037}" dt="2025-11-20T09:44:54.922" v="35" actId="20577"/>
        <pc:sldMkLst>
          <pc:docMk/>
          <pc:sldMk cId="3532742810" sldId="3948"/>
        </pc:sldMkLst>
        <pc:spChg chg="mod">
          <ac:chgData name="Camilla Cicatello" userId="S::camilla.cicatello@xbiglylabs.co.za::749529ea-be00-4511-aacd-f75af8aa7456" providerId="AD" clId="Web-{AE4381E7-AE10-3622-E297-A7CCB2879037}" dt="2025-11-20T09:44:54.922" v="35" actId="20577"/>
          <ac:spMkLst>
            <pc:docMk/>
            <pc:sldMk cId="3532742810" sldId="3948"/>
            <ac:spMk id="3" creationId="{0BA9E3B3-EA13-BF02-753B-69F758BC3D4F}"/>
          </ac:spMkLst>
        </pc:spChg>
      </pc:sldChg>
      <pc:sldChg chg="addSp delSp modSp add replId">
        <pc:chgData name="Camilla Cicatello" userId="S::camilla.cicatello@xbiglylabs.co.za::749529ea-be00-4511-aacd-f75af8aa7456" providerId="AD" clId="Web-{AE4381E7-AE10-3622-E297-A7CCB2879037}" dt="2025-11-20T10:18:39.831" v="198" actId="20577"/>
        <pc:sldMkLst>
          <pc:docMk/>
          <pc:sldMk cId="3678568888" sldId="3949"/>
        </pc:sldMkLst>
        <pc:spChg chg="add mod">
          <ac:chgData name="Camilla Cicatello" userId="S::camilla.cicatello@xbiglylabs.co.za::749529ea-be00-4511-aacd-f75af8aa7456" providerId="AD" clId="Web-{AE4381E7-AE10-3622-E297-A7CCB2879037}" dt="2025-11-20T10:18:39.831" v="198" actId="20577"/>
          <ac:spMkLst>
            <pc:docMk/>
            <pc:sldMk cId="3678568888" sldId="3949"/>
            <ac:spMk id="8" creationId="{CDD64C60-8CAA-C78F-1FEB-D9C02AA17CAB}"/>
          </ac:spMkLst>
        </pc:spChg>
        <pc:spChg chg="mod">
          <ac:chgData name="Camilla Cicatello" userId="S::camilla.cicatello@xbiglylabs.co.za::749529ea-be00-4511-aacd-f75af8aa7456" providerId="AD" clId="Web-{AE4381E7-AE10-3622-E297-A7CCB2879037}" dt="2025-11-20T10:14:28.140" v="74" actId="20577"/>
          <ac:spMkLst>
            <pc:docMk/>
            <pc:sldMk cId="3678568888" sldId="3949"/>
            <ac:spMk id="28" creationId="{D3F80C1E-4DED-16A9-7C8D-9B93A2B98DBC}"/>
          </ac:spMkLst>
        </pc:spChg>
      </pc:sldChg>
    </pc:docChg>
  </pc:docChgLst>
  <pc:docChgLst>
    <pc:chgData name="Camilla Cicatello" userId="S::camilla.cicatello@xbiglylabs.co.za::749529ea-be00-4511-aacd-f75af8aa7456" providerId="AD" clId="Web-{DFCDE9EF-E95E-D557-B3E8-59EB3AF99655}"/>
    <pc:docChg chg="addSld delSld modSld">
      <pc:chgData name="Camilla Cicatello" userId="S::camilla.cicatello@xbiglylabs.co.za::749529ea-be00-4511-aacd-f75af8aa7456" providerId="AD" clId="Web-{DFCDE9EF-E95E-D557-B3E8-59EB3AF99655}" dt="2025-11-21T07:35:54.346" v="309"/>
      <pc:docMkLst>
        <pc:docMk/>
      </pc:docMkLst>
      <pc:sldChg chg="modSp">
        <pc:chgData name="Camilla Cicatello" userId="S::camilla.cicatello@xbiglylabs.co.za::749529ea-be00-4511-aacd-f75af8aa7456" providerId="AD" clId="Web-{DFCDE9EF-E95E-D557-B3E8-59EB3AF99655}" dt="2025-11-21T06:53:50.240" v="291" actId="20577"/>
        <pc:sldMkLst>
          <pc:docMk/>
          <pc:sldMk cId="1210014316" sldId="3877"/>
        </pc:sldMkLst>
        <pc:spChg chg="mod">
          <ac:chgData name="Camilla Cicatello" userId="S::camilla.cicatello@xbiglylabs.co.za::749529ea-be00-4511-aacd-f75af8aa7456" providerId="AD" clId="Web-{DFCDE9EF-E95E-D557-B3E8-59EB3AF99655}" dt="2025-11-21T06:53:50.240" v="291" actId="20577"/>
          <ac:spMkLst>
            <pc:docMk/>
            <pc:sldMk cId="1210014316" sldId="3877"/>
            <ac:spMk id="10" creationId="{D3850A80-20A2-CC04-0C84-770477867C14}"/>
          </ac:spMkLst>
        </pc:spChg>
      </pc:sldChg>
      <pc:sldChg chg="delSp modSp">
        <pc:chgData name="Camilla Cicatello" userId="S::camilla.cicatello@xbiglylabs.co.za::749529ea-be00-4511-aacd-f75af8aa7456" providerId="AD" clId="Web-{DFCDE9EF-E95E-D557-B3E8-59EB3AF99655}" dt="2025-11-20T11:16:52.475" v="190" actId="1076"/>
        <pc:sldMkLst>
          <pc:docMk/>
          <pc:sldMk cId="4035213039" sldId="3928"/>
        </pc:sldMkLst>
        <pc:spChg chg="mod">
          <ac:chgData name="Camilla Cicatello" userId="S::camilla.cicatello@xbiglylabs.co.za::749529ea-be00-4511-aacd-f75af8aa7456" providerId="AD" clId="Web-{DFCDE9EF-E95E-D557-B3E8-59EB3AF99655}" dt="2025-11-20T11:16:44.912" v="187" actId="20577"/>
          <ac:spMkLst>
            <pc:docMk/>
            <pc:sldMk cId="4035213039" sldId="3928"/>
            <ac:spMk id="4" creationId="{78264D91-2535-79D1-4C85-6BEC00DB285F}"/>
          </ac:spMkLst>
        </pc:spChg>
        <pc:spChg chg="mod">
          <ac:chgData name="Camilla Cicatello" userId="S::camilla.cicatello@xbiglylabs.co.za::749529ea-be00-4511-aacd-f75af8aa7456" providerId="AD" clId="Web-{DFCDE9EF-E95E-D557-B3E8-59EB3AF99655}" dt="2025-11-20T11:16:52.475" v="190" actId="1076"/>
          <ac:spMkLst>
            <pc:docMk/>
            <pc:sldMk cId="4035213039" sldId="3928"/>
            <ac:spMk id="43" creationId="{899EDEFE-2E8B-88A4-5E29-D021E55A1754}"/>
          </ac:spMkLst>
        </pc:spChg>
        <pc:grpChg chg="mod">
          <ac:chgData name="Camilla Cicatello" userId="S::camilla.cicatello@xbiglylabs.co.za::749529ea-be00-4511-aacd-f75af8aa7456" providerId="AD" clId="Web-{DFCDE9EF-E95E-D557-B3E8-59EB3AF99655}" dt="2025-11-20T11:16:52.459" v="189" actId="1076"/>
          <ac:grpSpMkLst>
            <pc:docMk/>
            <pc:sldMk cId="4035213039" sldId="3928"/>
            <ac:grpSpMk id="38" creationId="{4917DAE9-F6BC-F073-8A88-FD62116FC0E4}"/>
          </ac:grpSpMkLst>
        </pc:grpChg>
      </pc:sldChg>
      <pc:sldChg chg="modSp">
        <pc:chgData name="Camilla Cicatello" userId="S::camilla.cicatello@xbiglylabs.co.za::749529ea-be00-4511-aacd-f75af8aa7456" providerId="AD" clId="Web-{DFCDE9EF-E95E-D557-B3E8-59EB3AF99655}" dt="2025-11-21T07:35:54.346" v="309"/>
        <pc:sldMkLst>
          <pc:docMk/>
          <pc:sldMk cId="3575360584" sldId="3933"/>
        </pc:sldMkLst>
        <pc:graphicFrameChg chg="modGraphic">
          <ac:chgData name="Camilla Cicatello" userId="S::camilla.cicatello@xbiglylabs.co.za::749529ea-be00-4511-aacd-f75af8aa7456" providerId="AD" clId="Web-{DFCDE9EF-E95E-D557-B3E8-59EB3AF99655}" dt="2025-11-21T07:35:54.346" v="309"/>
          <ac:graphicFrameMkLst>
            <pc:docMk/>
            <pc:sldMk cId="3575360584" sldId="3933"/>
            <ac:graphicFrameMk id="4" creationId="{456FEF3A-2A75-164C-1C36-09DF1184676E}"/>
          </ac:graphicFrameMkLst>
        </pc:graphicFrameChg>
      </pc:sldChg>
      <pc:sldChg chg="modSp">
        <pc:chgData name="Camilla Cicatello" userId="S::camilla.cicatello@xbiglylabs.co.za::749529ea-be00-4511-aacd-f75af8aa7456" providerId="AD" clId="Web-{DFCDE9EF-E95E-D557-B3E8-59EB3AF99655}" dt="2025-11-20T11:09:03.143" v="168" actId="20577"/>
        <pc:sldMkLst>
          <pc:docMk/>
          <pc:sldMk cId="3656680631" sldId="3936"/>
        </pc:sldMkLst>
        <pc:spChg chg="mod">
          <ac:chgData name="Camilla Cicatello" userId="S::camilla.cicatello@xbiglylabs.co.za::749529ea-be00-4511-aacd-f75af8aa7456" providerId="AD" clId="Web-{DFCDE9EF-E95E-D557-B3E8-59EB3AF99655}" dt="2025-11-20T11:09:03.143" v="168" actId="20577"/>
          <ac:spMkLst>
            <pc:docMk/>
            <pc:sldMk cId="3656680631" sldId="3936"/>
            <ac:spMk id="40" creationId="{52E7177E-997C-102A-EF88-9E1BC9E83305}"/>
          </ac:spMkLst>
        </pc:spChg>
      </pc:sldChg>
      <pc:sldChg chg="modSp">
        <pc:chgData name="Camilla Cicatello" userId="S::camilla.cicatello@xbiglylabs.co.za::749529ea-be00-4511-aacd-f75af8aa7456" providerId="AD" clId="Web-{DFCDE9EF-E95E-D557-B3E8-59EB3AF99655}" dt="2025-11-20T11:14:50.769" v="172" actId="20577"/>
        <pc:sldMkLst>
          <pc:docMk/>
          <pc:sldMk cId="206386329" sldId="3937"/>
        </pc:sldMkLst>
        <pc:spChg chg="mod">
          <ac:chgData name="Camilla Cicatello" userId="S::camilla.cicatello@xbiglylabs.co.za::749529ea-be00-4511-aacd-f75af8aa7456" providerId="AD" clId="Web-{DFCDE9EF-E95E-D557-B3E8-59EB3AF99655}" dt="2025-11-20T11:14:50.769" v="172" actId="20577"/>
          <ac:spMkLst>
            <pc:docMk/>
            <pc:sldMk cId="206386329" sldId="3937"/>
            <ac:spMk id="7" creationId="{3EB76B9D-E6A9-B114-36C5-9BE04F4438AA}"/>
          </ac:spMkLst>
        </pc:spChg>
      </pc:sldChg>
      <pc:sldChg chg="modSp">
        <pc:chgData name="Camilla Cicatello" userId="S::camilla.cicatello@xbiglylabs.co.za::749529ea-be00-4511-aacd-f75af8aa7456" providerId="AD" clId="Web-{DFCDE9EF-E95E-D557-B3E8-59EB3AF99655}" dt="2025-11-20T11:18:37.994" v="215" actId="20577"/>
        <pc:sldMkLst>
          <pc:docMk/>
          <pc:sldMk cId="2888059715" sldId="3939"/>
        </pc:sldMkLst>
        <pc:spChg chg="mod">
          <ac:chgData name="Camilla Cicatello" userId="S::camilla.cicatello@xbiglylabs.co.za::749529ea-be00-4511-aacd-f75af8aa7456" providerId="AD" clId="Web-{DFCDE9EF-E95E-D557-B3E8-59EB3AF99655}" dt="2025-11-20T11:18:37.994" v="215" actId="20577"/>
          <ac:spMkLst>
            <pc:docMk/>
            <pc:sldMk cId="2888059715" sldId="3939"/>
            <ac:spMk id="9" creationId="{B356F12D-649C-C6C9-9027-2CD47970414E}"/>
          </ac:spMkLst>
        </pc:spChg>
      </pc:sldChg>
      <pc:sldChg chg="modSp">
        <pc:chgData name="Camilla Cicatello" userId="S::camilla.cicatello@xbiglylabs.co.za::749529ea-be00-4511-aacd-f75af8aa7456" providerId="AD" clId="Web-{DFCDE9EF-E95E-D557-B3E8-59EB3AF99655}" dt="2025-11-20T11:22:48.436" v="241" actId="20577"/>
        <pc:sldMkLst>
          <pc:docMk/>
          <pc:sldMk cId="4066140420" sldId="3941"/>
        </pc:sldMkLst>
        <pc:spChg chg="mod">
          <ac:chgData name="Camilla Cicatello" userId="S::camilla.cicatello@xbiglylabs.co.za::749529ea-be00-4511-aacd-f75af8aa7456" providerId="AD" clId="Web-{DFCDE9EF-E95E-D557-B3E8-59EB3AF99655}" dt="2025-11-20T11:22:48.436" v="241" actId="20577"/>
          <ac:spMkLst>
            <pc:docMk/>
            <pc:sldMk cId="4066140420" sldId="3941"/>
            <ac:spMk id="7" creationId="{B78D72A4-DED7-CD16-821E-4E261279B0D4}"/>
          </ac:spMkLst>
        </pc:spChg>
      </pc:sldChg>
      <pc:sldChg chg="modSp">
        <pc:chgData name="Camilla Cicatello" userId="S::camilla.cicatello@xbiglylabs.co.za::749529ea-be00-4511-aacd-f75af8aa7456" providerId="AD" clId="Web-{DFCDE9EF-E95E-D557-B3E8-59EB3AF99655}" dt="2025-11-21T07:07:44.320" v="308" actId="20577"/>
        <pc:sldMkLst>
          <pc:docMk/>
          <pc:sldMk cId="2288541138" sldId="3946"/>
        </pc:sldMkLst>
        <pc:spChg chg="mod">
          <ac:chgData name="Camilla Cicatello" userId="S::camilla.cicatello@xbiglylabs.co.za::749529ea-be00-4511-aacd-f75af8aa7456" providerId="AD" clId="Web-{DFCDE9EF-E95E-D557-B3E8-59EB3AF99655}" dt="2025-11-21T07:07:44.320" v="308" actId="20577"/>
          <ac:spMkLst>
            <pc:docMk/>
            <pc:sldMk cId="2288541138" sldId="3946"/>
            <ac:spMk id="3" creationId="{F7E80226-7402-89E5-C56C-95F776C836A7}"/>
          </ac:spMkLst>
        </pc:spChg>
      </pc:sldChg>
      <pc:sldChg chg="modSp">
        <pc:chgData name="Camilla Cicatello" userId="S::camilla.cicatello@xbiglylabs.co.za::749529ea-be00-4511-aacd-f75af8aa7456" providerId="AD" clId="Web-{DFCDE9EF-E95E-D557-B3E8-59EB3AF99655}" dt="2025-11-20T10:52:59.950" v="164" actId="20577"/>
        <pc:sldMkLst>
          <pc:docMk/>
          <pc:sldMk cId="3532742810" sldId="3948"/>
        </pc:sldMkLst>
        <pc:spChg chg="mod">
          <ac:chgData name="Camilla Cicatello" userId="S::camilla.cicatello@xbiglylabs.co.za::749529ea-be00-4511-aacd-f75af8aa7456" providerId="AD" clId="Web-{DFCDE9EF-E95E-D557-B3E8-59EB3AF99655}" dt="2025-11-20T10:52:59.950" v="164" actId="20577"/>
          <ac:spMkLst>
            <pc:docMk/>
            <pc:sldMk cId="3532742810" sldId="3948"/>
            <ac:spMk id="3" creationId="{0BA9E3B3-EA13-BF02-753B-69F758BC3D4F}"/>
          </ac:spMkLst>
        </pc:spChg>
      </pc:sldChg>
      <pc:sldChg chg="addSp delSp modSp">
        <pc:chgData name="Camilla Cicatello" userId="S::camilla.cicatello@xbiglylabs.co.za::749529ea-be00-4511-aacd-f75af8aa7456" providerId="AD" clId="Web-{DFCDE9EF-E95E-D557-B3E8-59EB3AF99655}" dt="2025-11-20T10:36:49.332" v="128" actId="20577"/>
        <pc:sldMkLst>
          <pc:docMk/>
          <pc:sldMk cId="3678568888" sldId="3949"/>
        </pc:sldMkLst>
        <pc:spChg chg="add mod">
          <ac:chgData name="Camilla Cicatello" userId="S::camilla.cicatello@xbiglylabs.co.za::749529ea-be00-4511-aacd-f75af8aa7456" providerId="AD" clId="Web-{DFCDE9EF-E95E-D557-B3E8-59EB3AF99655}" dt="2025-11-20T10:36:49.332" v="128" actId="20577"/>
          <ac:spMkLst>
            <pc:docMk/>
            <pc:sldMk cId="3678568888" sldId="3949"/>
            <ac:spMk id="3" creationId="{8DAF5BCC-4E22-2466-71FE-0CB9C8974BB7}"/>
          </ac:spMkLst>
        </pc:spChg>
        <pc:spChg chg="add mod">
          <ac:chgData name="Camilla Cicatello" userId="S::camilla.cicatello@xbiglylabs.co.za::749529ea-be00-4511-aacd-f75af8aa7456" providerId="AD" clId="Web-{DFCDE9EF-E95E-D557-B3E8-59EB3AF99655}" dt="2025-11-20T10:31:36.923" v="53" actId="1076"/>
          <ac:spMkLst>
            <pc:docMk/>
            <pc:sldMk cId="3678568888" sldId="3949"/>
            <ac:spMk id="4" creationId="{D0DAAC80-BE3D-320C-C85D-0B812DCD1F1B}"/>
          </ac:spMkLst>
        </pc:spChg>
        <pc:spChg chg="mod">
          <ac:chgData name="Camilla Cicatello" userId="S::camilla.cicatello@xbiglylabs.co.za::749529ea-be00-4511-aacd-f75af8aa7456" providerId="AD" clId="Web-{DFCDE9EF-E95E-D557-B3E8-59EB3AF99655}" dt="2025-11-20T10:31:32.830" v="48" actId="1076"/>
          <ac:spMkLst>
            <pc:docMk/>
            <pc:sldMk cId="3678568888" sldId="3949"/>
            <ac:spMk id="8" creationId="{CDD64C60-8CAA-C78F-1FEB-D9C02AA17CAB}"/>
          </ac:spMkLst>
        </pc:spChg>
        <pc:spChg chg="mod topLvl">
          <ac:chgData name="Camilla Cicatello" userId="S::camilla.cicatello@xbiglylabs.co.za::749529ea-be00-4511-aacd-f75af8aa7456" providerId="AD" clId="Web-{DFCDE9EF-E95E-D557-B3E8-59EB3AF99655}" dt="2025-11-20T10:31:32.861" v="51" actId="1076"/>
          <ac:spMkLst>
            <pc:docMk/>
            <pc:sldMk cId="3678568888" sldId="3949"/>
            <ac:spMk id="13" creationId="{8D87F377-CFD5-D3A7-22F6-BB72FC6AB429}"/>
          </ac:spMkLst>
        </pc:spChg>
        <pc:spChg chg="add mod">
          <ac:chgData name="Camilla Cicatello" userId="S::camilla.cicatello@xbiglylabs.co.za::749529ea-be00-4511-aacd-f75af8aa7456" providerId="AD" clId="Web-{DFCDE9EF-E95E-D557-B3E8-59EB3AF99655}" dt="2025-11-20T10:31:32.861" v="52" actId="1076"/>
          <ac:spMkLst>
            <pc:docMk/>
            <pc:sldMk cId="3678568888" sldId="3949"/>
            <ac:spMk id="16" creationId="{C3E372E1-8E45-DA99-A651-141DCA23FBBF}"/>
          </ac:spMkLst>
        </pc:spChg>
      </pc:sldChg>
    </pc:docChg>
  </pc:docChgLst>
  <pc:docChgLst>
    <pc:chgData name="Camilla Cicatello" userId="S::camilla.cicatello@xbiglylabs.co.za::749529ea-be00-4511-aacd-f75af8aa7456" providerId="AD" clId="Web-{C0BC88FA-6C3B-EC4D-3A72-C0E023CAD703}"/>
    <pc:docChg chg="addSld delSld modSld">
      <pc:chgData name="Camilla Cicatello" userId="S::camilla.cicatello@xbiglylabs.co.za::749529ea-be00-4511-aacd-f75af8aa7456" providerId="AD" clId="Web-{C0BC88FA-6C3B-EC4D-3A72-C0E023CAD703}" dt="2025-11-19T09:02:19.021" v="387"/>
      <pc:docMkLst>
        <pc:docMk/>
      </pc:docMkLst>
      <pc:sldChg chg="modSp">
        <pc:chgData name="Camilla Cicatello" userId="S::camilla.cicatello@xbiglylabs.co.za::749529ea-be00-4511-aacd-f75af8aa7456" providerId="AD" clId="Web-{C0BC88FA-6C3B-EC4D-3A72-C0E023CAD703}" dt="2025-11-19T08:57:37.294" v="187" actId="20577"/>
        <pc:sldMkLst>
          <pc:docMk/>
          <pc:sldMk cId="1210014316" sldId="3877"/>
        </pc:sldMkLst>
        <pc:spChg chg="mod">
          <ac:chgData name="Camilla Cicatello" userId="S::camilla.cicatello@xbiglylabs.co.za::749529ea-be00-4511-aacd-f75af8aa7456" providerId="AD" clId="Web-{C0BC88FA-6C3B-EC4D-3A72-C0E023CAD703}" dt="2025-11-19T08:57:37.294" v="187" actId="20577"/>
          <ac:spMkLst>
            <pc:docMk/>
            <pc:sldMk cId="1210014316" sldId="3877"/>
            <ac:spMk id="10" creationId="{D3850A80-20A2-CC04-0C84-770477867C14}"/>
          </ac:spMkLst>
        </pc:spChg>
      </pc:sldChg>
      <pc:sldChg chg="modSp">
        <pc:chgData name="Camilla Cicatello" userId="S::camilla.cicatello@xbiglylabs.co.za::749529ea-be00-4511-aacd-f75af8aa7456" providerId="AD" clId="Web-{C0BC88FA-6C3B-EC4D-3A72-C0E023CAD703}" dt="2025-11-19T08:21:59.129" v="156" actId="20577"/>
        <pc:sldMkLst>
          <pc:docMk/>
          <pc:sldMk cId="1333091832" sldId="3879"/>
        </pc:sldMkLst>
        <pc:spChg chg="mod">
          <ac:chgData name="Camilla Cicatello" userId="S::camilla.cicatello@xbiglylabs.co.za::749529ea-be00-4511-aacd-f75af8aa7456" providerId="AD" clId="Web-{C0BC88FA-6C3B-EC4D-3A72-C0E023CAD703}" dt="2025-11-19T08:21:59.129" v="156" actId="20577"/>
          <ac:spMkLst>
            <pc:docMk/>
            <pc:sldMk cId="1333091832" sldId="3879"/>
            <ac:spMk id="7" creationId="{0F572B27-EC13-B452-954D-96CD6A25FDDE}"/>
          </ac:spMkLst>
        </pc:spChg>
      </pc:sldChg>
      <pc:sldChg chg="addSp delSp modSp">
        <pc:chgData name="Camilla Cicatello" userId="S::camilla.cicatello@xbiglylabs.co.za::749529ea-be00-4511-aacd-f75af8aa7456" providerId="AD" clId="Web-{C0BC88FA-6C3B-EC4D-3A72-C0E023CAD703}" dt="2025-11-19T07:27:37.900" v="145" actId="20577"/>
        <pc:sldMkLst>
          <pc:docMk/>
          <pc:sldMk cId="1982263905" sldId="3912"/>
        </pc:sldMkLst>
        <pc:spChg chg="add mod">
          <ac:chgData name="Camilla Cicatello" userId="S::camilla.cicatello@xbiglylabs.co.za::749529ea-be00-4511-aacd-f75af8aa7456" providerId="AD" clId="Web-{C0BC88FA-6C3B-EC4D-3A72-C0E023CAD703}" dt="2025-11-19T07:27:37.900" v="145" actId="20577"/>
          <ac:spMkLst>
            <pc:docMk/>
            <pc:sldMk cId="1982263905" sldId="3912"/>
            <ac:spMk id="4" creationId="{CF8E187F-0507-5DB5-08C7-8AEE725A403F}"/>
          </ac:spMkLst>
        </pc:spChg>
        <pc:spChg chg="add mod">
          <ac:chgData name="Camilla Cicatello" userId="S::camilla.cicatello@xbiglylabs.co.za::749529ea-be00-4511-aacd-f75af8aa7456" providerId="AD" clId="Web-{C0BC88FA-6C3B-EC4D-3A72-C0E023CAD703}" dt="2025-11-19T07:24:15.993" v="126" actId="1076"/>
          <ac:spMkLst>
            <pc:docMk/>
            <pc:sldMk cId="1982263905" sldId="3912"/>
            <ac:spMk id="15" creationId="{25B22AA3-39D2-AFF3-4DAD-C3DCD82D6BCB}"/>
          </ac:spMkLst>
        </pc:spChg>
        <pc:spChg chg="mod">
          <ac:chgData name="Camilla Cicatello" userId="S::camilla.cicatello@xbiglylabs.co.za::749529ea-be00-4511-aacd-f75af8aa7456" providerId="AD" clId="Web-{C0BC88FA-6C3B-EC4D-3A72-C0E023CAD703}" dt="2025-11-19T07:15:34.426" v="50" actId="20577"/>
          <ac:spMkLst>
            <pc:docMk/>
            <pc:sldMk cId="1982263905" sldId="3912"/>
            <ac:spMk id="28" creationId="{A3C58E28-D6F0-D145-A995-E12E70A99687}"/>
          </ac:spMkLst>
        </pc:spChg>
        <pc:grpChg chg="add mod">
          <ac:chgData name="Camilla Cicatello" userId="S::camilla.cicatello@xbiglylabs.co.za::749529ea-be00-4511-aacd-f75af8aa7456" providerId="AD" clId="Web-{C0BC88FA-6C3B-EC4D-3A72-C0E023CAD703}" dt="2025-11-19T07:24:15.978" v="125" actId="1076"/>
          <ac:grpSpMkLst>
            <pc:docMk/>
            <pc:sldMk cId="1982263905" sldId="3912"/>
            <ac:grpSpMk id="13" creationId="{C5CCAB37-6E75-65EB-7ACD-01C52E892481}"/>
          </ac:grpSpMkLst>
        </pc:grpChg>
      </pc:sldChg>
      <pc:sldChg chg="addSp delSp modSp">
        <pc:chgData name="Camilla Cicatello" userId="S::camilla.cicatello@xbiglylabs.co.za::749529ea-be00-4511-aacd-f75af8aa7456" providerId="AD" clId="Web-{C0BC88FA-6C3B-EC4D-3A72-C0E023CAD703}" dt="2025-11-19T08:57:27.294" v="180" actId="20577"/>
        <pc:sldMkLst>
          <pc:docMk/>
          <pc:sldMk cId="3317723970" sldId="3923"/>
        </pc:sldMkLst>
        <pc:spChg chg="mod">
          <ac:chgData name="Camilla Cicatello" userId="S::camilla.cicatello@xbiglylabs.co.za::749529ea-be00-4511-aacd-f75af8aa7456" providerId="AD" clId="Web-{C0BC88FA-6C3B-EC4D-3A72-C0E023CAD703}" dt="2025-11-19T08:57:27.294" v="180" actId="20577"/>
          <ac:spMkLst>
            <pc:docMk/>
            <pc:sldMk cId="3317723970" sldId="3923"/>
            <ac:spMk id="4" creationId="{A3F957A4-A0BF-3182-C936-EF91FFEDD16A}"/>
          </ac:spMkLst>
        </pc:spChg>
      </pc:sldChg>
      <pc:sldChg chg="addSp delSp modSp add replId">
        <pc:chgData name="Camilla Cicatello" userId="S::camilla.cicatello@xbiglylabs.co.za::749529ea-be00-4511-aacd-f75af8aa7456" providerId="AD" clId="Web-{C0BC88FA-6C3B-EC4D-3A72-C0E023CAD703}" dt="2025-11-19T09:02:19.021" v="387"/>
        <pc:sldMkLst>
          <pc:docMk/>
          <pc:sldMk cId="3575360584" sldId="3933"/>
        </pc:sldMkLst>
        <pc:spChg chg="add mod">
          <ac:chgData name="Camilla Cicatello" userId="S::camilla.cicatello@xbiglylabs.co.za::749529ea-be00-4511-aacd-f75af8aa7456" providerId="AD" clId="Web-{C0BC88FA-6C3B-EC4D-3A72-C0E023CAD703}" dt="2025-11-19T09:00:06.686" v="231" actId="20577"/>
          <ac:spMkLst>
            <pc:docMk/>
            <pc:sldMk cId="3575360584" sldId="3933"/>
            <ac:spMk id="3" creationId="{1A237854-22C1-170D-E7ED-00F427B92B70}"/>
          </ac:spMkLst>
        </pc:spChg>
      </pc:sldChg>
    </pc:docChg>
  </pc:docChgLst>
  <pc:docChgLst>
    <pc:chgData name="Jaco Pieterse" userId="S::jaco.pieterse@xbiglylabs.co.za::857590e1-f3aa-4a18-b39a-ee43f972d5a3" providerId="AD" clId="Web-{1A396267-A64D-81D1-2A9D-7738A4954D05}"/>
    <pc:docChg chg="modSld">
      <pc:chgData name="Jaco Pieterse" userId="S::jaco.pieterse@xbiglylabs.co.za::857590e1-f3aa-4a18-b39a-ee43f972d5a3" providerId="AD" clId="Web-{1A396267-A64D-81D1-2A9D-7738A4954D05}" dt="2025-11-20T12:44:50.894" v="32" actId="20577"/>
      <pc:docMkLst>
        <pc:docMk/>
      </pc:docMkLst>
      <pc:sldChg chg="modSp">
        <pc:chgData name="Jaco Pieterse" userId="S::jaco.pieterse@xbiglylabs.co.za::857590e1-f3aa-4a18-b39a-ee43f972d5a3" providerId="AD" clId="Web-{1A396267-A64D-81D1-2A9D-7738A4954D05}" dt="2025-11-20T12:10:19.337" v="13" actId="20577"/>
        <pc:sldMkLst>
          <pc:docMk/>
          <pc:sldMk cId="1333091832" sldId="3879"/>
        </pc:sldMkLst>
        <pc:spChg chg="mod">
          <ac:chgData name="Jaco Pieterse" userId="S::jaco.pieterse@xbiglylabs.co.za::857590e1-f3aa-4a18-b39a-ee43f972d5a3" providerId="AD" clId="Web-{1A396267-A64D-81D1-2A9D-7738A4954D05}" dt="2025-11-20T12:10:19.337" v="13" actId="20577"/>
          <ac:spMkLst>
            <pc:docMk/>
            <pc:sldMk cId="1333091832" sldId="3879"/>
            <ac:spMk id="7" creationId="{0F572B27-EC13-B452-954D-96CD6A25FDDE}"/>
          </ac:spMkLst>
        </pc:spChg>
      </pc:sldChg>
      <pc:sldChg chg="modSp">
        <pc:chgData name="Jaco Pieterse" userId="S::jaco.pieterse@xbiglylabs.co.za::857590e1-f3aa-4a18-b39a-ee43f972d5a3" providerId="AD" clId="Web-{1A396267-A64D-81D1-2A9D-7738A4954D05}" dt="2025-11-20T12:17:12.153" v="25" actId="20577"/>
        <pc:sldMkLst>
          <pc:docMk/>
          <pc:sldMk cId="2796842208" sldId="3911"/>
        </pc:sldMkLst>
        <pc:spChg chg="mod">
          <ac:chgData name="Jaco Pieterse" userId="S::jaco.pieterse@xbiglylabs.co.za::857590e1-f3aa-4a18-b39a-ee43f972d5a3" providerId="AD" clId="Web-{1A396267-A64D-81D1-2A9D-7738A4954D05}" dt="2025-11-20T12:17:12.153" v="25" actId="20577"/>
          <ac:spMkLst>
            <pc:docMk/>
            <pc:sldMk cId="2796842208" sldId="3911"/>
            <ac:spMk id="3" creationId="{C02DD366-2F39-E291-7F51-021434797B6C}"/>
          </ac:spMkLst>
        </pc:spChg>
      </pc:sldChg>
      <pc:sldChg chg="modSp">
        <pc:chgData name="Jaco Pieterse" userId="S::jaco.pieterse@xbiglylabs.co.za::857590e1-f3aa-4a18-b39a-ee43f972d5a3" providerId="AD" clId="Web-{1A396267-A64D-81D1-2A9D-7738A4954D05}" dt="2025-11-20T12:09:29.431" v="3" actId="20577"/>
        <pc:sldMkLst>
          <pc:docMk/>
          <pc:sldMk cId="56742250" sldId="3919"/>
        </pc:sldMkLst>
        <pc:spChg chg="mod">
          <ac:chgData name="Jaco Pieterse" userId="S::jaco.pieterse@xbiglylabs.co.za::857590e1-f3aa-4a18-b39a-ee43f972d5a3" providerId="AD" clId="Web-{1A396267-A64D-81D1-2A9D-7738A4954D05}" dt="2025-11-20T12:09:29.431" v="3" actId="20577"/>
          <ac:spMkLst>
            <pc:docMk/>
            <pc:sldMk cId="56742250" sldId="3919"/>
            <ac:spMk id="3" creationId="{8F787FF7-A3CE-91A8-DBDD-0C6834A872BD}"/>
          </ac:spMkLst>
        </pc:spChg>
      </pc:sldChg>
      <pc:sldChg chg="modSp">
        <pc:chgData name="Jaco Pieterse" userId="S::jaco.pieterse@xbiglylabs.co.za::857590e1-f3aa-4a18-b39a-ee43f972d5a3" providerId="AD" clId="Web-{1A396267-A64D-81D1-2A9D-7738A4954D05}" dt="2025-11-20T12:44:04.300" v="30" actId="20577"/>
        <pc:sldMkLst>
          <pc:docMk/>
          <pc:sldMk cId="1718591236" sldId="3920"/>
        </pc:sldMkLst>
        <pc:spChg chg="mod">
          <ac:chgData name="Jaco Pieterse" userId="S::jaco.pieterse@xbiglylabs.co.za::857590e1-f3aa-4a18-b39a-ee43f972d5a3" providerId="AD" clId="Web-{1A396267-A64D-81D1-2A9D-7738A4954D05}" dt="2025-11-20T12:44:04.300" v="30" actId="20577"/>
          <ac:spMkLst>
            <pc:docMk/>
            <pc:sldMk cId="1718591236" sldId="3920"/>
            <ac:spMk id="3" creationId="{A022C4CC-8EB0-5374-8FBE-8C80CFD31657}"/>
          </ac:spMkLst>
        </pc:spChg>
      </pc:sldChg>
      <pc:sldChg chg="modSp">
        <pc:chgData name="Jaco Pieterse" userId="S::jaco.pieterse@xbiglylabs.co.za::857590e1-f3aa-4a18-b39a-ee43f972d5a3" providerId="AD" clId="Web-{1A396267-A64D-81D1-2A9D-7738A4954D05}" dt="2025-11-20T12:44:50.894" v="32" actId="20577"/>
        <pc:sldMkLst>
          <pc:docMk/>
          <pc:sldMk cId="3575360584" sldId="3933"/>
        </pc:sldMkLst>
        <pc:spChg chg="mod">
          <ac:chgData name="Jaco Pieterse" userId="S::jaco.pieterse@xbiglylabs.co.za::857590e1-f3aa-4a18-b39a-ee43f972d5a3" providerId="AD" clId="Web-{1A396267-A64D-81D1-2A9D-7738A4954D05}" dt="2025-11-20T12:44:50.894" v="32" actId="20577"/>
          <ac:spMkLst>
            <pc:docMk/>
            <pc:sldMk cId="3575360584" sldId="3933"/>
            <ac:spMk id="3" creationId="{1A237854-22C1-170D-E7ED-00F427B92B70}"/>
          </ac:spMkLst>
        </pc:spChg>
      </pc:sldChg>
    </pc:docChg>
  </pc:docChgLst>
  <pc:docChgLst>
    <pc:chgData name="Camilla Cicatello" userId="S::camilla.cicatello@xbiglylabs.co.za::749529ea-be00-4511-aacd-f75af8aa7456" providerId="AD" clId="Web-{96ECE6B2-9F3A-1D68-C763-5C764DAA68DE}"/>
    <pc:docChg chg="addSld delSld modSld">
      <pc:chgData name="Camilla Cicatello" userId="S::camilla.cicatello@xbiglylabs.co.za::749529ea-be00-4511-aacd-f75af8aa7456" providerId="AD" clId="Web-{96ECE6B2-9F3A-1D68-C763-5C764DAA68DE}" dt="2025-11-19T14:18:16.917" v="522" actId="20577"/>
      <pc:docMkLst>
        <pc:docMk/>
      </pc:docMkLst>
      <pc:sldChg chg="addSp delSp modSp">
        <pc:chgData name="Camilla Cicatello" userId="S::camilla.cicatello@xbiglylabs.co.za::749529ea-be00-4511-aacd-f75af8aa7456" providerId="AD" clId="Web-{96ECE6B2-9F3A-1D68-C763-5C764DAA68DE}" dt="2025-11-19T13:26:54.188" v="179" actId="14100"/>
        <pc:sldMkLst>
          <pc:docMk/>
          <pc:sldMk cId="1982263905" sldId="3912"/>
        </pc:sldMkLst>
        <pc:spChg chg="mod">
          <ac:chgData name="Camilla Cicatello" userId="S::camilla.cicatello@xbiglylabs.co.za::749529ea-be00-4511-aacd-f75af8aa7456" providerId="AD" clId="Web-{96ECE6B2-9F3A-1D68-C763-5C764DAA68DE}" dt="2025-11-19T11:56:24.035" v="96" actId="20577"/>
          <ac:spMkLst>
            <pc:docMk/>
            <pc:sldMk cId="1982263905" sldId="3912"/>
            <ac:spMk id="4" creationId="{CF8E187F-0507-5DB5-08C7-8AEE725A403F}"/>
          </ac:spMkLst>
        </pc:spChg>
        <pc:spChg chg="add mod">
          <ac:chgData name="Camilla Cicatello" userId="S::camilla.cicatello@xbiglylabs.co.za::749529ea-be00-4511-aacd-f75af8aa7456" providerId="AD" clId="Web-{96ECE6B2-9F3A-1D68-C763-5C764DAA68DE}" dt="2025-11-19T11:53:15.986" v="76" actId="1076"/>
          <ac:spMkLst>
            <pc:docMk/>
            <pc:sldMk cId="1982263905" sldId="3912"/>
            <ac:spMk id="9" creationId="{B1D6868B-8142-0FEE-72AA-6C1B714EC317}"/>
          </ac:spMkLst>
        </pc:spChg>
        <pc:spChg chg="mod">
          <ac:chgData name="Camilla Cicatello" userId="S::camilla.cicatello@xbiglylabs.co.za::749529ea-be00-4511-aacd-f75af8aa7456" providerId="AD" clId="Web-{96ECE6B2-9F3A-1D68-C763-5C764DAA68DE}" dt="2025-11-19T13:26:51.360" v="178" actId="20577"/>
          <ac:spMkLst>
            <pc:docMk/>
            <pc:sldMk cId="1982263905" sldId="3912"/>
            <ac:spMk id="15" creationId="{25B22AA3-39D2-AFF3-4DAD-C3DCD82D6BCB}"/>
          </ac:spMkLst>
        </pc:spChg>
        <pc:grpChg chg="mod">
          <ac:chgData name="Camilla Cicatello" userId="S::camilla.cicatello@xbiglylabs.co.za::749529ea-be00-4511-aacd-f75af8aa7456" providerId="AD" clId="Web-{96ECE6B2-9F3A-1D68-C763-5C764DAA68DE}" dt="2025-11-19T13:26:54.188" v="179" actId="14100"/>
          <ac:grpSpMkLst>
            <pc:docMk/>
            <pc:sldMk cId="1982263905" sldId="3912"/>
            <ac:grpSpMk id="13" creationId="{C5CCAB37-6E75-65EB-7ACD-01C52E892481}"/>
          </ac:grpSpMkLst>
        </pc:grpChg>
      </pc:sldChg>
      <pc:sldChg chg="modSp">
        <pc:chgData name="Camilla Cicatello" userId="S::camilla.cicatello@xbiglylabs.co.za::749529ea-be00-4511-aacd-f75af8aa7456" providerId="AD" clId="Web-{96ECE6B2-9F3A-1D68-C763-5C764DAA68DE}" dt="2025-11-19T14:18:16.917" v="522" actId="20577"/>
        <pc:sldMkLst>
          <pc:docMk/>
          <pc:sldMk cId="2693037217" sldId="3925"/>
        </pc:sldMkLst>
        <pc:spChg chg="mod">
          <ac:chgData name="Camilla Cicatello" userId="S::camilla.cicatello@xbiglylabs.co.za::749529ea-be00-4511-aacd-f75af8aa7456" providerId="AD" clId="Web-{96ECE6B2-9F3A-1D68-C763-5C764DAA68DE}" dt="2025-11-19T14:18:16.917" v="522" actId="20577"/>
          <ac:spMkLst>
            <pc:docMk/>
            <pc:sldMk cId="2693037217" sldId="3925"/>
            <ac:spMk id="4" creationId="{78264D91-2535-79D1-4C85-6BEC00DB285F}"/>
          </ac:spMkLst>
        </pc:spChg>
        <pc:spChg chg="mod">
          <ac:chgData name="Camilla Cicatello" userId="S::camilla.cicatello@xbiglylabs.co.za::749529ea-be00-4511-aacd-f75af8aa7456" providerId="AD" clId="Web-{96ECE6B2-9F3A-1D68-C763-5C764DAA68DE}" dt="2025-11-19T13:25:37.438" v="163" actId="20577"/>
          <ac:spMkLst>
            <pc:docMk/>
            <pc:sldMk cId="2693037217" sldId="3925"/>
            <ac:spMk id="43" creationId="{899EDEFE-2E8B-88A4-5E29-D021E55A1754}"/>
          </ac:spMkLst>
        </pc:spChg>
      </pc:sldChg>
      <pc:sldChg chg="modSp">
        <pc:chgData name="Camilla Cicatello" userId="S::camilla.cicatello@xbiglylabs.co.za::749529ea-be00-4511-aacd-f75af8aa7456" providerId="AD" clId="Web-{96ECE6B2-9F3A-1D68-C763-5C764DAA68DE}" dt="2025-11-19T13:26:00.563" v="169" actId="14100"/>
        <pc:sldMkLst>
          <pc:docMk/>
          <pc:sldMk cId="2385839186" sldId="3926"/>
        </pc:sldMkLst>
        <pc:spChg chg="mod">
          <ac:chgData name="Camilla Cicatello" userId="S::camilla.cicatello@xbiglylabs.co.za::749529ea-be00-4511-aacd-f75af8aa7456" providerId="AD" clId="Web-{96ECE6B2-9F3A-1D68-C763-5C764DAA68DE}" dt="2025-11-19T11:54:34.627" v="84" actId="20577"/>
          <ac:spMkLst>
            <pc:docMk/>
            <pc:sldMk cId="2385839186" sldId="3926"/>
            <ac:spMk id="20" creationId="{04239EF4-7673-A043-13E2-7227CC5BBDBC}"/>
          </ac:spMkLst>
        </pc:spChg>
        <pc:spChg chg="mod">
          <ac:chgData name="Camilla Cicatello" userId="S::camilla.cicatello@xbiglylabs.co.za::749529ea-be00-4511-aacd-f75af8aa7456" providerId="AD" clId="Web-{96ECE6B2-9F3A-1D68-C763-5C764DAA68DE}" dt="2025-11-19T13:25:58.438" v="168" actId="20577"/>
          <ac:spMkLst>
            <pc:docMk/>
            <pc:sldMk cId="2385839186" sldId="3926"/>
            <ac:spMk id="43" creationId="{712975DC-C144-182F-C882-C4CD0E53B85E}"/>
          </ac:spMkLst>
        </pc:spChg>
        <pc:grpChg chg="mod">
          <ac:chgData name="Camilla Cicatello" userId="S::camilla.cicatello@xbiglylabs.co.za::749529ea-be00-4511-aacd-f75af8aa7456" providerId="AD" clId="Web-{96ECE6B2-9F3A-1D68-C763-5C764DAA68DE}" dt="2025-11-19T13:26:00.563" v="169" actId="14100"/>
          <ac:grpSpMkLst>
            <pc:docMk/>
            <pc:sldMk cId="2385839186" sldId="3926"/>
            <ac:grpSpMk id="38" creationId="{00816E11-72C4-AB28-2413-44355A4B3929}"/>
          </ac:grpSpMkLst>
        </pc:grpChg>
      </pc:sldChg>
      <pc:sldChg chg="modSp">
        <pc:chgData name="Camilla Cicatello" userId="S::camilla.cicatello@xbiglylabs.co.za::749529ea-be00-4511-aacd-f75af8aa7456" providerId="AD" clId="Web-{96ECE6B2-9F3A-1D68-C763-5C764DAA68DE}" dt="2025-11-19T13:26:28.032" v="174" actId="14100"/>
        <pc:sldMkLst>
          <pc:docMk/>
          <pc:sldMk cId="4035213039" sldId="3928"/>
        </pc:sldMkLst>
        <pc:spChg chg="mod">
          <ac:chgData name="Camilla Cicatello" userId="S::camilla.cicatello@xbiglylabs.co.za::749529ea-be00-4511-aacd-f75af8aa7456" providerId="AD" clId="Web-{96ECE6B2-9F3A-1D68-C763-5C764DAA68DE}" dt="2025-11-19T11:54:41.627" v="88" actId="20577"/>
          <ac:spMkLst>
            <pc:docMk/>
            <pc:sldMk cId="4035213039" sldId="3928"/>
            <ac:spMk id="13" creationId="{1B651961-382E-C099-0AF9-6ABF87D7930F}"/>
          </ac:spMkLst>
        </pc:spChg>
        <pc:spChg chg="mod">
          <ac:chgData name="Camilla Cicatello" userId="S::camilla.cicatello@xbiglylabs.co.za::749529ea-be00-4511-aacd-f75af8aa7456" providerId="AD" clId="Web-{96ECE6B2-9F3A-1D68-C763-5C764DAA68DE}" dt="2025-11-19T13:26:25.204" v="173" actId="20577"/>
          <ac:spMkLst>
            <pc:docMk/>
            <pc:sldMk cId="4035213039" sldId="3928"/>
            <ac:spMk id="43" creationId="{899EDEFE-2E8B-88A4-5E29-D021E55A1754}"/>
          </ac:spMkLst>
        </pc:spChg>
        <pc:grpChg chg="mod">
          <ac:chgData name="Camilla Cicatello" userId="S::camilla.cicatello@xbiglylabs.co.za::749529ea-be00-4511-aacd-f75af8aa7456" providerId="AD" clId="Web-{96ECE6B2-9F3A-1D68-C763-5C764DAA68DE}" dt="2025-11-19T13:26:28.032" v="174" actId="14100"/>
          <ac:grpSpMkLst>
            <pc:docMk/>
            <pc:sldMk cId="4035213039" sldId="3928"/>
            <ac:grpSpMk id="38" creationId="{4917DAE9-F6BC-F073-8A88-FD62116FC0E4}"/>
          </ac:grpSpMkLst>
        </pc:grpChg>
      </pc:sldChg>
      <pc:sldChg chg="modSp">
        <pc:chgData name="Camilla Cicatello" userId="S::camilla.cicatello@xbiglylabs.co.za::749529ea-be00-4511-aacd-f75af8aa7456" providerId="AD" clId="Web-{96ECE6B2-9F3A-1D68-C763-5C764DAA68DE}" dt="2025-11-19T13:25:28.266" v="160" actId="20577"/>
        <pc:sldMkLst>
          <pc:docMk/>
          <pc:sldMk cId="3656680631" sldId="3936"/>
        </pc:sldMkLst>
        <pc:spChg chg="mod">
          <ac:chgData name="Camilla Cicatello" userId="S::camilla.cicatello@xbiglylabs.co.za::749529ea-be00-4511-aacd-f75af8aa7456" providerId="AD" clId="Web-{96ECE6B2-9F3A-1D68-C763-5C764DAA68DE}" dt="2025-11-19T13:25:28.266" v="160" actId="20577"/>
          <ac:spMkLst>
            <pc:docMk/>
            <pc:sldMk cId="3656680631" sldId="3936"/>
            <ac:spMk id="40" creationId="{52E7177E-997C-102A-EF88-9E1BC9E83305}"/>
          </ac:spMkLst>
        </pc:spChg>
      </pc:sldChg>
      <pc:sldChg chg="modSp">
        <pc:chgData name="Camilla Cicatello" userId="S::camilla.cicatello@xbiglylabs.co.za::749529ea-be00-4511-aacd-f75af8aa7456" providerId="AD" clId="Web-{96ECE6B2-9F3A-1D68-C763-5C764DAA68DE}" dt="2025-11-19T13:26:17.469" v="171" actId="20577"/>
        <pc:sldMkLst>
          <pc:docMk/>
          <pc:sldMk cId="206386329" sldId="3937"/>
        </pc:sldMkLst>
        <pc:spChg chg="mod">
          <ac:chgData name="Camilla Cicatello" userId="S::camilla.cicatello@xbiglylabs.co.za::749529ea-be00-4511-aacd-f75af8aa7456" providerId="AD" clId="Web-{96ECE6B2-9F3A-1D68-C763-5C764DAA68DE}" dt="2025-11-19T13:26:17.469" v="171" actId="20577"/>
          <ac:spMkLst>
            <pc:docMk/>
            <pc:sldMk cId="206386329" sldId="3937"/>
            <ac:spMk id="7" creationId="{3EB76B9D-E6A9-B114-36C5-9BE04F4438AA}"/>
          </ac:spMkLst>
        </pc:spChg>
      </pc:sldChg>
      <pc:sldChg chg="modSp">
        <pc:chgData name="Camilla Cicatello" userId="S::camilla.cicatello@xbiglylabs.co.za::749529ea-be00-4511-aacd-f75af8aa7456" providerId="AD" clId="Web-{96ECE6B2-9F3A-1D68-C763-5C764DAA68DE}" dt="2025-11-19T13:26:40.548" v="176" actId="20577"/>
        <pc:sldMkLst>
          <pc:docMk/>
          <pc:sldMk cId="2888059715" sldId="3939"/>
        </pc:sldMkLst>
      </pc:sldChg>
      <pc:sldChg chg="addSp delSp modSp add replId">
        <pc:chgData name="Camilla Cicatello" userId="S::camilla.cicatello@xbiglylabs.co.za::749529ea-be00-4511-aacd-f75af8aa7456" providerId="AD" clId="Web-{96ECE6B2-9F3A-1D68-C763-5C764DAA68DE}" dt="2025-11-19T13:29:36.880" v="219" actId="20577"/>
        <pc:sldMkLst>
          <pc:docMk/>
          <pc:sldMk cId="3829318299" sldId="3940"/>
        </pc:sldMkLst>
        <pc:spChg chg="add del">
          <ac:chgData name="Camilla Cicatello" userId="S::camilla.cicatello@xbiglylabs.co.za::749529ea-be00-4511-aacd-f75af8aa7456" providerId="AD" clId="Web-{96ECE6B2-9F3A-1D68-C763-5C764DAA68DE}" dt="2025-11-19T13:02:25.577" v="130"/>
          <ac:spMkLst>
            <pc:docMk/>
            <pc:sldMk cId="3829318299" sldId="3940"/>
            <ac:spMk id="9" creationId="{206C8CBA-62E2-67DB-852E-1FC1400B6470}"/>
          </ac:spMkLst>
        </pc:spChg>
        <pc:spChg chg="add mod">
          <ac:chgData name="Camilla Cicatello" userId="S::camilla.cicatello@xbiglylabs.co.za::749529ea-be00-4511-aacd-f75af8aa7456" providerId="AD" clId="Web-{96ECE6B2-9F3A-1D68-C763-5C764DAA68DE}" dt="2025-11-19T13:29:36.880" v="219" actId="20577"/>
          <ac:spMkLst>
            <pc:docMk/>
            <pc:sldMk cId="3829318299" sldId="3940"/>
            <ac:spMk id="36" creationId="{D540855E-66FC-A57F-6F6C-F6815BD533F7}"/>
          </ac:spMkLst>
        </pc:spChg>
        <pc:picChg chg="add">
          <ac:chgData name="Camilla Cicatello" userId="S::camilla.cicatello@xbiglylabs.co.za::749529ea-be00-4511-aacd-f75af8aa7456" providerId="AD" clId="Web-{96ECE6B2-9F3A-1D68-C763-5C764DAA68DE}" dt="2025-11-19T13:27:33.111" v="190"/>
          <ac:picMkLst>
            <pc:docMk/>
            <pc:sldMk cId="3829318299" sldId="3940"/>
            <ac:picMk id="38" creationId="{A776B8FD-F06E-A898-CFD7-6AE8A71A99E8}"/>
          </ac:picMkLst>
        </pc:picChg>
      </pc:sldChg>
      <pc:sldChg chg="addSp delSp modSp add replId">
        <pc:chgData name="Camilla Cicatello" userId="S::camilla.cicatello@xbiglylabs.co.za::749529ea-be00-4511-aacd-f75af8aa7456" providerId="AD" clId="Web-{96ECE6B2-9F3A-1D68-C763-5C764DAA68DE}" dt="2025-11-19T14:08:37.078" v="403" actId="20577"/>
        <pc:sldMkLst>
          <pc:docMk/>
          <pc:sldMk cId="4066140420" sldId="3941"/>
        </pc:sldMkLst>
        <pc:spChg chg="mod">
          <ac:chgData name="Camilla Cicatello" userId="S::camilla.cicatello@xbiglylabs.co.za::749529ea-be00-4511-aacd-f75af8aa7456" providerId="AD" clId="Web-{96ECE6B2-9F3A-1D68-C763-5C764DAA68DE}" dt="2025-11-19T14:08:37.078" v="403" actId="20577"/>
          <ac:spMkLst>
            <pc:docMk/>
            <pc:sldMk cId="4066140420" sldId="3941"/>
            <ac:spMk id="36" creationId="{32D70458-71AA-AF60-1EDC-616FCE08C3CD}"/>
          </ac:spMkLst>
        </pc:spChg>
      </pc:sldChg>
      <pc:sldChg chg="modSp add replId">
        <pc:chgData name="Camilla Cicatello" userId="S::camilla.cicatello@xbiglylabs.co.za::749529ea-be00-4511-aacd-f75af8aa7456" providerId="AD" clId="Web-{96ECE6B2-9F3A-1D68-C763-5C764DAA68DE}" dt="2025-11-19T14:04:07.263" v="304" actId="14100"/>
        <pc:sldMkLst>
          <pc:docMk/>
          <pc:sldMk cId="1249777403" sldId="3942"/>
        </pc:sldMkLst>
        <pc:spChg chg="mod">
          <ac:chgData name="Camilla Cicatello" userId="S::camilla.cicatello@xbiglylabs.co.za::749529ea-be00-4511-aacd-f75af8aa7456" providerId="AD" clId="Web-{96ECE6B2-9F3A-1D68-C763-5C764DAA68DE}" dt="2025-11-19T14:01:05.790" v="236"/>
          <ac:spMkLst>
            <pc:docMk/>
            <pc:sldMk cId="1249777403" sldId="3942"/>
            <ac:spMk id="3" creationId="{87D6D9FE-E52E-B806-78BA-C330E3D9A178}"/>
          </ac:spMkLst>
        </pc:spChg>
        <pc:spChg chg="mod">
          <ac:chgData name="Camilla Cicatello" userId="S::camilla.cicatello@xbiglylabs.co.za::749529ea-be00-4511-aacd-f75af8aa7456" providerId="AD" clId="Web-{96ECE6B2-9F3A-1D68-C763-5C764DAA68DE}" dt="2025-11-19T14:03:45.965" v="292" actId="20577"/>
          <ac:spMkLst>
            <pc:docMk/>
            <pc:sldMk cId="1249777403" sldId="3942"/>
            <ac:spMk id="4" creationId="{886FA39B-CCEB-CA43-FEEA-D75F470FC8B0}"/>
          </ac:spMkLst>
        </pc:spChg>
        <pc:spChg chg="mod">
          <ac:chgData name="Camilla Cicatello" userId="S::camilla.cicatello@xbiglylabs.co.za::749529ea-be00-4511-aacd-f75af8aa7456" providerId="AD" clId="Web-{96ECE6B2-9F3A-1D68-C763-5C764DAA68DE}" dt="2025-11-19T14:01:10.087" v="242" actId="20577"/>
          <ac:spMkLst>
            <pc:docMk/>
            <pc:sldMk cId="1249777403" sldId="3942"/>
            <ac:spMk id="6" creationId="{02E53B84-FF5D-5FA5-8C90-605C683262E9}"/>
          </ac:spMkLst>
        </pc:spChg>
        <pc:spChg chg="mod">
          <ac:chgData name="Camilla Cicatello" userId="S::camilla.cicatello@xbiglylabs.co.za::749529ea-be00-4511-aacd-f75af8aa7456" providerId="AD" clId="Web-{96ECE6B2-9F3A-1D68-C763-5C764DAA68DE}" dt="2025-11-19T14:01:55.260" v="247" actId="20577"/>
          <ac:spMkLst>
            <pc:docMk/>
            <pc:sldMk cId="1249777403" sldId="3942"/>
            <ac:spMk id="9" creationId="{28BB512A-DF74-CD77-C855-C2FAB87B04E5}"/>
          </ac:spMkLst>
        </pc:spChg>
        <pc:spChg chg="mod">
          <ac:chgData name="Camilla Cicatello" userId="S::camilla.cicatello@xbiglylabs.co.za::749529ea-be00-4511-aacd-f75af8aa7456" providerId="AD" clId="Web-{96ECE6B2-9F3A-1D68-C763-5C764DAA68DE}" dt="2025-11-19T14:04:04.981" v="303" actId="20577"/>
          <ac:spMkLst>
            <pc:docMk/>
            <pc:sldMk cId="1249777403" sldId="3942"/>
            <ac:spMk id="15" creationId="{3C7FAD84-E8D0-3E82-2732-426DFD7808F0}"/>
          </ac:spMkLst>
        </pc:spChg>
        <pc:spChg chg="mod">
          <ac:chgData name="Camilla Cicatello" userId="S::camilla.cicatello@xbiglylabs.co.za::749529ea-be00-4511-aacd-f75af8aa7456" providerId="AD" clId="Web-{96ECE6B2-9F3A-1D68-C763-5C764DAA68DE}" dt="2025-11-19T13:29:59.147" v="224" actId="20577"/>
          <ac:spMkLst>
            <pc:docMk/>
            <pc:sldMk cId="1249777403" sldId="3942"/>
            <ac:spMk id="28" creationId="{920AA8F3-6643-661D-059E-8B06EB79144C}"/>
          </ac:spMkLst>
        </pc:spChg>
        <pc:grpChg chg="mod">
          <ac:chgData name="Camilla Cicatello" userId="S::camilla.cicatello@xbiglylabs.co.za::749529ea-be00-4511-aacd-f75af8aa7456" providerId="AD" clId="Web-{96ECE6B2-9F3A-1D68-C763-5C764DAA68DE}" dt="2025-11-19T14:04:07.263" v="304" actId="14100"/>
          <ac:grpSpMkLst>
            <pc:docMk/>
            <pc:sldMk cId="1249777403" sldId="3942"/>
            <ac:grpSpMk id="13" creationId="{9AA1C5D7-A175-F2EF-4197-ACFD6B2FFC88}"/>
          </ac:grpSpMkLst>
        </pc:grpChg>
      </pc:sldChg>
      <pc:sldChg chg="modSp add replId">
        <pc:chgData name="Camilla Cicatello" userId="S::camilla.cicatello@xbiglylabs.co.za::749529ea-be00-4511-aacd-f75af8aa7456" providerId="AD" clId="Web-{96ECE6B2-9F3A-1D68-C763-5C764DAA68DE}" dt="2025-11-19T14:12:15.236" v="503" actId="20577"/>
        <pc:sldMkLst>
          <pc:docMk/>
          <pc:sldMk cId="1544136795" sldId="3943"/>
        </pc:sldMkLst>
        <pc:spChg chg="mod">
          <ac:chgData name="Camilla Cicatello" userId="S::camilla.cicatello@xbiglylabs.co.za::749529ea-be00-4511-aacd-f75af8aa7456" providerId="AD" clId="Web-{96ECE6B2-9F3A-1D68-C763-5C764DAA68DE}" dt="2025-11-19T14:12:15.236" v="503" actId="20577"/>
          <ac:spMkLst>
            <pc:docMk/>
            <pc:sldMk cId="1544136795" sldId="3943"/>
            <ac:spMk id="36" creationId="{D5E54EB6-6221-F95F-49ED-255DB658934A}"/>
          </ac:spMkLst>
        </pc:spChg>
      </pc:sldChg>
      <pc:sldChg chg="modSp add replId">
        <pc:chgData name="Camilla Cicatello" userId="S::camilla.cicatello@xbiglylabs.co.za::749529ea-be00-4511-aacd-f75af8aa7456" providerId="AD" clId="Web-{96ECE6B2-9F3A-1D68-C763-5C764DAA68DE}" dt="2025-11-19T14:11:15.798" v="480" actId="20577"/>
        <pc:sldMkLst>
          <pc:docMk/>
          <pc:sldMk cId="1325617241" sldId="3944"/>
        </pc:sldMkLst>
        <pc:spChg chg="mod">
          <ac:chgData name="Camilla Cicatello" userId="S::camilla.cicatello@xbiglylabs.co.za::749529ea-be00-4511-aacd-f75af8aa7456" providerId="AD" clId="Web-{96ECE6B2-9F3A-1D68-C763-5C764DAA68DE}" dt="2025-11-19T14:10:39.345" v="464" actId="20577"/>
          <ac:spMkLst>
            <pc:docMk/>
            <pc:sldMk cId="1325617241" sldId="3944"/>
            <ac:spMk id="4" creationId="{A73BEB23-2482-1653-5D91-63015B15DD39}"/>
          </ac:spMkLst>
        </pc:spChg>
        <pc:spChg chg="mod">
          <ac:chgData name="Camilla Cicatello" userId="S::camilla.cicatello@xbiglylabs.co.za::749529ea-be00-4511-aacd-f75af8aa7456" providerId="AD" clId="Web-{96ECE6B2-9F3A-1D68-C763-5C764DAA68DE}" dt="2025-11-19T14:10:59.376" v="478" actId="20577"/>
          <ac:spMkLst>
            <pc:docMk/>
            <pc:sldMk cId="1325617241" sldId="3944"/>
            <ac:spMk id="15" creationId="{592821BB-539A-AB30-7EDB-E5292D3E5174}"/>
          </ac:spMkLst>
        </pc:spChg>
        <pc:spChg chg="mod">
          <ac:chgData name="Camilla Cicatello" userId="S::camilla.cicatello@xbiglylabs.co.za::749529ea-be00-4511-aacd-f75af8aa7456" providerId="AD" clId="Web-{96ECE6B2-9F3A-1D68-C763-5C764DAA68DE}" dt="2025-11-19T14:09:00.141" v="408" actId="20577"/>
          <ac:spMkLst>
            <pc:docMk/>
            <pc:sldMk cId="1325617241" sldId="3944"/>
            <ac:spMk id="28" creationId="{41E30E96-A048-4A88-8F95-27566AA93058}"/>
          </ac:spMkLst>
        </pc:spChg>
      </pc:sldChg>
      <pc:sldChg chg="modSp add replId">
        <pc:chgData name="Camilla Cicatello" userId="S::camilla.cicatello@xbiglylabs.co.za::749529ea-be00-4511-aacd-f75af8aa7456" providerId="AD" clId="Web-{96ECE6B2-9F3A-1D68-C763-5C764DAA68DE}" dt="2025-11-19T14:12:37.955" v="511" actId="20577"/>
        <pc:sldMkLst>
          <pc:docMk/>
          <pc:sldMk cId="3304717488" sldId="3945"/>
        </pc:sldMkLst>
        <pc:spChg chg="mod">
          <ac:chgData name="Camilla Cicatello" userId="S::camilla.cicatello@xbiglylabs.co.za::749529ea-be00-4511-aacd-f75af8aa7456" providerId="AD" clId="Web-{96ECE6B2-9F3A-1D68-C763-5C764DAA68DE}" dt="2025-11-19T14:12:37.955" v="511" actId="20577"/>
          <ac:spMkLst>
            <pc:docMk/>
            <pc:sldMk cId="3304717488" sldId="3945"/>
            <ac:spMk id="4" creationId="{E193C6EB-81F9-17E8-019D-622CEB0D9C28}"/>
          </ac:spMkLst>
        </pc:spChg>
      </pc:sldChg>
    </pc:docChg>
  </pc:docChgLst>
  <pc:docChgLst>
    <pc:chgData clId="Web-{54D50E68-5924-DFC5-B5D2-1A0B51C22631}"/>
    <pc:docChg chg="modSld">
      <pc:chgData name="" userId="" providerId="" clId="Web-{54D50E68-5924-DFC5-B5D2-1A0B51C22631}" dt="2025-11-18T11:29:51.853" v="0" actId="20577"/>
      <pc:docMkLst>
        <pc:docMk/>
      </pc:docMkLst>
      <pc:sldChg chg="modSp">
        <pc:chgData name="" userId="" providerId="" clId="Web-{54D50E68-5924-DFC5-B5D2-1A0B51C22631}" dt="2025-11-18T11:29:51.853" v="0" actId="20577"/>
        <pc:sldMkLst>
          <pc:docMk/>
          <pc:sldMk cId="1718591236" sldId="3920"/>
        </pc:sldMkLst>
        <pc:spChg chg="mod">
          <ac:chgData name="" userId="" providerId="" clId="Web-{54D50E68-5924-DFC5-B5D2-1A0B51C22631}" dt="2025-11-18T11:29:51.853" v="0" actId="20577"/>
          <ac:spMkLst>
            <pc:docMk/>
            <pc:sldMk cId="1718591236" sldId="3920"/>
            <ac:spMk id="63" creationId="{E62EDFA9-A3F5-0517-8E69-6F66AA7D85FC}"/>
          </ac:spMkLst>
        </pc:spChg>
      </pc:sldChg>
    </pc:docChg>
  </pc:docChgLst>
  <pc:docChgLst>
    <pc:chgData name="Camilla Cicatello" userId="S::camilla.cicatello@xbiglylabs.co.za::749529ea-be00-4511-aacd-f75af8aa7456" providerId="AD" clId="Web-{EA8095D3-32FC-6D7D-1890-C9E7915A8246}"/>
    <pc:docChg chg="addSld delSld modSld">
      <pc:chgData name="Camilla Cicatello" userId="S::camilla.cicatello@xbiglylabs.co.za::749529ea-be00-4511-aacd-f75af8aa7456" providerId="AD" clId="Web-{EA8095D3-32FC-6D7D-1890-C9E7915A8246}" dt="2025-11-19T10:29:14.095" v="527" actId="20577"/>
      <pc:docMkLst>
        <pc:docMk/>
      </pc:docMkLst>
      <pc:sldChg chg="modSp">
        <pc:chgData name="Camilla Cicatello" userId="S::camilla.cicatello@xbiglylabs.co.za::749529ea-be00-4511-aacd-f75af8aa7456" providerId="AD" clId="Web-{EA8095D3-32FC-6D7D-1890-C9E7915A8246}" dt="2025-11-19T09:43:35.076" v="15" actId="20577"/>
        <pc:sldMkLst>
          <pc:docMk/>
          <pc:sldMk cId="1982263905" sldId="3912"/>
        </pc:sldMkLst>
        <pc:spChg chg="mod">
          <ac:chgData name="Camilla Cicatello" userId="S::camilla.cicatello@xbiglylabs.co.za::749529ea-be00-4511-aacd-f75af8aa7456" providerId="AD" clId="Web-{EA8095D3-32FC-6D7D-1890-C9E7915A8246}" dt="2025-11-19T09:41:27.340" v="2"/>
          <ac:spMkLst>
            <pc:docMk/>
            <pc:sldMk cId="1982263905" sldId="3912"/>
            <ac:spMk id="3" creationId="{77D062D2-0011-30ED-AD91-36439B289761}"/>
          </ac:spMkLst>
        </pc:spChg>
        <pc:spChg chg="mod">
          <ac:chgData name="Camilla Cicatello" userId="S::camilla.cicatello@xbiglylabs.co.za::749529ea-be00-4511-aacd-f75af8aa7456" providerId="AD" clId="Web-{EA8095D3-32FC-6D7D-1890-C9E7915A8246}" dt="2025-11-19T09:43:35.076" v="15" actId="20577"/>
          <ac:spMkLst>
            <pc:docMk/>
            <pc:sldMk cId="1982263905" sldId="3912"/>
            <ac:spMk id="4" creationId="{CF8E187F-0507-5DB5-08C7-8AEE725A403F}"/>
          </ac:spMkLst>
        </pc:spChg>
        <pc:spChg chg="mod">
          <ac:chgData name="Camilla Cicatello" userId="S::camilla.cicatello@xbiglylabs.co.za::749529ea-be00-4511-aacd-f75af8aa7456" providerId="AD" clId="Web-{EA8095D3-32FC-6D7D-1890-C9E7915A8246}" dt="2025-11-19T09:41:34.262" v="9" actId="20577"/>
          <ac:spMkLst>
            <pc:docMk/>
            <pc:sldMk cId="1982263905" sldId="3912"/>
            <ac:spMk id="6" creationId="{5802AD5A-8F8E-A29D-FD32-2CB91647A7AF}"/>
          </ac:spMkLst>
        </pc:spChg>
      </pc:sldChg>
      <pc:sldChg chg="addSp delSp modSp">
        <pc:chgData name="Camilla Cicatello" userId="S::camilla.cicatello@xbiglylabs.co.za::749529ea-be00-4511-aacd-f75af8aa7456" providerId="AD" clId="Web-{EA8095D3-32FC-6D7D-1890-C9E7915A8246}" dt="2025-11-19T10:11:22.194" v="237" actId="1076"/>
        <pc:sldMkLst>
          <pc:docMk/>
          <pc:sldMk cId="2693037217" sldId="3925"/>
        </pc:sldMkLst>
        <pc:spChg chg="mod">
          <ac:chgData name="Camilla Cicatello" userId="S::camilla.cicatello@xbiglylabs.co.za::749529ea-be00-4511-aacd-f75af8aa7456" providerId="AD" clId="Web-{EA8095D3-32FC-6D7D-1890-C9E7915A8246}" dt="2025-11-19T09:47:34.295" v="23" actId="1076"/>
          <ac:spMkLst>
            <pc:docMk/>
            <pc:sldMk cId="2693037217" sldId="3925"/>
            <ac:spMk id="4" creationId="{78264D91-2535-79D1-4C85-6BEC00DB285F}"/>
          </ac:spMkLst>
        </pc:spChg>
        <pc:spChg chg="mod">
          <ac:chgData name="Camilla Cicatello" userId="S::camilla.cicatello@xbiglylabs.co.za::749529ea-be00-4511-aacd-f75af8aa7456" providerId="AD" clId="Web-{EA8095D3-32FC-6D7D-1890-C9E7915A8246}" dt="2025-11-19T10:07:40.990" v="186" actId="20577"/>
          <ac:spMkLst>
            <pc:docMk/>
            <pc:sldMk cId="2693037217" sldId="3925"/>
            <ac:spMk id="8" creationId="{DFFBBB4F-E84F-07A0-18BE-39E7D513CAC0}"/>
          </ac:spMkLst>
        </pc:spChg>
        <pc:spChg chg="add mod">
          <ac:chgData name="Camilla Cicatello" userId="S::camilla.cicatello@xbiglylabs.co.za::749529ea-be00-4511-aacd-f75af8aa7456" providerId="AD" clId="Web-{EA8095D3-32FC-6D7D-1890-C9E7915A8246}" dt="2025-11-19T09:49:27.282" v="94" actId="1076"/>
          <ac:spMkLst>
            <pc:docMk/>
            <pc:sldMk cId="2693037217" sldId="3925"/>
            <ac:spMk id="11" creationId="{34F0FC88-6F44-FC02-8942-45FAD90BFA8F}"/>
          </ac:spMkLst>
        </pc:spChg>
        <pc:spChg chg="mod">
          <ac:chgData name="Camilla Cicatello" userId="S::camilla.cicatello@xbiglylabs.co.za::749529ea-be00-4511-aacd-f75af8aa7456" providerId="AD" clId="Web-{EA8095D3-32FC-6D7D-1890-C9E7915A8246}" dt="2025-11-19T09:43:47.623" v="17" actId="14100"/>
          <ac:spMkLst>
            <pc:docMk/>
            <pc:sldMk cId="2693037217" sldId="3925"/>
            <ac:spMk id="15" creationId="{F671B4FE-52F9-A89C-236D-B56329D9DEB8}"/>
          </ac:spMkLst>
        </pc:spChg>
        <pc:spChg chg="mod">
          <ac:chgData name="Camilla Cicatello" userId="S::camilla.cicatello@xbiglylabs.co.za::749529ea-be00-4511-aacd-f75af8aa7456" providerId="AD" clId="Web-{EA8095D3-32FC-6D7D-1890-C9E7915A8246}" dt="2025-11-19T10:11:22.194" v="237" actId="1076"/>
          <ac:spMkLst>
            <pc:docMk/>
            <pc:sldMk cId="2693037217" sldId="3925"/>
            <ac:spMk id="43" creationId="{899EDEFE-2E8B-88A4-5E29-D021E55A1754}"/>
          </ac:spMkLst>
        </pc:spChg>
        <pc:grpChg chg="mod">
          <ac:chgData name="Camilla Cicatello" userId="S::camilla.cicatello@xbiglylabs.co.za::749529ea-be00-4511-aacd-f75af8aa7456" providerId="AD" clId="Web-{EA8095D3-32FC-6D7D-1890-C9E7915A8246}" dt="2025-11-19T10:11:22.178" v="236" actId="1076"/>
          <ac:grpSpMkLst>
            <pc:docMk/>
            <pc:sldMk cId="2693037217" sldId="3925"/>
            <ac:grpSpMk id="38" creationId="{4917DAE9-F6BC-F073-8A88-FD62116FC0E4}"/>
          </ac:grpSpMkLst>
        </pc:grpChg>
      </pc:sldChg>
      <pc:sldChg chg="addSp delSp modSp">
        <pc:chgData name="Camilla Cicatello" userId="S::camilla.cicatello@xbiglylabs.co.za::749529ea-be00-4511-aacd-f75af8aa7456" providerId="AD" clId="Web-{EA8095D3-32FC-6D7D-1890-C9E7915A8246}" dt="2025-11-19T10:12:07.538" v="242" actId="14100"/>
        <pc:sldMkLst>
          <pc:docMk/>
          <pc:sldMk cId="2385839186" sldId="3926"/>
        </pc:sldMkLst>
        <pc:spChg chg="mod">
          <ac:chgData name="Camilla Cicatello" userId="S::camilla.cicatello@xbiglylabs.co.za::749529ea-be00-4511-aacd-f75af8aa7456" providerId="AD" clId="Web-{EA8095D3-32FC-6D7D-1890-C9E7915A8246}" dt="2025-11-19T10:10:59.131" v="235" actId="1076"/>
          <ac:spMkLst>
            <pc:docMk/>
            <pc:sldMk cId="2385839186" sldId="3926"/>
            <ac:spMk id="3" creationId="{319AB03E-5A5F-7BC6-E7E0-2B07947B7488}"/>
          </ac:spMkLst>
        </pc:spChg>
        <pc:spChg chg="add mod">
          <ac:chgData name="Camilla Cicatello" userId="S::camilla.cicatello@xbiglylabs.co.za::749529ea-be00-4511-aacd-f75af8aa7456" providerId="AD" clId="Web-{EA8095D3-32FC-6D7D-1890-C9E7915A8246}" dt="2025-11-19T10:12:07.538" v="242" actId="14100"/>
          <ac:spMkLst>
            <pc:docMk/>
            <pc:sldMk cId="2385839186" sldId="3926"/>
            <ac:spMk id="20" creationId="{04239EF4-7673-A043-13E2-7227CC5BBDBC}"/>
          </ac:spMkLst>
        </pc:spChg>
        <pc:spChg chg="mod">
          <ac:chgData name="Camilla Cicatello" userId="S::camilla.cicatello@xbiglylabs.co.za::749529ea-be00-4511-aacd-f75af8aa7456" providerId="AD" clId="Web-{EA8095D3-32FC-6D7D-1890-C9E7915A8246}" dt="2025-11-19T10:10:59.084" v="234" actId="1076"/>
          <ac:spMkLst>
            <pc:docMk/>
            <pc:sldMk cId="2385839186" sldId="3926"/>
            <ac:spMk id="43" creationId="{712975DC-C144-182F-C882-C4CD0E53B85E}"/>
          </ac:spMkLst>
        </pc:spChg>
        <pc:grpChg chg="mod">
          <ac:chgData name="Camilla Cicatello" userId="S::camilla.cicatello@xbiglylabs.co.za::749529ea-be00-4511-aacd-f75af8aa7456" providerId="AD" clId="Web-{EA8095D3-32FC-6D7D-1890-C9E7915A8246}" dt="2025-11-19T10:11:30.084" v="240" actId="1076"/>
          <ac:grpSpMkLst>
            <pc:docMk/>
            <pc:sldMk cId="2385839186" sldId="3926"/>
            <ac:grpSpMk id="38" creationId="{00816E11-72C4-AB28-2413-44355A4B3929}"/>
          </ac:grpSpMkLst>
        </pc:grpChg>
      </pc:sldChg>
      <pc:sldChg chg="addSp delSp modSp">
        <pc:chgData name="Camilla Cicatello" userId="S::camilla.cicatello@xbiglylabs.co.za::749529ea-be00-4511-aacd-f75af8aa7456" providerId="AD" clId="Web-{EA8095D3-32FC-6D7D-1890-C9E7915A8246}" dt="2025-11-19T10:23:40.576" v="461" actId="1076"/>
        <pc:sldMkLst>
          <pc:docMk/>
          <pc:sldMk cId="4035213039" sldId="3928"/>
        </pc:sldMkLst>
        <pc:spChg chg="mod">
          <ac:chgData name="Camilla Cicatello" userId="S::camilla.cicatello@xbiglylabs.co.za::749529ea-be00-4511-aacd-f75af8aa7456" providerId="AD" clId="Web-{EA8095D3-32FC-6D7D-1890-C9E7915A8246}" dt="2025-11-19T10:23:40.576" v="461" actId="1076"/>
          <ac:spMkLst>
            <pc:docMk/>
            <pc:sldMk cId="4035213039" sldId="3928"/>
            <ac:spMk id="4" creationId="{78264D91-2535-79D1-4C85-6BEC00DB285F}"/>
          </ac:spMkLst>
        </pc:spChg>
        <pc:spChg chg="add mod">
          <ac:chgData name="Camilla Cicatello" userId="S::camilla.cicatello@xbiglylabs.co.za::749529ea-be00-4511-aacd-f75af8aa7456" providerId="AD" clId="Web-{EA8095D3-32FC-6D7D-1890-C9E7915A8246}" dt="2025-11-19T10:22:02.904" v="430" actId="20577"/>
          <ac:spMkLst>
            <pc:docMk/>
            <pc:sldMk cId="4035213039" sldId="3928"/>
            <ac:spMk id="13" creationId="{1B651961-382E-C099-0AF9-6ABF87D7930F}"/>
          </ac:spMkLst>
        </pc:spChg>
        <pc:spChg chg="mod">
          <ac:chgData name="Camilla Cicatello" userId="S::camilla.cicatello@xbiglylabs.co.za::749529ea-be00-4511-aacd-f75af8aa7456" providerId="AD" clId="Web-{EA8095D3-32FC-6D7D-1890-C9E7915A8246}" dt="2025-11-19T10:21:38.482" v="423" actId="14100"/>
          <ac:spMkLst>
            <pc:docMk/>
            <pc:sldMk cId="4035213039" sldId="3928"/>
            <ac:spMk id="15" creationId="{F671B4FE-52F9-A89C-236D-B56329D9DEB8}"/>
          </ac:spMkLst>
        </pc:spChg>
        <pc:spChg chg="mod">
          <ac:chgData name="Camilla Cicatello" userId="S::camilla.cicatello@xbiglylabs.co.za::749529ea-be00-4511-aacd-f75af8aa7456" providerId="AD" clId="Web-{EA8095D3-32FC-6D7D-1890-C9E7915A8246}" dt="2025-11-19T10:23:27.483" v="459" actId="20577"/>
          <ac:spMkLst>
            <pc:docMk/>
            <pc:sldMk cId="4035213039" sldId="3928"/>
            <ac:spMk id="43" creationId="{899EDEFE-2E8B-88A4-5E29-D021E55A1754}"/>
          </ac:spMkLst>
        </pc:spChg>
        <pc:grpChg chg="mod">
          <ac:chgData name="Camilla Cicatello" userId="S::camilla.cicatello@xbiglylabs.co.za::749529ea-be00-4511-aacd-f75af8aa7456" providerId="AD" clId="Web-{EA8095D3-32FC-6D7D-1890-C9E7915A8246}" dt="2025-11-19T10:23:28.748" v="460" actId="14100"/>
          <ac:grpSpMkLst>
            <pc:docMk/>
            <pc:sldMk cId="4035213039" sldId="3928"/>
            <ac:grpSpMk id="38" creationId="{4917DAE9-F6BC-F073-8A88-FD62116FC0E4}"/>
          </ac:grpSpMkLst>
        </pc:grpChg>
      </pc:sldChg>
      <pc:sldChg chg="addSp delSp modSp">
        <pc:chgData name="Camilla Cicatello" userId="S::camilla.cicatello@xbiglylabs.co.za::749529ea-be00-4511-aacd-f75af8aa7456" providerId="AD" clId="Web-{EA8095D3-32FC-6D7D-1890-C9E7915A8246}" dt="2025-11-19T10:20:48.966" v="416"/>
        <pc:sldMkLst>
          <pc:docMk/>
          <pc:sldMk cId="3575360584" sldId="3933"/>
        </pc:sldMkLst>
        <pc:spChg chg="add del mod">
          <ac:chgData name="Camilla Cicatello" userId="S::camilla.cicatello@xbiglylabs.co.za::749529ea-be00-4511-aacd-f75af8aa7456" providerId="AD" clId="Web-{EA8095D3-32FC-6D7D-1890-C9E7915A8246}" dt="2025-11-19T10:07:27.505" v="175" actId="1076"/>
          <ac:spMkLst>
            <pc:docMk/>
            <pc:sldMk cId="3575360584" sldId="3933"/>
            <ac:spMk id="2" creationId="{EF43AC07-946E-A38E-0E7E-6ED59E46BB1E}"/>
          </ac:spMkLst>
        </pc:spChg>
        <pc:spChg chg="add mod">
          <ac:chgData name="Camilla Cicatello" userId="S::camilla.cicatello@xbiglylabs.co.za::749529ea-be00-4511-aacd-f75af8aa7456" providerId="AD" clId="Web-{EA8095D3-32FC-6D7D-1890-C9E7915A8246}" dt="2025-11-19T10:07:17.036" v="171" actId="1076"/>
          <ac:spMkLst>
            <pc:docMk/>
            <pc:sldMk cId="3575360584" sldId="3933"/>
            <ac:spMk id="6" creationId="{73801409-D2B6-9468-118A-668E771F9974}"/>
          </ac:spMkLst>
        </pc:spChg>
        <pc:spChg chg="add mod">
          <ac:chgData name="Camilla Cicatello" userId="S::camilla.cicatello@xbiglylabs.co.za::749529ea-be00-4511-aacd-f75af8aa7456" providerId="AD" clId="Web-{EA8095D3-32FC-6D7D-1890-C9E7915A8246}" dt="2025-11-19T10:07:21.911" v="173" actId="1076"/>
          <ac:spMkLst>
            <pc:docMk/>
            <pc:sldMk cId="3575360584" sldId="3933"/>
            <ac:spMk id="12" creationId="{A09BB001-ABF4-7B04-9122-AB2A1E878B67}"/>
          </ac:spMkLst>
        </pc:spChg>
        <pc:graphicFrameChg chg="mod modGraphic">
          <ac:chgData name="Camilla Cicatello" userId="S::camilla.cicatello@xbiglylabs.co.za::749529ea-be00-4511-aacd-f75af8aa7456" providerId="AD" clId="Web-{EA8095D3-32FC-6D7D-1890-C9E7915A8246}" dt="2025-11-19T10:20:48.966" v="416"/>
          <ac:graphicFrameMkLst>
            <pc:docMk/>
            <pc:sldMk cId="3575360584" sldId="3933"/>
            <ac:graphicFrameMk id="4" creationId="{456FEF3A-2A75-164C-1C36-09DF1184676E}"/>
          </ac:graphicFrameMkLst>
        </pc:graphicFrameChg>
      </pc:sldChg>
      <pc:sldChg chg="delSp modSp add replId">
        <pc:chgData name="Camilla Cicatello" userId="S::camilla.cicatello@xbiglylabs.co.za::749529ea-be00-4511-aacd-f75af8aa7456" providerId="AD" clId="Web-{EA8095D3-32FC-6D7D-1890-C9E7915A8246}" dt="2025-11-19T10:13:52.805" v="264" actId="20577"/>
        <pc:sldMkLst>
          <pc:docMk/>
          <pc:sldMk cId="3656680631" sldId="3936"/>
        </pc:sldMkLst>
        <pc:spChg chg="mod">
          <ac:chgData name="Camilla Cicatello" userId="S::camilla.cicatello@xbiglylabs.co.za::749529ea-be00-4511-aacd-f75af8aa7456" providerId="AD" clId="Web-{EA8095D3-32FC-6D7D-1890-C9E7915A8246}" dt="2025-11-19T09:55:48.347" v="137" actId="14100"/>
          <ac:spMkLst>
            <pc:docMk/>
            <pc:sldMk cId="3656680631" sldId="3936"/>
            <ac:spMk id="16" creationId="{B02E0077-E9DC-08AE-E543-35889E984039}"/>
          </ac:spMkLst>
        </pc:spChg>
        <pc:spChg chg="mod">
          <ac:chgData name="Camilla Cicatello" userId="S::camilla.cicatello@xbiglylabs.co.za::749529ea-be00-4511-aacd-f75af8aa7456" providerId="AD" clId="Web-{EA8095D3-32FC-6D7D-1890-C9E7915A8246}" dt="2025-11-19T10:13:52.805" v="264" actId="20577"/>
          <ac:spMkLst>
            <pc:docMk/>
            <pc:sldMk cId="3656680631" sldId="3936"/>
            <ac:spMk id="40" creationId="{52E7177E-997C-102A-EF88-9E1BC9E83305}"/>
          </ac:spMkLst>
        </pc:spChg>
        <pc:grpChg chg="mod">
          <ac:chgData name="Camilla Cicatello" userId="S::camilla.cicatello@xbiglylabs.co.za::749529ea-be00-4511-aacd-f75af8aa7456" providerId="AD" clId="Web-{EA8095D3-32FC-6D7D-1890-C9E7915A8246}" dt="2025-11-19T09:59:27.191" v="138" actId="1076"/>
          <ac:grpSpMkLst>
            <pc:docMk/>
            <pc:sldMk cId="3656680631" sldId="3936"/>
            <ac:grpSpMk id="38" creationId="{7FC0AA99-AB61-ED98-D4CB-5B9FEA4E5B6F}"/>
          </ac:grpSpMkLst>
        </pc:grpChg>
        <pc:picChg chg="mod">
          <ac:chgData name="Camilla Cicatello" userId="S::camilla.cicatello@xbiglylabs.co.za::749529ea-be00-4511-aacd-f75af8aa7456" providerId="AD" clId="Web-{EA8095D3-32FC-6D7D-1890-C9E7915A8246}" dt="2025-11-19T09:50:08.704" v="101" actId="1076"/>
          <ac:picMkLst>
            <pc:docMk/>
            <pc:sldMk cId="3656680631" sldId="3936"/>
            <ac:picMk id="18" creationId="{EACE71D2-4CAB-DA76-665B-37DDF5811CE7}"/>
          </ac:picMkLst>
        </pc:picChg>
      </pc:sldChg>
      <pc:sldChg chg="addSp delSp modSp add replId">
        <pc:chgData name="Camilla Cicatello" userId="S::camilla.cicatello@xbiglylabs.co.za::749529ea-be00-4511-aacd-f75af8aa7456" providerId="AD" clId="Web-{EA8095D3-32FC-6D7D-1890-C9E7915A8246}" dt="2025-11-19T10:14:50.947" v="329" actId="20577"/>
        <pc:sldMkLst>
          <pc:docMk/>
          <pc:sldMk cId="206386329" sldId="3937"/>
        </pc:sldMkLst>
        <pc:spChg chg="mod">
          <ac:chgData name="Camilla Cicatello" userId="S::camilla.cicatello@xbiglylabs.co.za::749529ea-be00-4511-aacd-f75af8aa7456" providerId="AD" clId="Web-{EA8095D3-32FC-6D7D-1890-C9E7915A8246}" dt="2025-11-19T10:14:50.947" v="329" actId="20577"/>
          <ac:spMkLst>
            <pc:docMk/>
            <pc:sldMk cId="206386329" sldId="3937"/>
            <ac:spMk id="7" creationId="{3EB76B9D-E6A9-B114-36C5-9BE04F4438AA}"/>
          </ac:spMkLst>
        </pc:spChg>
        <pc:spChg chg="add mod">
          <ac:chgData name="Camilla Cicatello" userId="S::camilla.cicatello@xbiglylabs.co.za::749529ea-be00-4511-aacd-f75af8aa7456" providerId="AD" clId="Web-{EA8095D3-32FC-6D7D-1890-C9E7915A8246}" dt="2025-11-19T10:12:48.506" v="253" actId="20577"/>
          <ac:spMkLst>
            <pc:docMk/>
            <pc:sldMk cId="206386329" sldId="3937"/>
            <ac:spMk id="10" creationId="{96DA19EA-F246-9E72-A61F-3E554DF05C95}"/>
          </ac:spMkLst>
        </pc:spChg>
        <pc:grpChg chg="add">
          <ac:chgData name="Camilla Cicatello" userId="S::camilla.cicatello@xbiglylabs.co.za::749529ea-be00-4511-aacd-f75af8aa7456" providerId="AD" clId="Web-{EA8095D3-32FC-6D7D-1890-C9E7915A8246}" dt="2025-11-19T10:12:40.772" v="246"/>
          <ac:grpSpMkLst>
            <pc:docMk/>
            <pc:sldMk cId="206386329" sldId="3937"/>
            <ac:grpSpMk id="8" creationId="{2EE33642-E64E-EAFB-D091-55A8BC02EAB2}"/>
          </ac:grpSpMkLst>
        </pc:grpChg>
        <pc:picChg chg="add">
          <ac:chgData name="Camilla Cicatello" userId="S::camilla.cicatello@xbiglylabs.co.za::749529ea-be00-4511-aacd-f75af8aa7456" providerId="AD" clId="Web-{EA8095D3-32FC-6D7D-1890-C9E7915A8246}" dt="2025-11-19T10:12:40.803" v="248"/>
          <ac:picMkLst>
            <pc:docMk/>
            <pc:sldMk cId="206386329" sldId="3937"/>
            <ac:picMk id="12" creationId="{CC6EE4AB-697B-6B35-9C9E-6A9F9CD40927}"/>
          </ac:picMkLst>
        </pc:picChg>
      </pc:sldChg>
      <pc:sldChg chg="addSp delSp modSp add replId">
        <pc:chgData name="Camilla Cicatello" userId="S::camilla.cicatello@xbiglylabs.co.za::749529ea-be00-4511-aacd-f75af8aa7456" providerId="AD" clId="Web-{EA8095D3-32FC-6D7D-1890-C9E7915A8246}" dt="2025-11-19T10:29:14.095" v="527" actId="20577"/>
        <pc:sldMkLst>
          <pc:docMk/>
          <pc:sldMk cId="2888059715" sldId="3939"/>
        </pc:sldMkLst>
        <pc:spChg chg="mod">
          <ac:chgData name="Camilla Cicatello" userId="S::camilla.cicatello@xbiglylabs.co.za::749529ea-be00-4511-aacd-f75af8aa7456" providerId="AD" clId="Web-{EA8095D3-32FC-6D7D-1890-C9E7915A8246}" dt="2025-11-19T10:26:25.062" v="516" actId="14100"/>
          <ac:spMkLst>
            <pc:docMk/>
            <pc:sldMk cId="2888059715" sldId="3939"/>
            <ac:spMk id="3" creationId="{B5DDBDAA-F660-28A0-A254-E636A91B1E77}"/>
          </ac:spMkLst>
        </pc:spChg>
        <pc:spChg chg="add mod">
          <ac:chgData name="Camilla Cicatello" userId="S::camilla.cicatello@xbiglylabs.co.za::749529ea-be00-4511-aacd-f75af8aa7456" providerId="AD" clId="Web-{EA8095D3-32FC-6D7D-1890-C9E7915A8246}" dt="2025-11-19T10:25:55.233" v="506" actId="20577"/>
          <ac:spMkLst>
            <pc:docMk/>
            <pc:sldMk cId="2888059715" sldId="3939"/>
            <ac:spMk id="14" creationId="{6DEDB860-68BE-7E18-E392-B96C56BA0C6F}"/>
          </ac:spMkLst>
        </pc:spChg>
        <pc:picChg chg="add">
          <ac:chgData name="Camilla Cicatello" userId="S::camilla.cicatello@xbiglylabs.co.za::749529ea-be00-4511-aacd-f75af8aa7456" providerId="AD" clId="Web-{EA8095D3-32FC-6D7D-1890-C9E7915A8246}" dt="2025-11-19T10:24:21.483" v="472"/>
          <ac:picMkLst>
            <pc:docMk/>
            <pc:sldMk cId="2888059715" sldId="3939"/>
            <ac:picMk id="17" creationId="{5FB81CEB-3FD1-6735-106A-978C1478D07E}"/>
          </ac:picMkLst>
        </pc:picChg>
      </pc:sldChg>
    </pc:docChg>
  </pc:docChgLst>
  <pc:docChgLst>
    <pc:chgData name="Camilla Cicatello" userId="S::camilla.cicatello@xbiglylabs.co.za::749529ea-be00-4511-aacd-f75af8aa7456" providerId="AD" clId="Web-{C99CA75C-EC94-5C89-307A-B3AD1B7B6191}"/>
    <pc:docChg chg="modSld">
      <pc:chgData name="Camilla Cicatello" userId="S::camilla.cicatello@xbiglylabs.co.za::749529ea-be00-4511-aacd-f75af8aa7456" providerId="AD" clId="Web-{C99CA75C-EC94-5C89-307A-B3AD1B7B6191}" dt="2025-11-24T07:14:33.721" v="19" actId="20577"/>
      <pc:docMkLst>
        <pc:docMk/>
      </pc:docMkLst>
      <pc:sldChg chg="modSp">
        <pc:chgData name="Camilla Cicatello" userId="S::camilla.cicatello@xbiglylabs.co.za::749529ea-be00-4511-aacd-f75af8aa7456" providerId="AD" clId="Web-{C99CA75C-EC94-5C89-307A-B3AD1B7B6191}" dt="2025-11-24T07:13:42.096" v="2" actId="20577"/>
        <pc:sldMkLst>
          <pc:docMk/>
          <pc:sldMk cId="4066140420" sldId="3941"/>
        </pc:sldMkLst>
        <pc:spChg chg="mod">
          <ac:chgData name="Camilla Cicatello" userId="S::camilla.cicatello@xbiglylabs.co.za::749529ea-be00-4511-aacd-f75af8aa7456" providerId="AD" clId="Web-{C99CA75C-EC94-5C89-307A-B3AD1B7B6191}" dt="2025-11-24T07:13:42.096" v="2" actId="20577"/>
          <ac:spMkLst>
            <pc:docMk/>
            <pc:sldMk cId="4066140420" sldId="3941"/>
            <ac:spMk id="7" creationId="{B78D72A4-DED7-CD16-821E-4E261279B0D4}"/>
          </ac:spMkLst>
        </pc:spChg>
      </pc:sldChg>
      <pc:sldChg chg="modSp">
        <pc:chgData name="Camilla Cicatello" userId="S::camilla.cicatello@xbiglylabs.co.za::749529ea-be00-4511-aacd-f75af8aa7456" providerId="AD" clId="Web-{C99CA75C-EC94-5C89-307A-B3AD1B7B6191}" dt="2025-11-24T07:14:33.721" v="19" actId="20577"/>
        <pc:sldMkLst>
          <pc:docMk/>
          <pc:sldMk cId="1544136795" sldId="3943"/>
        </pc:sldMkLst>
        <pc:spChg chg="mod">
          <ac:chgData name="Camilla Cicatello" userId="S::camilla.cicatello@xbiglylabs.co.za::749529ea-be00-4511-aacd-f75af8aa7456" providerId="AD" clId="Web-{C99CA75C-EC94-5C89-307A-B3AD1B7B6191}" dt="2025-11-24T07:14:33.721" v="19" actId="20577"/>
          <ac:spMkLst>
            <pc:docMk/>
            <pc:sldMk cId="1544136795" sldId="3943"/>
            <ac:spMk id="7" creationId="{703B6D98-19EA-0495-17E7-305B90972337}"/>
          </ac:spMkLst>
        </pc:spChg>
      </pc:sldChg>
    </pc:docChg>
  </pc:docChgLst>
  <pc:docChgLst>
    <pc:chgData name="Jaco Pieterse" userId="S::jaco.pieterse@xbiglylabs.co.za::857590e1-f3aa-4a18-b39a-ee43f972d5a3" providerId="AD" clId="Web-{FFA2C1E4-077F-FC34-C563-FEC9DFB2D6F7}"/>
    <pc:docChg chg="modSld">
      <pc:chgData name="Jaco Pieterse" userId="S::jaco.pieterse@xbiglylabs.co.za::857590e1-f3aa-4a18-b39a-ee43f972d5a3" providerId="AD" clId="Web-{FFA2C1E4-077F-FC34-C563-FEC9DFB2D6F7}" dt="2025-12-08T06:34:18.124" v="33" actId="20577"/>
      <pc:docMkLst>
        <pc:docMk/>
      </pc:docMkLst>
      <pc:sldChg chg="modSp">
        <pc:chgData name="Jaco Pieterse" userId="S::jaco.pieterse@xbiglylabs.co.za::857590e1-f3aa-4a18-b39a-ee43f972d5a3" providerId="AD" clId="Web-{FFA2C1E4-077F-FC34-C563-FEC9DFB2D6F7}" dt="2025-12-08T05:34:38.610" v="13" actId="20577"/>
        <pc:sldMkLst>
          <pc:docMk/>
          <pc:sldMk cId="1333091832" sldId="3879"/>
        </pc:sldMkLst>
        <pc:spChg chg="mod">
          <ac:chgData name="Jaco Pieterse" userId="S::jaco.pieterse@xbiglylabs.co.za::857590e1-f3aa-4a18-b39a-ee43f972d5a3" providerId="AD" clId="Web-{FFA2C1E4-077F-FC34-C563-FEC9DFB2D6F7}" dt="2025-12-08T05:34:38.610" v="13" actId="20577"/>
          <ac:spMkLst>
            <pc:docMk/>
            <pc:sldMk cId="1333091832" sldId="3879"/>
            <ac:spMk id="7" creationId="{0F572B27-EC13-B452-954D-96CD6A25FDDE}"/>
          </ac:spMkLst>
        </pc:spChg>
      </pc:sldChg>
      <pc:sldChg chg="modSp">
        <pc:chgData name="Jaco Pieterse" userId="S::jaco.pieterse@xbiglylabs.co.za::857590e1-f3aa-4a18-b39a-ee43f972d5a3" providerId="AD" clId="Web-{FFA2C1E4-077F-FC34-C563-FEC9DFB2D6F7}" dt="2025-12-08T05:34:42.876" v="15" actId="20577"/>
        <pc:sldMkLst>
          <pc:docMk/>
          <pc:sldMk cId="2796842208" sldId="3911"/>
        </pc:sldMkLst>
        <pc:spChg chg="mod">
          <ac:chgData name="Jaco Pieterse" userId="S::jaco.pieterse@xbiglylabs.co.za::857590e1-f3aa-4a18-b39a-ee43f972d5a3" providerId="AD" clId="Web-{FFA2C1E4-077F-FC34-C563-FEC9DFB2D6F7}" dt="2025-12-08T05:34:42.876" v="15" actId="20577"/>
          <ac:spMkLst>
            <pc:docMk/>
            <pc:sldMk cId="2796842208" sldId="3911"/>
            <ac:spMk id="3" creationId="{C02DD366-2F39-E291-7F51-021434797B6C}"/>
          </ac:spMkLst>
        </pc:spChg>
      </pc:sldChg>
      <pc:sldChg chg="modSp">
        <pc:chgData name="Jaco Pieterse" userId="S::jaco.pieterse@xbiglylabs.co.za::857590e1-f3aa-4a18-b39a-ee43f972d5a3" providerId="AD" clId="Web-{FFA2C1E4-077F-FC34-C563-FEC9DFB2D6F7}" dt="2025-12-08T05:34:30.970" v="10" actId="20577"/>
        <pc:sldMkLst>
          <pc:docMk/>
          <pc:sldMk cId="56742250" sldId="3919"/>
        </pc:sldMkLst>
        <pc:spChg chg="mod">
          <ac:chgData name="Jaco Pieterse" userId="S::jaco.pieterse@xbiglylabs.co.za::857590e1-f3aa-4a18-b39a-ee43f972d5a3" providerId="AD" clId="Web-{FFA2C1E4-077F-FC34-C563-FEC9DFB2D6F7}" dt="2025-12-08T05:34:30.970" v="10" actId="20577"/>
          <ac:spMkLst>
            <pc:docMk/>
            <pc:sldMk cId="56742250" sldId="3919"/>
            <ac:spMk id="3" creationId="{8F787FF7-A3CE-91A8-DBDD-0C6834A872BD}"/>
          </ac:spMkLst>
        </pc:spChg>
      </pc:sldChg>
      <pc:sldChg chg="modSp">
        <pc:chgData name="Jaco Pieterse" userId="S::jaco.pieterse@xbiglylabs.co.za::857590e1-f3aa-4a18-b39a-ee43f972d5a3" providerId="AD" clId="Web-{FFA2C1E4-077F-FC34-C563-FEC9DFB2D6F7}" dt="2025-12-08T06:33:46.764" v="27" actId="20577"/>
        <pc:sldMkLst>
          <pc:docMk/>
          <pc:sldMk cId="2288541138" sldId="3946"/>
        </pc:sldMkLst>
        <pc:spChg chg="mod">
          <ac:chgData name="Jaco Pieterse" userId="S::jaco.pieterse@xbiglylabs.co.za::857590e1-f3aa-4a18-b39a-ee43f972d5a3" providerId="AD" clId="Web-{FFA2C1E4-077F-FC34-C563-FEC9DFB2D6F7}" dt="2025-12-08T06:33:46.764" v="27" actId="20577"/>
          <ac:spMkLst>
            <pc:docMk/>
            <pc:sldMk cId="2288541138" sldId="3946"/>
            <ac:spMk id="3" creationId="{F7E80226-7402-89E5-C56C-95F776C836A7}"/>
          </ac:spMkLst>
        </pc:spChg>
      </pc:sldChg>
      <pc:sldChg chg="modSp">
        <pc:chgData name="Jaco Pieterse" userId="S::jaco.pieterse@xbiglylabs.co.za::857590e1-f3aa-4a18-b39a-ee43f972d5a3" providerId="AD" clId="Web-{FFA2C1E4-077F-FC34-C563-FEC9DFB2D6F7}" dt="2025-12-08T06:34:18.124" v="33" actId="20577"/>
        <pc:sldMkLst>
          <pc:docMk/>
          <pc:sldMk cId="3532742810" sldId="3948"/>
        </pc:sldMkLst>
        <pc:spChg chg="mod">
          <ac:chgData name="Jaco Pieterse" userId="S::jaco.pieterse@xbiglylabs.co.za::857590e1-f3aa-4a18-b39a-ee43f972d5a3" providerId="AD" clId="Web-{FFA2C1E4-077F-FC34-C563-FEC9DFB2D6F7}" dt="2025-12-08T06:34:18.124" v="33" actId="20577"/>
          <ac:spMkLst>
            <pc:docMk/>
            <pc:sldMk cId="3532742810" sldId="3948"/>
            <ac:spMk id="3" creationId="{0BA9E3B3-EA13-BF02-753B-69F758BC3D4F}"/>
          </ac:spMkLst>
        </pc:spChg>
      </pc:sldChg>
    </pc:docChg>
  </pc:docChgLst>
  <pc:docChgLst>
    <pc:chgData name="Jaco Pieterse" userId="S::jaco.pieterse@xbiglylabs.co.za::857590e1-f3aa-4a18-b39a-ee43f972d5a3" providerId="AD" clId="Web-{6B4E816D-966D-D228-1C1C-DFFA1E104BF2}"/>
    <pc:docChg chg="modSld">
      <pc:chgData name="Jaco Pieterse" userId="S::jaco.pieterse@xbiglylabs.co.za::857590e1-f3aa-4a18-b39a-ee43f972d5a3" providerId="AD" clId="Web-{6B4E816D-966D-D228-1C1C-DFFA1E104BF2}" dt="2025-11-21T05:20:54.145" v="10" actId="20577"/>
      <pc:docMkLst>
        <pc:docMk/>
      </pc:docMkLst>
      <pc:sldChg chg="modSp">
        <pc:chgData name="Jaco Pieterse" userId="S::jaco.pieterse@xbiglylabs.co.za::857590e1-f3aa-4a18-b39a-ee43f972d5a3" providerId="AD" clId="Web-{6B4E816D-966D-D228-1C1C-DFFA1E104BF2}" dt="2025-11-21T05:20:54.145" v="10" actId="20577"/>
        <pc:sldMkLst>
          <pc:docMk/>
          <pc:sldMk cId="3432214840" sldId="3921"/>
        </pc:sldMkLst>
        <pc:spChg chg="mod">
          <ac:chgData name="Jaco Pieterse" userId="S::jaco.pieterse@xbiglylabs.co.za::857590e1-f3aa-4a18-b39a-ee43f972d5a3" providerId="AD" clId="Web-{6B4E816D-966D-D228-1C1C-DFFA1E104BF2}" dt="2025-11-21T05:20:54.145" v="10" actId="20577"/>
          <ac:spMkLst>
            <pc:docMk/>
            <pc:sldMk cId="3432214840" sldId="3921"/>
            <ac:spMk id="2" creationId="{E134E40D-CEAC-9054-4C82-C1EAE22C75F3}"/>
          </ac:spMkLst>
        </pc:spChg>
      </pc:sldChg>
    </pc:docChg>
  </pc:docChgLst>
  <pc:docChgLst>
    <pc:chgData name="Camilla Cicatello" userId="S::camilla.cicatello@xbiglylabs.co.za::749529ea-be00-4511-aacd-f75af8aa7456" providerId="AD" clId="Web-{FF994F44-FEC1-9C82-2509-BA46064952BC}"/>
    <pc:docChg chg="addSld modSld">
      <pc:chgData name="Camilla Cicatello" userId="S::camilla.cicatello@xbiglylabs.co.za::749529ea-be00-4511-aacd-f75af8aa7456" providerId="AD" clId="Web-{FF994F44-FEC1-9C82-2509-BA46064952BC}" dt="2025-11-20T08:54:55.767" v="910" actId="20577"/>
      <pc:docMkLst>
        <pc:docMk/>
      </pc:docMkLst>
      <pc:sldChg chg="addSp delSp modSp">
        <pc:chgData name="Camilla Cicatello" userId="S::camilla.cicatello@xbiglylabs.co.za::749529ea-be00-4511-aacd-f75af8aa7456" providerId="AD" clId="Web-{FF994F44-FEC1-9C82-2509-BA46064952BC}" dt="2025-11-20T06:49:42.884" v="405" actId="20577"/>
        <pc:sldMkLst>
          <pc:docMk/>
          <pc:sldMk cId="1982263905" sldId="3912"/>
        </pc:sldMkLst>
        <pc:spChg chg="mod">
          <ac:chgData name="Camilla Cicatello" userId="S::camilla.cicatello@xbiglylabs.co.za::749529ea-be00-4511-aacd-f75af8aa7456" providerId="AD" clId="Web-{FF994F44-FEC1-9C82-2509-BA46064952BC}" dt="2025-11-20T06:41:52.061" v="275" actId="14100"/>
          <ac:spMkLst>
            <pc:docMk/>
            <pc:sldMk cId="1982263905" sldId="3912"/>
            <ac:spMk id="4" creationId="{CF8E187F-0507-5DB5-08C7-8AEE725A403F}"/>
          </ac:spMkLst>
        </pc:spChg>
        <pc:spChg chg="mod">
          <ac:chgData name="Camilla Cicatello" userId="S::camilla.cicatello@xbiglylabs.co.za::749529ea-be00-4511-aacd-f75af8aa7456" providerId="AD" clId="Web-{FF994F44-FEC1-9C82-2509-BA46064952BC}" dt="2025-11-20T06:40:16.764" v="242" actId="14100"/>
          <ac:spMkLst>
            <pc:docMk/>
            <pc:sldMk cId="1982263905" sldId="3912"/>
            <ac:spMk id="9" creationId="{B1D6868B-8142-0FEE-72AA-6C1B714EC317}"/>
          </ac:spMkLst>
        </pc:spChg>
        <pc:spChg chg="mod">
          <ac:chgData name="Camilla Cicatello" userId="S::camilla.cicatello@xbiglylabs.co.za::749529ea-be00-4511-aacd-f75af8aa7456" providerId="AD" clId="Web-{FF994F44-FEC1-9C82-2509-BA46064952BC}" dt="2025-11-20T06:42:25.624" v="283" actId="1076"/>
          <ac:spMkLst>
            <pc:docMk/>
            <pc:sldMk cId="1982263905" sldId="3912"/>
            <ac:spMk id="15" creationId="{25B22AA3-39D2-AFF3-4DAD-C3DCD82D6BCB}"/>
          </ac:spMkLst>
        </pc:spChg>
        <pc:spChg chg="add mod">
          <ac:chgData name="Camilla Cicatello" userId="S::camilla.cicatello@xbiglylabs.co.za::749529ea-be00-4511-aacd-f75af8aa7456" providerId="AD" clId="Web-{FF994F44-FEC1-9C82-2509-BA46064952BC}" dt="2025-11-20T06:49:42.884" v="405" actId="20577"/>
          <ac:spMkLst>
            <pc:docMk/>
            <pc:sldMk cId="1982263905" sldId="3912"/>
            <ac:spMk id="17" creationId="{23B96FB1-79D6-3FF2-15FD-8263D7B083B0}"/>
          </ac:spMkLst>
        </pc:spChg>
        <pc:grpChg chg="mod">
          <ac:chgData name="Camilla Cicatello" userId="S::camilla.cicatello@xbiglylabs.co.za::749529ea-be00-4511-aacd-f75af8aa7456" providerId="AD" clId="Web-{FF994F44-FEC1-9C82-2509-BA46064952BC}" dt="2025-11-20T06:40:27.670" v="244" actId="1076"/>
          <ac:grpSpMkLst>
            <pc:docMk/>
            <pc:sldMk cId="1982263905" sldId="3912"/>
            <ac:grpSpMk id="2" creationId="{9852AF25-2CD5-1102-979C-98270D08B7FD}"/>
          </ac:grpSpMkLst>
        </pc:grpChg>
        <pc:grpChg chg="mod">
          <ac:chgData name="Camilla Cicatello" userId="S::camilla.cicatello@xbiglylabs.co.za::749529ea-be00-4511-aacd-f75af8aa7456" providerId="AD" clId="Web-{FF994F44-FEC1-9C82-2509-BA46064952BC}" dt="2025-11-20T06:42:16.937" v="280" actId="1076"/>
          <ac:grpSpMkLst>
            <pc:docMk/>
            <pc:sldMk cId="1982263905" sldId="3912"/>
            <ac:grpSpMk id="13" creationId="{C5CCAB37-6E75-65EB-7ACD-01C52E892481}"/>
          </ac:grpSpMkLst>
        </pc:grpChg>
      </pc:sldChg>
      <pc:sldChg chg="modSp">
        <pc:chgData name="Camilla Cicatello" userId="S::camilla.cicatello@xbiglylabs.co.za::749529ea-be00-4511-aacd-f75af8aa7456" providerId="AD" clId="Web-{FF994F44-FEC1-9C82-2509-BA46064952BC}" dt="2025-11-20T06:34:15.605" v="228" actId="20577"/>
        <pc:sldMkLst>
          <pc:docMk/>
          <pc:sldMk cId="1718591236" sldId="3920"/>
        </pc:sldMkLst>
        <pc:spChg chg="mod">
          <ac:chgData name="Camilla Cicatello" userId="S::camilla.cicatello@xbiglylabs.co.za::749529ea-be00-4511-aacd-f75af8aa7456" providerId="AD" clId="Web-{FF994F44-FEC1-9C82-2509-BA46064952BC}" dt="2025-11-20T06:34:15.605" v="228" actId="20577"/>
          <ac:spMkLst>
            <pc:docMk/>
            <pc:sldMk cId="1718591236" sldId="3920"/>
            <ac:spMk id="3" creationId="{A022C4CC-8EB0-5374-8FBE-8C80CFD31657}"/>
          </ac:spMkLst>
        </pc:spChg>
      </pc:sldChg>
      <pc:sldChg chg="addSp delSp modSp">
        <pc:chgData name="Camilla Cicatello" userId="S::camilla.cicatello@xbiglylabs.co.za::749529ea-be00-4511-aacd-f75af8aa7456" providerId="AD" clId="Web-{FF994F44-FEC1-9C82-2509-BA46064952BC}" dt="2025-11-20T06:39:27.811" v="238" actId="1076"/>
        <pc:sldMkLst>
          <pc:docMk/>
          <pc:sldMk cId="2693037217" sldId="3925"/>
        </pc:sldMkLst>
        <pc:spChg chg="mod">
          <ac:chgData name="Camilla Cicatello" userId="S::camilla.cicatello@xbiglylabs.co.za::749529ea-be00-4511-aacd-f75af8aa7456" providerId="AD" clId="Web-{FF994F44-FEC1-9C82-2509-BA46064952BC}" dt="2025-11-20T06:39:18.654" v="232" actId="1076"/>
          <ac:spMkLst>
            <pc:docMk/>
            <pc:sldMk cId="2693037217" sldId="3925"/>
            <ac:spMk id="4" creationId="{78264D91-2535-79D1-4C85-6BEC00DB285F}"/>
          </ac:spMkLst>
        </pc:spChg>
        <pc:spChg chg="mod">
          <ac:chgData name="Camilla Cicatello" userId="S::camilla.cicatello@xbiglylabs.co.za::749529ea-be00-4511-aacd-f75af8aa7456" providerId="AD" clId="Web-{FF994F44-FEC1-9C82-2509-BA46064952BC}" dt="2025-11-20T06:38:49.982" v="229" actId="14100"/>
          <ac:spMkLst>
            <pc:docMk/>
            <pc:sldMk cId="2693037217" sldId="3925"/>
            <ac:spMk id="11" creationId="{34F0FC88-6F44-FC02-8942-45FAD90BFA8F}"/>
          </ac:spMkLst>
        </pc:spChg>
        <pc:spChg chg="mod">
          <ac:chgData name="Camilla Cicatello" userId="S::camilla.cicatello@xbiglylabs.co.za::749529ea-be00-4511-aacd-f75af8aa7456" providerId="AD" clId="Web-{FF994F44-FEC1-9C82-2509-BA46064952BC}" dt="2025-11-20T06:39:27.811" v="238" actId="1076"/>
          <ac:spMkLst>
            <pc:docMk/>
            <pc:sldMk cId="2693037217" sldId="3925"/>
            <ac:spMk id="43" creationId="{899EDEFE-2E8B-88A4-5E29-D021E55A1754}"/>
          </ac:spMkLst>
        </pc:spChg>
        <pc:grpChg chg="mod">
          <ac:chgData name="Camilla Cicatello" userId="S::camilla.cicatello@xbiglylabs.co.za::749529ea-be00-4511-aacd-f75af8aa7456" providerId="AD" clId="Web-{FF994F44-FEC1-9C82-2509-BA46064952BC}" dt="2025-11-19T16:33:41.424" v="148" actId="1076"/>
          <ac:grpSpMkLst>
            <pc:docMk/>
            <pc:sldMk cId="2693037217" sldId="3925"/>
            <ac:grpSpMk id="9" creationId="{32E35997-9C66-6C9A-94E4-0CFD23F1DB0F}"/>
          </ac:grpSpMkLst>
        </pc:grpChg>
        <pc:grpChg chg="mod">
          <ac:chgData name="Camilla Cicatello" userId="S::camilla.cicatello@xbiglylabs.co.za::749529ea-be00-4511-aacd-f75af8aa7456" providerId="AD" clId="Web-{FF994F44-FEC1-9C82-2509-BA46064952BC}" dt="2025-11-20T06:39:18.686" v="233" actId="1076"/>
          <ac:grpSpMkLst>
            <pc:docMk/>
            <pc:sldMk cId="2693037217" sldId="3925"/>
            <ac:grpSpMk id="38" creationId="{4917DAE9-F6BC-F073-8A88-FD62116FC0E4}"/>
          </ac:grpSpMkLst>
        </pc:grpChg>
      </pc:sldChg>
      <pc:sldChg chg="addSp delSp modSp">
        <pc:chgData name="Camilla Cicatello" userId="S::camilla.cicatello@xbiglylabs.co.za::749529ea-be00-4511-aacd-f75af8aa7456" providerId="AD" clId="Web-{FF994F44-FEC1-9C82-2509-BA46064952BC}" dt="2025-11-19T16:34:55.002" v="171"/>
        <pc:sldMkLst>
          <pc:docMk/>
          <pc:sldMk cId="2385839186" sldId="3926"/>
        </pc:sldMkLst>
        <pc:spChg chg="mod">
          <ac:chgData name="Camilla Cicatello" userId="S::camilla.cicatello@xbiglylabs.co.za::749529ea-be00-4511-aacd-f75af8aa7456" providerId="AD" clId="Web-{FF994F44-FEC1-9C82-2509-BA46064952BC}" dt="2025-11-19T16:34:11.940" v="154" actId="20577"/>
          <ac:spMkLst>
            <pc:docMk/>
            <pc:sldMk cId="2385839186" sldId="3926"/>
            <ac:spMk id="3" creationId="{319AB03E-5A5F-7BC6-E7E0-2B07947B7488}"/>
          </ac:spMkLst>
        </pc:spChg>
        <pc:spChg chg="mod">
          <ac:chgData name="Camilla Cicatello" userId="S::camilla.cicatello@xbiglylabs.co.za::749529ea-be00-4511-aacd-f75af8aa7456" providerId="AD" clId="Web-{FF994F44-FEC1-9C82-2509-BA46064952BC}" dt="2025-11-19T16:32:29.267" v="135" actId="14100"/>
          <ac:spMkLst>
            <pc:docMk/>
            <pc:sldMk cId="2385839186" sldId="3926"/>
            <ac:spMk id="20" creationId="{04239EF4-7673-A043-13E2-7227CC5BBDBC}"/>
          </ac:spMkLst>
        </pc:spChg>
        <pc:spChg chg="mod">
          <ac:chgData name="Camilla Cicatello" userId="S::camilla.cicatello@xbiglylabs.co.za::749529ea-be00-4511-aacd-f75af8aa7456" providerId="AD" clId="Web-{FF994F44-FEC1-9C82-2509-BA46064952BC}" dt="2025-11-19T16:28:22.609" v="81" actId="1076"/>
          <ac:spMkLst>
            <pc:docMk/>
            <pc:sldMk cId="2385839186" sldId="3926"/>
            <ac:spMk id="39" creationId="{50E9F01E-6CD6-A545-17B9-54F6BD774E18}"/>
          </ac:spMkLst>
        </pc:spChg>
        <pc:spChg chg="mod">
          <ac:chgData name="Camilla Cicatello" userId="S::camilla.cicatello@xbiglylabs.co.za::749529ea-be00-4511-aacd-f75af8aa7456" providerId="AD" clId="Web-{FF994F44-FEC1-9C82-2509-BA46064952BC}" dt="2025-11-19T16:34:25.002" v="164" actId="1076"/>
          <ac:spMkLst>
            <pc:docMk/>
            <pc:sldMk cId="2385839186" sldId="3926"/>
            <ac:spMk id="43" creationId="{712975DC-C144-182F-C882-C4CD0E53B85E}"/>
          </ac:spMkLst>
        </pc:spChg>
        <pc:grpChg chg="add">
          <ac:chgData name="Camilla Cicatello" userId="S::camilla.cicatello@xbiglylabs.co.za::749529ea-be00-4511-aacd-f75af8aa7456" providerId="AD" clId="Web-{FF994F44-FEC1-9C82-2509-BA46064952BC}" dt="2025-11-19T16:34:55.002" v="171"/>
          <ac:grpSpMkLst>
            <pc:docMk/>
            <pc:sldMk cId="2385839186" sldId="3926"/>
            <ac:grpSpMk id="24" creationId="{90DB410B-5060-C61C-EA5E-DA51486F3F3D}"/>
          </ac:grpSpMkLst>
        </pc:grpChg>
        <pc:grpChg chg="mod">
          <ac:chgData name="Camilla Cicatello" userId="S::camilla.cicatello@xbiglylabs.co.za::749529ea-be00-4511-aacd-f75af8aa7456" providerId="AD" clId="Web-{FF994F44-FEC1-9C82-2509-BA46064952BC}" dt="2025-11-19T16:34:24.971" v="163" actId="1076"/>
          <ac:grpSpMkLst>
            <pc:docMk/>
            <pc:sldMk cId="2385839186" sldId="3926"/>
            <ac:grpSpMk id="38" creationId="{00816E11-72C4-AB28-2413-44355A4B3929}"/>
          </ac:grpSpMkLst>
        </pc:grpChg>
      </pc:sldChg>
      <pc:sldChg chg="addSp delSp modSp">
        <pc:chgData name="Camilla Cicatello" userId="S::camilla.cicatello@xbiglylabs.co.za::749529ea-be00-4511-aacd-f75af8aa7456" providerId="AD" clId="Web-{FF994F44-FEC1-9C82-2509-BA46064952BC}" dt="2025-11-19T16:36:22.552" v="189" actId="20577"/>
        <pc:sldMkLst>
          <pc:docMk/>
          <pc:sldMk cId="4035213039" sldId="3928"/>
        </pc:sldMkLst>
        <pc:spChg chg="mod">
          <ac:chgData name="Camilla Cicatello" userId="S::camilla.cicatello@xbiglylabs.co.za::749529ea-be00-4511-aacd-f75af8aa7456" providerId="AD" clId="Web-{FF994F44-FEC1-9C82-2509-BA46064952BC}" dt="2025-11-19T16:35:59.473" v="184" actId="20577"/>
          <ac:spMkLst>
            <pc:docMk/>
            <pc:sldMk cId="4035213039" sldId="3928"/>
            <ac:spMk id="4" creationId="{78264D91-2535-79D1-4C85-6BEC00DB285F}"/>
          </ac:spMkLst>
        </pc:spChg>
        <pc:spChg chg="mod">
          <ac:chgData name="Camilla Cicatello" userId="S::camilla.cicatello@xbiglylabs.co.za::749529ea-be00-4511-aacd-f75af8aa7456" providerId="AD" clId="Web-{FF994F44-FEC1-9C82-2509-BA46064952BC}" dt="2025-11-19T16:32:23.752" v="134" actId="14100"/>
          <ac:spMkLst>
            <pc:docMk/>
            <pc:sldMk cId="4035213039" sldId="3928"/>
            <ac:spMk id="13" creationId="{1B651961-382E-C099-0AF9-6ABF87D7930F}"/>
          </ac:spMkLst>
        </pc:spChg>
        <pc:spChg chg="mod">
          <ac:chgData name="Camilla Cicatello" userId="S::camilla.cicatello@xbiglylabs.co.za::749529ea-be00-4511-aacd-f75af8aa7456" providerId="AD" clId="Web-{FF994F44-FEC1-9C82-2509-BA46064952BC}" dt="2025-11-19T16:30:19.954" v="103" actId="1076"/>
          <ac:spMkLst>
            <pc:docMk/>
            <pc:sldMk cId="4035213039" sldId="3928"/>
            <ac:spMk id="43" creationId="{899EDEFE-2E8B-88A4-5E29-D021E55A1754}"/>
          </ac:spMkLst>
        </pc:spChg>
        <pc:grpChg chg="add">
          <ac:chgData name="Camilla Cicatello" userId="S::camilla.cicatello@xbiglylabs.co.za::749529ea-be00-4511-aacd-f75af8aa7456" providerId="AD" clId="Web-{FF994F44-FEC1-9C82-2509-BA46064952BC}" dt="2025-11-19T16:35:05.534" v="177"/>
          <ac:grpSpMkLst>
            <pc:docMk/>
            <pc:sldMk cId="4035213039" sldId="3928"/>
            <ac:grpSpMk id="12" creationId="{46834F7F-1C9B-58E0-9A5F-7B66665DE4C2}"/>
          </ac:grpSpMkLst>
        </pc:grpChg>
        <pc:grpChg chg="mod">
          <ac:chgData name="Camilla Cicatello" userId="S::camilla.cicatello@xbiglylabs.co.za::749529ea-be00-4511-aacd-f75af8aa7456" providerId="AD" clId="Web-{FF994F44-FEC1-9C82-2509-BA46064952BC}" dt="2025-11-19T16:32:09.095" v="132" actId="14100"/>
          <ac:grpSpMkLst>
            <pc:docMk/>
            <pc:sldMk cId="4035213039" sldId="3928"/>
            <ac:grpSpMk id="38" creationId="{4917DAE9-F6BC-F073-8A88-FD62116FC0E4}"/>
          </ac:grpSpMkLst>
        </pc:grpChg>
      </pc:sldChg>
      <pc:sldChg chg="addSp delSp modSp">
        <pc:chgData name="Camilla Cicatello" userId="S::camilla.cicatello@xbiglylabs.co.za::749529ea-be00-4511-aacd-f75af8aa7456" providerId="AD" clId="Web-{FF994F44-FEC1-9C82-2509-BA46064952BC}" dt="2025-11-20T08:34:10.263" v="685" actId="14100"/>
        <pc:sldMkLst>
          <pc:docMk/>
          <pc:sldMk cId="3656680631" sldId="3936"/>
        </pc:sldMkLst>
        <pc:spChg chg="mod">
          <ac:chgData name="Camilla Cicatello" userId="S::camilla.cicatello@xbiglylabs.co.za::749529ea-be00-4511-aacd-f75af8aa7456" providerId="AD" clId="Web-{FF994F44-FEC1-9C82-2509-BA46064952BC}" dt="2025-11-19T16:24:56.529" v="28" actId="20577"/>
          <ac:spMkLst>
            <pc:docMk/>
            <pc:sldMk cId="3656680631" sldId="3936"/>
            <ac:spMk id="16" creationId="{B02E0077-E9DC-08AE-E543-35889E984039}"/>
          </ac:spMkLst>
        </pc:spChg>
        <pc:spChg chg="mod">
          <ac:chgData name="Camilla Cicatello" userId="S::camilla.cicatello@xbiglylabs.co.za::749529ea-be00-4511-aacd-f75af8aa7456" providerId="AD" clId="Web-{FF994F44-FEC1-9C82-2509-BA46064952BC}" dt="2025-11-20T08:34:00.513" v="683" actId="1076"/>
          <ac:spMkLst>
            <pc:docMk/>
            <pc:sldMk cId="3656680631" sldId="3936"/>
            <ac:spMk id="39" creationId="{74038F5A-8E03-6B37-9E36-814CEAE15A8D}"/>
          </ac:spMkLst>
        </pc:spChg>
        <pc:spChg chg="mod">
          <ac:chgData name="Camilla Cicatello" userId="S::camilla.cicatello@xbiglylabs.co.za::749529ea-be00-4511-aacd-f75af8aa7456" providerId="AD" clId="Web-{FF994F44-FEC1-9C82-2509-BA46064952BC}" dt="2025-11-20T08:33:51.966" v="679" actId="20577"/>
          <ac:spMkLst>
            <pc:docMk/>
            <pc:sldMk cId="3656680631" sldId="3936"/>
            <ac:spMk id="40" creationId="{52E7177E-997C-102A-EF88-9E1BC9E83305}"/>
          </ac:spMkLst>
        </pc:spChg>
        <pc:grpChg chg="add">
          <ac:chgData name="Camilla Cicatello" userId="S::camilla.cicatello@xbiglylabs.co.za::749529ea-be00-4511-aacd-f75af8aa7456" providerId="AD" clId="Web-{FF994F44-FEC1-9C82-2509-BA46064952BC}" dt="2025-11-19T16:34:51.565" v="169"/>
          <ac:grpSpMkLst>
            <pc:docMk/>
            <pc:sldMk cId="3656680631" sldId="3936"/>
            <ac:grpSpMk id="10" creationId="{7F9E28B6-0EDB-B2C6-B62F-67AB768B90AC}"/>
          </ac:grpSpMkLst>
        </pc:grpChg>
        <pc:grpChg chg="mod">
          <ac:chgData name="Camilla Cicatello" userId="S::camilla.cicatello@xbiglylabs.co.za::749529ea-be00-4511-aacd-f75af8aa7456" providerId="AD" clId="Web-{FF994F44-FEC1-9C82-2509-BA46064952BC}" dt="2025-11-20T08:34:10.263" v="685" actId="14100"/>
          <ac:grpSpMkLst>
            <pc:docMk/>
            <pc:sldMk cId="3656680631" sldId="3936"/>
            <ac:grpSpMk id="38" creationId="{7FC0AA99-AB61-ED98-D4CB-5B9FEA4E5B6F}"/>
          </ac:grpSpMkLst>
        </pc:grpChg>
      </pc:sldChg>
      <pc:sldChg chg="addSp delSp modSp">
        <pc:chgData name="Camilla Cicatello" userId="S::camilla.cicatello@xbiglylabs.co.za::749529ea-be00-4511-aacd-f75af8aa7456" providerId="AD" clId="Web-{FF994F44-FEC1-9C82-2509-BA46064952BC}" dt="2025-11-20T08:39:54.612" v="762" actId="20577"/>
        <pc:sldMkLst>
          <pc:docMk/>
          <pc:sldMk cId="206386329" sldId="3937"/>
        </pc:sldMkLst>
        <pc:spChg chg="mod">
          <ac:chgData name="Camilla Cicatello" userId="S::camilla.cicatello@xbiglylabs.co.za::749529ea-be00-4511-aacd-f75af8aa7456" providerId="AD" clId="Web-{FF994F44-FEC1-9C82-2509-BA46064952BC}" dt="2025-11-20T08:35:36.484" v="699" actId="14100"/>
          <ac:spMkLst>
            <pc:docMk/>
            <pc:sldMk cId="206386329" sldId="3937"/>
            <ac:spMk id="4" creationId="{740E98F6-9251-D70D-8A72-2DA0F0A18E04}"/>
          </ac:spMkLst>
        </pc:spChg>
        <pc:spChg chg="mod">
          <ac:chgData name="Camilla Cicatello" userId="S::camilla.cicatello@xbiglylabs.co.za::749529ea-be00-4511-aacd-f75af8aa7456" providerId="AD" clId="Web-{FF994F44-FEC1-9C82-2509-BA46064952BC}" dt="2025-11-20T08:39:54.612" v="762" actId="20577"/>
          <ac:spMkLst>
            <pc:docMk/>
            <pc:sldMk cId="206386329" sldId="3937"/>
            <ac:spMk id="7" creationId="{3EB76B9D-E6A9-B114-36C5-9BE04F4438AA}"/>
          </ac:spMkLst>
        </pc:spChg>
        <pc:spChg chg="mod">
          <ac:chgData name="Camilla Cicatello" userId="S::camilla.cicatello@xbiglylabs.co.za::749529ea-be00-4511-aacd-f75af8aa7456" providerId="AD" clId="Web-{FF994F44-FEC1-9C82-2509-BA46064952BC}" dt="2025-11-19T16:29:40.657" v="94" actId="20577"/>
          <ac:spMkLst>
            <pc:docMk/>
            <pc:sldMk cId="206386329" sldId="3937"/>
            <ac:spMk id="10" creationId="{96DA19EA-F246-9E72-A61F-3E554DF05C95}"/>
          </ac:spMkLst>
        </pc:spChg>
        <pc:grpChg chg="add">
          <ac:chgData name="Camilla Cicatello" userId="S::camilla.cicatello@xbiglylabs.co.za::749529ea-be00-4511-aacd-f75af8aa7456" providerId="AD" clId="Web-{FF994F44-FEC1-9C82-2509-BA46064952BC}" dt="2025-11-19T16:35:01.487" v="175"/>
          <ac:grpSpMkLst>
            <pc:docMk/>
            <pc:sldMk cId="206386329" sldId="3937"/>
            <ac:grpSpMk id="20" creationId="{D1C8E5EB-6F4D-2A65-C216-DA74BB964728}"/>
          </ac:grpSpMkLst>
        </pc:grpChg>
      </pc:sldChg>
      <pc:sldChg chg="addSp delSp modSp">
        <pc:chgData name="Camilla Cicatello" userId="S::camilla.cicatello@xbiglylabs.co.za::749529ea-be00-4511-aacd-f75af8aa7456" providerId="AD" clId="Web-{FF994F44-FEC1-9C82-2509-BA46064952BC}" dt="2025-11-20T08:41:50.003" v="810" actId="20577"/>
        <pc:sldMkLst>
          <pc:docMk/>
          <pc:sldMk cId="2888059715" sldId="3939"/>
        </pc:sldMkLst>
        <pc:spChg chg="topLvl">
          <ac:chgData name="Camilla Cicatello" userId="S::camilla.cicatello@xbiglylabs.co.za::749529ea-be00-4511-aacd-f75af8aa7456" providerId="AD" clId="Web-{FF994F44-FEC1-9C82-2509-BA46064952BC}" dt="2025-11-20T08:40:02.471" v="763"/>
          <ac:spMkLst>
            <pc:docMk/>
            <pc:sldMk cId="2888059715" sldId="3939"/>
            <ac:spMk id="3" creationId="{B5DDBDAA-F660-28A0-A254-E636A91B1E77}"/>
          </ac:spMkLst>
        </pc:spChg>
        <pc:spChg chg="add mod">
          <ac:chgData name="Camilla Cicatello" userId="S::camilla.cicatello@xbiglylabs.co.za::749529ea-be00-4511-aacd-f75af8aa7456" providerId="AD" clId="Web-{FF994F44-FEC1-9C82-2509-BA46064952BC}" dt="2025-11-20T08:41:50.003" v="810" actId="20577"/>
          <ac:spMkLst>
            <pc:docMk/>
            <pc:sldMk cId="2888059715" sldId="3939"/>
            <ac:spMk id="9" creationId="{B356F12D-649C-C6C9-9027-2CD47970414E}"/>
          </ac:spMkLst>
        </pc:spChg>
        <pc:spChg chg="mod">
          <ac:chgData name="Camilla Cicatello" userId="S::camilla.cicatello@xbiglylabs.co.za::749529ea-be00-4511-aacd-f75af8aa7456" providerId="AD" clId="Web-{FF994F44-FEC1-9C82-2509-BA46064952BC}" dt="2025-11-20T06:40:08.092" v="241" actId="20577"/>
          <ac:spMkLst>
            <pc:docMk/>
            <pc:sldMk cId="2888059715" sldId="3939"/>
            <ac:spMk id="14" creationId="{6DEDB860-68BE-7E18-E392-B96C56BA0C6F}"/>
          </ac:spMkLst>
        </pc:spChg>
        <pc:grpChg chg="add">
          <ac:chgData name="Camilla Cicatello" userId="S::camilla.cicatello@xbiglylabs.co.za::749529ea-be00-4511-aacd-f75af8aa7456" providerId="AD" clId="Web-{FF994F44-FEC1-9C82-2509-BA46064952BC}" dt="2025-11-19T16:35:08.799" v="179"/>
          <ac:grpSpMkLst>
            <pc:docMk/>
            <pc:sldMk cId="2888059715" sldId="3939"/>
            <ac:grpSpMk id="13" creationId="{762A558F-15B2-C70F-2716-EB8096086205}"/>
          </ac:grpSpMkLst>
        </pc:grpChg>
      </pc:sldChg>
      <pc:sldChg chg="addSp delSp modSp">
        <pc:chgData name="Camilla Cicatello" userId="S::camilla.cicatello@xbiglylabs.co.za::749529ea-be00-4511-aacd-f75af8aa7456" providerId="AD" clId="Web-{FF994F44-FEC1-9C82-2509-BA46064952BC}" dt="2025-11-20T08:43:08.629" v="838" actId="20577"/>
        <pc:sldMkLst>
          <pc:docMk/>
          <pc:sldMk cId="3829318299" sldId="3940"/>
        </pc:sldMkLst>
        <pc:spChg chg="add mod">
          <ac:chgData name="Camilla Cicatello" userId="S::camilla.cicatello@xbiglylabs.co.za::749529ea-be00-4511-aacd-f75af8aa7456" providerId="AD" clId="Web-{FF994F44-FEC1-9C82-2509-BA46064952BC}" dt="2025-11-20T08:43:08.629" v="838" actId="20577"/>
          <ac:spMkLst>
            <pc:docMk/>
            <pc:sldMk cId="3829318299" sldId="3940"/>
            <ac:spMk id="6" creationId="{466AA917-4106-F99B-E0C2-3088B96444E2}"/>
          </ac:spMkLst>
        </pc:spChg>
        <pc:spChg chg="topLvl">
          <ac:chgData name="Camilla Cicatello" userId="S::camilla.cicatello@xbiglylabs.co.za::749529ea-be00-4511-aacd-f75af8aa7456" providerId="AD" clId="Web-{FF994F44-FEC1-9C82-2509-BA46064952BC}" dt="2025-11-20T08:42:10.738" v="811"/>
          <ac:spMkLst>
            <pc:docMk/>
            <pc:sldMk cId="3829318299" sldId="3940"/>
            <ac:spMk id="32" creationId="{58E9A6C8-67BE-95F2-1DF5-414996C7379A}"/>
          </ac:spMkLst>
        </pc:spChg>
        <pc:spChg chg="mod">
          <ac:chgData name="Camilla Cicatello" userId="S::camilla.cicatello@xbiglylabs.co.za::749529ea-be00-4511-aacd-f75af8aa7456" providerId="AD" clId="Web-{FF994F44-FEC1-9C82-2509-BA46064952BC}" dt="2025-11-20T06:45:04.504" v="329" actId="20577"/>
          <ac:spMkLst>
            <pc:docMk/>
            <pc:sldMk cId="3829318299" sldId="3940"/>
            <ac:spMk id="36" creationId="{D540855E-66FC-A57F-6F6C-F6815BD533F7}"/>
          </ac:spMkLst>
        </pc:spChg>
        <pc:grpChg chg="add">
          <ac:chgData name="Camilla Cicatello" userId="S::camilla.cicatello@xbiglylabs.co.za::749529ea-be00-4511-aacd-f75af8aa7456" providerId="AD" clId="Web-{FF994F44-FEC1-9C82-2509-BA46064952BC}" dt="2025-11-20T06:40:38.452" v="248"/>
          <ac:grpSpMkLst>
            <pc:docMk/>
            <pc:sldMk cId="3829318299" sldId="3940"/>
            <ac:grpSpMk id="10" creationId="{86894CEB-44AA-27A2-11CD-367C0B6AF297}"/>
          </ac:grpSpMkLst>
        </pc:grpChg>
      </pc:sldChg>
      <pc:sldChg chg="addSp delSp modSp">
        <pc:chgData name="Camilla Cicatello" userId="S::camilla.cicatello@xbiglylabs.co.za::749529ea-be00-4511-aacd-f75af8aa7456" providerId="AD" clId="Web-{FF994F44-FEC1-9C82-2509-BA46064952BC}" dt="2025-11-20T08:45:07.895" v="858" actId="20577"/>
        <pc:sldMkLst>
          <pc:docMk/>
          <pc:sldMk cId="4066140420" sldId="3941"/>
        </pc:sldMkLst>
        <pc:spChg chg="add mod">
          <ac:chgData name="Camilla Cicatello" userId="S::camilla.cicatello@xbiglylabs.co.za::749529ea-be00-4511-aacd-f75af8aa7456" providerId="AD" clId="Web-{FF994F44-FEC1-9C82-2509-BA46064952BC}" dt="2025-11-20T08:45:07.895" v="858" actId="20577"/>
          <ac:spMkLst>
            <pc:docMk/>
            <pc:sldMk cId="4066140420" sldId="3941"/>
            <ac:spMk id="7" creationId="{B78D72A4-DED7-CD16-821E-4E261279B0D4}"/>
          </ac:spMkLst>
        </pc:spChg>
        <pc:spChg chg="mod topLvl">
          <ac:chgData name="Camilla Cicatello" userId="S::camilla.cicatello@xbiglylabs.co.za::749529ea-be00-4511-aacd-f75af8aa7456" providerId="AD" clId="Web-{FF994F44-FEC1-9C82-2509-BA46064952BC}" dt="2025-11-20T08:44:45.192" v="851" actId="14100"/>
          <ac:spMkLst>
            <pc:docMk/>
            <pc:sldMk cId="4066140420" sldId="3941"/>
            <ac:spMk id="32" creationId="{8C84738A-DF92-7845-4618-493D2DAF6D84}"/>
          </ac:spMkLst>
        </pc:spChg>
        <pc:spChg chg="mod">
          <ac:chgData name="Camilla Cicatello" userId="S::camilla.cicatello@xbiglylabs.co.za::749529ea-be00-4511-aacd-f75af8aa7456" providerId="AD" clId="Web-{FF994F44-FEC1-9C82-2509-BA46064952BC}" dt="2025-11-20T06:58:01.591" v="477" actId="20577"/>
          <ac:spMkLst>
            <pc:docMk/>
            <pc:sldMk cId="4066140420" sldId="3941"/>
            <ac:spMk id="36" creationId="{32D70458-71AA-AF60-1EDC-616FCE08C3CD}"/>
          </ac:spMkLst>
        </pc:spChg>
        <pc:grpChg chg="add">
          <ac:chgData name="Camilla Cicatello" userId="S::camilla.cicatello@xbiglylabs.co.za::749529ea-be00-4511-aacd-f75af8aa7456" providerId="AD" clId="Web-{FF994F44-FEC1-9C82-2509-BA46064952BC}" dt="2025-11-20T06:40:53.842" v="254"/>
          <ac:grpSpMkLst>
            <pc:docMk/>
            <pc:sldMk cId="4066140420" sldId="3941"/>
            <ac:grpSpMk id="6" creationId="{6C0A3E4D-670C-98B6-5467-A51257721F13}"/>
          </ac:grpSpMkLst>
        </pc:grpChg>
      </pc:sldChg>
      <pc:sldChg chg="addSp delSp modSp">
        <pc:chgData name="Camilla Cicatello" userId="S::camilla.cicatello@xbiglylabs.co.za::749529ea-be00-4511-aacd-f75af8aa7456" providerId="AD" clId="Web-{FF994F44-FEC1-9C82-2509-BA46064952BC}" dt="2025-11-20T06:57:47.403" v="473" actId="1076"/>
        <pc:sldMkLst>
          <pc:docMk/>
          <pc:sldMk cId="1249777403" sldId="3942"/>
        </pc:sldMkLst>
        <pc:spChg chg="mod">
          <ac:chgData name="Camilla Cicatello" userId="S::camilla.cicatello@xbiglylabs.co.za::749529ea-be00-4511-aacd-f75af8aa7456" providerId="AD" clId="Web-{FF994F44-FEC1-9C82-2509-BA46064952BC}" dt="2025-11-20T06:57:37.247" v="470" actId="1076"/>
          <ac:spMkLst>
            <pc:docMk/>
            <pc:sldMk cId="1249777403" sldId="3942"/>
            <ac:spMk id="4" creationId="{886FA39B-CCEB-CA43-FEEA-D75F470FC8B0}"/>
          </ac:spMkLst>
        </pc:spChg>
        <pc:spChg chg="mod">
          <ac:chgData name="Camilla Cicatello" userId="S::camilla.cicatello@xbiglylabs.co.za::749529ea-be00-4511-aacd-f75af8aa7456" providerId="AD" clId="Web-{FF994F44-FEC1-9C82-2509-BA46064952BC}" dt="2025-11-20T06:45:50.505" v="348" actId="14100"/>
          <ac:spMkLst>
            <pc:docMk/>
            <pc:sldMk cId="1249777403" sldId="3942"/>
            <ac:spMk id="9" creationId="{28BB512A-DF74-CD77-C855-C2FAB87B04E5}"/>
          </ac:spMkLst>
        </pc:spChg>
        <pc:spChg chg="mod">
          <ac:chgData name="Camilla Cicatello" userId="S::camilla.cicatello@xbiglylabs.co.za::749529ea-be00-4511-aacd-f75af8aa7456" providerId="AD" clId="Web-{FF994F44-FEC1-9C82-2509-BA46064952BC}" dt="2025-11-20T06:57:47.372" v="472" actId="1076"/>
          <ac:spMkLst>
            <pc:docMk/>
            <pc:sldMk cId="1249777403" sldId="3942"/>
            <ac:spMk id="15" creationId="{3C7FAD84-E8D0-3E82-2732-426DFD7808F0}"/>
          </ac:spMkLst>
        </pc:spChg>
        <pc:spChg chg="add mod">
          <ac:chgData name="Camilla Cicatello" userId="S::camilla.cicatello@xbiglylabs.co.za::749529ea-be00-4511-aacd-f75af8aa7456" providerId="AD" clId="Web-{FF994F44-FEC1-9C82-2509-BA46064952BC}" dt="2025-11-20T06:57:47.403" v="473" actId="1076"/>
          <ac:spMkLst>
            <pc:docMk/>
            <pc:sldMk cId="1249777403" sldId="3942"/>
            <ac:spMk id="17" creationId="{BF48D146-4FFD-1C66-8890-FD8D1C0DBF40}"/>
          </ac:spMkLst>
        </pc:spChg>
        <pc:grpChg chg="mod">
          <ac:chgData name="Camilla Cicatello" userId="S::camilla.cicatello@xbiglylabs.co.za::749529ea-be00-4511-aacd-f75af8aa7456" providerId="AD" clId="Web-{FF994F44-FEC1-9C82-2509-BA46064952BC}" dt="2025-11-20T06:40:46.170" v="250" actId="1076"/>
          <ac:grpSpMkLst>
            <pc:docMk/>
            <pc:sldMk cId="1249777403" sldId="3942"/>
            <ac:grpSpMk id="2" creationId="{6E63BC0E-6D42-4D6C-98B4-A284E2B016C8}"/>
          </ac:grpSpMkLst>
        </pc:grpChg>
        <pc:grpChg chg="mod">
          <ac:chgData name="Camilla Cicatello" userId="S::camilla.cicatello@xbiglylabs.co.za::749529ea-be00-4511-aacd-f75af8aa7456" providerId="AD" clId="Web-{FF994F44-FEC1-9C82-2509-BA46064952BC}" dt="2025-11-20T06:57:47.356" v="471" actId="1076"/>
          <ac:grpSpMkLst>
            <pc:docMk/>
            <pc:sldMk cId="1249777403" sldId="3942"/>
            <ac:grpSpMk id="13" creationId="{9AA1C5D7-A175-F2EF-4197-ACFD6B2FFC88}"/>
          </ac:grpSpMkLst>
        </pc:grpChg>
      </pc:sldChg>
      <pc:sldChg chg="addSp delSp modSp">
        <pc:chgData name="Camilla Cicatello" userId="S::camilla.cicatello@xbiglylabs.co.za::749529ea-be00-4511-aacd-f75af8aa7456" providerId="AD" clId="Web-{FF994F44-FEC1-9C82-2509-BA46064952BC}" dt="2025-11-20T08:49:57.028" v="895" actId="20577"/>
        <pc:sldMkLst>
          <pc:docMk/>
          <pc:sldMk cId="1544136795" sldId="3943"/>
        </pc:sldMkLst>
        <pc:spChg chg="add mod">
          <ac:chgData name="Camilla Cicatello" userId="S::camilla.cicatello@xbiglylabs.co.za::749529ea-be00-4511-aacd-f75af8aa7456" providerId="AD" clId="Web-{FF994F44-FEC1-9C82-2509-BA46064952BC}" dt="2025-11-20T08:49:57.028" v="895" actId="20577"/>
          <ac:spMkLst>
            <pc:docMk/>
            <pc:sldMk cId="1544136795" sldId="3943"/>
            <ac:spMk id="7" creationId="{703B6D98-19EA-0495-17E7-305B90972337}"/>
          </ac:spMkLst>
        </pc:spChg>
        <pc:spChg chg="topLvl">
          <ac:chgData name="Camilla Cicatello" userId="S::camilla.cicatello@xbiglylabs.co.za::749529ea-be00-4511-aacd-f75af8aa7456" providerId="AD" clId="Web-{FF994F44-FEC1-9C82-2509-BA46064952BC}" dt="2025-11-20T08:45:14.942" v="859"/>
          <ac:spMkLst>
            <pc:docMk/>
            <pc:sldMk cId="1544136795" sldId="3943"/>
            <ac:spMk id="32" creationId="{B0018539-1840-A38B-C38E-482F4686E9E3}"/>
          </ac:spMkLst>
        </pc:spChg>
        <pc:spChg chg="mod">
          <ac:chgData name="Camilla Cicatello" userId="S::camilla.cicatello@xbiglylabs.co.za::749529ea-be00-4511-aacd-f75af8aa7456" providerId="AD" clId="Web-{FF994F44-FEC1-9C82-2509-BA46064952BC}" dt="2025-11-20T07:07:54.913" v="512" actId="20577"/>
          <ac:spMkLst>
            <pc:docMk/>
            <pc:sldMk cId="1544136795" sldId="3943"/>
            <ac:spMk id="36" creationId="{D5E54EB6-6221-F95F-49ED-255DB658934A}"/>
          </ac:spMkLst>
        </pc:spChg>
        <pc:grpChg chg="add">
          <ac:chgData name="Camilla Cicatello" userId="S::camilla.cicatello@xbiglylabs.co.za::749529ea-be00-4511-aacd-f75af8aa7456" providerId="AD" clId="Web-{FF994F44-FEC1-9C82-2509-BA46064952BC}" dt="2025-11-20T06:41:01.030" v="258"/>
          <ac:grpSpMkLst>
            <pc:docMk/>
            <pc:sldMk cId="1544136795" sldId="3943"/>
            <ac:grpSpMk id="6" creationId="{FDA2AEDA-CAF0-9A04-4359-13B6E24EF693}"/>
          </ac:grpSpMkLst>
        </pc:grpChg>
      </pc:sldChg>
      <pc:sldChg chg="addSp delSp modSp">
        <pc:chgData name="Camilla Cicatello" userId="S::camilla.cicatello@xbiglylabs.co.za::749529ea-be00-4511-aacd-f75af8aa7456" providerId="AD" clId="Web-{FF994F44-FEC1-9C82-2509-BA46064952BC}" dt="2025-11-20T07:07:08.693" v="509" actId="20577"/>
        <pc:sldMkLst>
          <pc:docMk/>
          <pc:sldMk cId="1325617241" sldId="3944"/>
        </pc:sldMkLst>
        <pc:spChg chg="mod">
          <ac:chgData name="Camilla Cicatello" userId="S::camilla.cicatello@xbiglylabs.co.za::749529ea-be00-4511-aacd-f75af8aa7456" providerId="AD" clId="Web-{FF994F44-FEC1-9C82-2509-BA46064952BC}" dt="2025-11-20T06:56:54.715" v="465" actId="20577"/>
          <ac:spMkLst>
            <pc:docMk/>
            <pc:sldMk cId="1325617241" sldId="3944"/>
            <ac:spMk id="4" creationId="{A73BEB23-2482-1653-5D91-63015B15DD39}"/>
          </ac:spMkLst>
        </pc:spChg>
        <pc:spChg chg="mod">
          <ac:chgData name="Camilla Cicatello" userId="S::camilla.cicatello@xbiglylabs.co.za::749529ea-be00-4511-aacd-f75af8aa7456" providerId="AD" clId="Web-{FF994F44-FEC1-9C82-2509-BA46064952BC}" dt="2025-11-20T06:51:24.104" v="461" actId="1076"/>
          <ac:spMkLst>
            <pc:docMk/>
            <pc:sldMk cId="1325617241" sldId="3944"/>
            <ac:spMk id="15" creationId="{592821BB-539A-AB30-7EDB-E5292D3E5174}"/>
          </ac:spMkLst>
        </pc:spChg>
        <pc:spChg chg="add mod">
          <ac:chgData name="Camilla Cicatello" userId="S::camilla.cicatello@xbiglylabs.co.za::749529ea-be00-4511-aacd-f75af8aa7456" providerId="AD" clId="Web-{FF994F44-FEC1-9C82-2509-BA46064952BC}" dt="2025-11-20T07:07:08.693" v="509" actId="20577"/>
          <ac:spMkLst>
            <pc:docMk/>
            <pc:sldMk cId="1325617241" sldId="3944"/>
            <ac:spMk id="17" creationId="{000FFFE7-710B-3F2C-9412-B5B9F7C4D4F9}"/>
          </ac:spMkLst>
        </pc:spChg>
        <pc:grpChg chg="mod">
          <ac:chgData name="Camilla Cicatello" userId="S::camilla.cicatello@xbiglylabs.co.za::749529ea-be00-4511-aacd-f75af8aa7456" providerId="AD" clId="Web-{FF994F44-FEC1-9C82-2509-BA46064952BC}" dt="2025-11-20T06:51:24.104" v="460" actId="1076"/>
          <ac:grpSpMkLst>
            <pc:docMk/>
            <pc:sldMk cId="1325617241" sldId="3944"/>
            <ac:grpSpMk id="13" creationId="{A9E3E8E5-C29F-443D-DD75-2FD2E8E52358}"/>
          </ac:grpSpMkLst>
        </pc:grpChg>
        <pc:grpChg chg="add">
          <ac:chgData name="Camilla Cicatello" userId="S::camilla.cicatello@xbiglylabs.co.za::749529ea-be00-4511-aacd-f75af8aa7456" providerId="AD" clId="Web-{FF994F44-FEC1-9C82-2509-BA46064952BC}" dt="2025-11-20T06:40:57.655" v="256"/>
          <ac:grpSpMkLst>
            <pc:docMk/>
            <pc:sldMk cId="1325617241" sldId="3944"/>
            <ac:grpSpMk id="16" creationId="{769B0242-A4EC-ED16-60C2-5110BE776BC2}"/>
          </ac:grpSpMkLst>
        </pc:grpChg>
      </pc:sldChg>
      <pc:sldChg chg="addSp delSp modSp add replId">
        <pc:chgData name="Camilla Cicatello" userId="S::camilla.cicatello@xbiglylabs.co.za::749529ea-be00-4511-aacd-f75af8aa7456" providerId="AD" clId="Web-{FF994F44-FEC1-9C82-2509-BA46064952BC}" dt="2025-11-20T08:54:46.720" v="904"/>
        <pc:sldMkLst>
          <pc:docMk/>
          <pc:sldMk cId="2288541138" sldId="3946"/>
        </pc:sldMkLst>
        <pc:spChg chg="mod">
          <ac:chgData name="Camilla Cicatello" userId="S::camilla.cicatello@xbiglylabs.co.za::749529ea-be00-4511-aacd-f75af8aa7456" providerId="AD" clId="Web-{FF994F44-FEC1-9C82-2509-BA46064952BC}" dt="2025-11-20T08:54:41.033" v="902" actId="20577"/>
          <ac:spMkLst>
            <pc:docMk/>
            <pc:sldMk cId="2288541138" sldId="3946"/>
            <ac:spMk id="3" creationId="{F7E80226-7402-89E5-C56C-95F776C836A7}"/>
          </ac:spMkLst>
        </pc:spChg>
        <pc:spChg chg="add">
          <ac:chgData name="Camilla Cicatello" userId="S::camilla.cicatello@xbiglylabs.co.za::749529ea-be00-4511-aacd-f75af8aa7456" providerId="AD" clId="Web-{FF994F44-FEC1-9C82-2509-BA46064952BC}" dt="2025-11-20T08:54:46.720" v="904"/>
          <ac:spMkLst>
            <pc:docMk/>
            <pc:sldMk cId="2288541138" sldId="3946"/>
            <ac:spMk id="4" creationId="{68834D06-A4D1-404B-23F2-DE3DBFD3B76B}"/>
          </ac:spMkLst>
        </pc:spChg>
      </pc:sldChg>
    </pc:docChg>
  </pc:docChgLst>
  <pc:docChgLst>
    <pc:chgData name="Camilla Cicatello" userId="S::camilla.cicatello@xbiglylabs.co.za::749529ea-be00-4511-aacd-f75af8aa7456" providerId="AD" clId="Web-{9E772BAA-A1CB-1A0A-360A-2F187E4836A2}"/>
    <pc:docChg chg="addSld modSld">
      <pc:chgData name="Camilla Cicatello" userId="S::camilla.cicatello@xbiglylabs.co.za::749529ea-be00-4511-aacd-f75af8aa7456" providerId="AD" clId="Web-{9E772BAA-A1CB-1A0A-360A-2F187E4836A2}" dt="2025-11-20T10:20:18.034" v="3" actId="14100"/>
      <pc:docMkLst>
        <pc:docMk/>
      </pc:docMkLst>
      <pc:sldChg chg="delSp modSp">
        <pc:chgData name="Camilla Cicatello" userId="S::camilla.cicatello@xbiglylabs.co.za::749529ea-be00-4511-aacd-f75af8aa7456" providerId="AD" clId="Web-{9E772BAA-A1CB-1A0A-360A-2F187E4836A2}" dt="2025-11-20T10:20:18.034" v="3" actId="14100"/>
        <pc:sldMkLst>
          <pc:docMk/>
          <pc:sldMk cId="3678568888" sldId="3949"/>
        </pc:sldMkLst>
        <pc:spChg chg="mod">
          <ac:chgData name="Camilla Cicatello" userId="S::camilla.cicatello@xbiglylabs.co.za::749529ea-be00-4511-aacd-f75af8aa7456" providerId="AD" clId="Web-{9E772BAA-A1CB-1A0A-360A-2F187E4836A2}" dt="2025-11-20T10:20:18.034" v="3" actId="14100"/>
          <ac:spMkLst>
            <pc:docMk/>
            <pc:sldMk cId="3678568888" sldId="3949"/>
            <ac:spMk id="8" creationId="{CDD64C60-8CAA-C78F-1FEB-D9C02AA17CAB}"/>
          </ac:spMkLst>
        </pc:spChg>
      </pc:sldChg>
    </pc:docChg>
  </pc:docChgLst>
  <pc:docChgLst>
    <pc:chgData name="Camilla Cicatello" userId="S::camilla.cicatello@xbiglylabs.co.za::749529ea-be00-4511-aacd-f75af8aa7456" providerId="AD" clId="Web-{4D0B0F41-AD40-E2F2-0C45-F272F3B68E72}"/>
    <pc:docChg chg="modSld">
      <pc:chgData name="Camilla Cicatello" userId="S::camilla.cicatello@xbiglylabs.co.za::749529ea-be00-4511-aacd-f75af8aa7456" providerId="AD" clId="Web-{4D0B0F41-AD40-E2F2-0C45-F272F3B68E72}" dt="2025-11-18T11:41:03.431" v="37" actId="20577"/>
      <pc:docMkLst>
        <pc:docMk/>
      </pc:docMkLst>
      <pc:sldChg chg="modSp">
        <pc:chgData name="Camilla Cicatello" userId="S::camilla.cicatello@xbiglylabs.co.za::749529ea-be00-4511-aacd-f75af8aa7456" providerId="AD" clId="Web-{4D0B0F41-AD40-E2F2-0C45-F272F3B68E72}" dt="2025-11-18T11:41:03.431" v="37" actId="20577"/>
        <pc:sldMkLst>
          <pc:docMk/>
          <pc:sldMk cId="1718591236" sldId="3920"/>
        </pc:sldMkLst>
        <pc:spChg chg="mod">
          <ac:chgData name="Camilla Cicatello" userId="S::camilla.cicatello@xbiglylabs.co.za::749529ea-be00-4511-aacd-f75af8aa7456" providerId="AD" clId="Web-{4D0B0F41-AD40-E2F2-0C45-F272F3B68E72}" dt="2025-11-18T11:40:17.617" v="15" actId="20577"/>
          <ac:spMkLst>
            <pc:docMk/>
            <pc:sldMk cId="1718591236" sldId="3920"/>
            <ac:spMk id="3" creationId="{A022C4CC-8EB0-5374-8FBE-8C80CFD31657}"/>
          </ac:spMkLst>
        </pc:spChg>
        <pc:spChg chg="mod">
          <ac:chgData name="Camilla Cicatello" userId="S::camilla.cicatello@xbiglylabs.co.za::749529ea-be00-4511-aacd-f75af8aa7456" providerId="AD" clId="Web-{4D0B0F41-AD40-E2F2-0C45-F272F3B68E72}" dt="2025-11-18T11:41:03.431" v="37" actId="20577"/>
          <ac:spMkLst>
            <pc:docMk/>
            <pc:sldMk cId="1718591236" sldId="3920"/>
            <ac:spMk id="136" creationId="{47B52998-D635-2C12-746B-47C64CC51C55}"/>
          </ac:spMkLst>
        </pc:spChg>
      </pc:sldChg>
    </pc:docChg>
  </pc:docChgLst>
  <pc:docChgLst>
    <pc:chgData name="Camilla Cicatello" userId="S::camilla.cicatello@xbiglylabs.co.za::749529ea-be00-4511-aacd-f75af8aa7456" providerId="AD" clId="Web-{C7BDB23C-4A27-4711-4118-B65CA3BCBE2B}"/>
    <pc:docChg chg="delSld">
      <pc:chgData name="Camilla Cicatello" userId="S::camilla.cicatello@xbiglylabs.co.za::749529ea-be00-4511-aacd-f75af8aa7456" providerId="AD" clId="Web-{C7BDB23C-4A27-4711-4118-B65CA3BCBE2B}" dt="2025-11-17T09:41:44.213" v="5"/>
      <pc:docMkLst>
        <pc:docMk/>
      </pc:docMkLst>
    </pc:docChg>
  </pc:docChgLst>
  <pc:docChgLst>
    <pc:chgData name="Camilla Cicatello" userId="S::camilla.cicatello@xbiglylabs.co.za::749529ea-be00-4511-aacd-f75af8aa7456" providerId="AD" clId="Web-{7FFADD8C-C3AC-75CE-8B51-E75A982C2A0D}"/>
    <pc:docChg chg="delSld modSld">
      <pc:chgData name="Camilla Cicatello" userId="S::camilla.cicatello@xbiglylabs.co.za::749529ea-be00-4511-aacd-f75af8aa7456" providerId="AD" clId="Web-{7FFADD8C-C3AC-75CE-8B51-E75A982C2A0D}" dt="2025-11-21T08:24:46.782" v="305" actId="1076"/>
      <pc:docMkLst>
        <pc:docMk/>
      </pc:docMkLst>
      <pc:sldChg chg="modSp">
        <pc:chgData name="Camilla Cicatello" userId="S::camilla.cicatello@xbiglylabs.co.za::749529ea-be00-4511-aacd-f75af8aa7456" providerId="AD" clId="Web-{7FFADD8C-C3AC-75CE-8B51-E75A982C2A0D}" dt="2025-11-21T08:04:03.429" v="97" actId="20577"/>
        <pc:sldMkLst>
          <pc:docMk/>
          <pc:sldMk cId="1210014316" sldId="3877"/>
        </pc:sldMkLst>
        <pc:spChg chg="mod">
          <ac:chgData name="Camilla Cicatello" userId="S::camilla.cicatello@xbiglylabs.co.za::749529ea-be00-4511-aacd-f75af8aa7456" providerId="AD" clId="Web-{7FFADD8C-C3AC-75CE-8B51-E75A982C2A0D}" dt="2025-11-21T08:04:03.429" v="97" actId="20577"/>
          <ac:spMkLst>
            <pc:docMk/>
            <pc:sldMk cId="1210014316" sldId="3877"/>
            <ac:spMk id="10" creationId="{D3850A80-20A2-CC04-0C84-770477867C14}"/>
          </ac:spMkLst>
        </pc:spChg>
      </pc:sldChg>
      <pc:sldChg chg="modSp">
        <pc:chgData name="Camilla Cicatello" userId="S::camilla.cicatello@xbiglylabs.co.za::749529ea-be00-4511-aacd-f75af8aa7456" providerId="AD" clId="Web-{7FFADD8C-C3AC-75CE-8B51-E75A982C2A0D}" dt="2025-11-21T08:04:22.164" v="110" actId="20577"/>
        <pc:sldMkLst>
          <pc:docMk/>
          <pc:sldMk cId="1982263905" sldId="3912"/>
        </pc:sldMkLst>
        <pc:spChg chg="mod">
          <ac:chgData name="Camilla Cicatello" userId="S::camilla.cicatello@xbiglylabs.co.za::749529ea-be00-4511-aacd-f75af8aa7456" providerId="AD" clId="Web-{7FFADD8C-C3AC-75CE-8B51-E75A982C2A0D}" dt="2025-11-21T07:40:19.695" v="14" actId="20577"/>
          <ac:spMkLst>
            <pc:docMk/>
            <pc:sldMk cId="1982263905" sldId="3912"/>
            <ac:spMk id="4" creationId="{CF8E187F-0507-5DB5-08C7-8AEE725A403F}"/>
          </ac:spMkLst>
        </pc:spChg>
        <pc:spChg chg="mod">
          <ac:chgData name="Camilla Cicatello" userId="S::camilla.cicatello@xbiglylabs.co.za::749529ea-be00-4511-aacd-f75af8aa7456" providerId="AD" clId="Web-{7FFADD8C-C3AC-75CE-8B51-E75A982C2A0D}" dt="2025-11-21T08:04:22.164" v="110" actId="20577"/>
          <ac:spMkLst>
            <pc:docMk/>
            <pc:sldMk cId="1982263905" sldId="3912"/>
            <ac:spMk id="28" creationId="{A3C58E28-D6F0-D145-A995-E12E70A99687}"/>
          </ac:spMkLst>
        </pc:spChg>
      </pc:sldChg>
      <pc:sldChg chg="modSp">
        <pc:chgData name="Camilla Cicatello" userId="S::camilla.cicatello@xbiglylabs.co.za::749529ea-be00-4511-aacd-f75af8aa7456" providerId="AD" clId="Web-{7FFADD8C-C3AC-75CE-8B51-E75A982C2A0D}" dt="2025-11-21T08:04:08.398" v="101" actId="20577"/>
        <pc:sldMkLst>
          <pc:docMk/>
          <pc:sldMk cId="3317723970" sldId="3923"/>
        </pc:sldMkLst>
        <pc:spChg chg="mod">
          <ac:chgData name="Camilla Cicatello" userId="S::camilla.cicatello@xbiglylabs.co.za::749529ea-be00-4511-aacd-f75af8aa7456" providerId="AD" clId="Web-{7FFADD8C-C3AC-75CE-8B51-E75A982C2A0D}" dt="2025-11-21T08:04:08.398" v="101" actId="20577"/>
          <ac:spMkLst>
            <pc:docMk/>
            <pc:sldMk cId="3317723970" sldId="3923"/>
            <ac:spMk id="4" creationId="{A3F957A4-A0BF-3182-C936-EF91FFEDD16A}"/>
          </ac:spMkLst>
        </pc:spChg>
      </pc:sldChg>
      <pc:sldChg chg="delSp modSp">
        <pc:chgData name="Camilla Cicatello" userId="S::camilla.cicatello@xbiglylabs.co.za::749529ea-be00-4511-aacd-f75af8aa7456" providerId="AD" clId="Web-{7FFADD8C-C3AC-75CE-8B51-E75A982C2A0D}" dt="2025-11-21T07:39:50.992" v="12" actId="20577"/>
        <pc:sldMkLst>
          <pc:docMk/>
          <pc:sldMk cId="2385839186" sldId="3926"/>
        </pc:sldMkLst>
        <pc:spChg chg="mod">
          <ac:chgData name="Camilla Cicatello" userId="S::camilla.cicatello@xbiglylabs.co.za::749529ea-be00-4511-aacd-f75af8aa7456" providerId="AD" clId="Web-{7FFADD8C-C3AC-75CE-8B51-E75A982C2A0D}" dt="2025-11-21T07:39:08.102" v="4" actId="20577"/>
          <ac:spMkLst>
            <pc:docMk/>
            <pc:sldMk cId="2385839186" sldId="3926"/>
            <ac:spMk id="3" creationId="{319AB03E-5A5F-7BC6-E7E0-2B07947B7488}"/>
          </ac:spMkLst>
        </pc:spChg>
        <pc:spChg chg="mod">
          <ac:chgData name="Camilla Cicatello" userId="S::camilla.cicatello@xbiglylabs.co.za::749529ea-be00-4511-aacd-f75af8aa7456" providerId="AD" clId="Web-{7FFADD8C-C3AC-75CE-8B51-E75A982C2A0D}" dt="2025-11-21T07:39:50.992" v="12" actId="20577"/>
          <ac:spMkLst>
            <pc:docMk/>
            <pc:sldMk cId="2385839186" sldId="3926"/>
            <ac:spMk id="20" creationId="{04239EF4-7673-A043-13E2-7227CC5BBDBC}"/>
          </ac:spMkLst>
        </pc:spChg>
        <pc:spChg chg="mod">
          <ac:chgData name="Camilla Cicatello" userId="S::camilla.cicatello@xbiglylabs.co.za::749529ea-be00-4511-aacd-f75af8aa7456" providerId="AD" clId="Web-{7FFADD8C-C3AC-75CE-8B51-E75A982C2A0D}" dt="2025-11-21T07:39:19.492" v="8" actId="1076"/>
          <ac:spMkLst>
            <pc:docMk/>
            <pc:sldMk cId="2385839186" sldId="3926"/>
            <ac:spMk id="43" creationId="{712975DC-C144-182F-C882-C4CD0E53B85E}"/>
          </ac:spMkLst>
        </pc:spChg>
        <pc:grpChg chg="mod">
          <ac:chgData name="Camilla Cicatello" userId="S::camilla.cicatello@xbiglylabs.co.za::749529ea-be00-4511-aacd-f75af8aa7456" providerId="AD" clId="Web-{7FFADD8C-C3AC-75CE-8B51-E75A982C2A0D}" dt="2025-11-21T07:39:19.477" v="7" actId="1076"/>
          <ac:grpSpMkLst>
            <pc:docMk/>
            <pc:sldMk cId="2385839186" sldId="3926"/>
            <ac:grpSpMk id="38" creationId="{00816E11-72C4-AB28-2413-44355A4B3929}"/>
          </ac:grpSpMkLst>
        </pc:grpChg>
      </pc:sldChg>
      <pc:sldChg chg="modSp">
        <pc:chgData name="Camilla Cicatello" userId="S::camilla.cicatello@xbiglylabs.co.za::749529ea-be00-4511-aacd-f75af8aa7456" providerId="AD" clId="Web-{7FFADD8C-C3AC-75CE-8B51-E75A982C2A0D}" dt="2025-11-21T07:39:45.242" v="10" actId="20577"/>
        <pc:sldMkLst>
          <pc:docMk/>
          <pc:sldMk cId="4035213039" sldId="3928"/>
        </pc:sldMkLst>
        <pc:spChg chg="mod">
          <ac:chgData name="Camilla Cicatello" userId="S::camilla.cicatello@xbiglylabs.co.za::749529ea-be00-4511-aacd-f75af8aa7456" providerId="AD" clId="Web-{7FFADD8C-C3AC-75CE-8B51-E75A982C2A0D}" dt="2025-11-21T07:39:45.242" v="10" actId="20577"/>
          <ac:spMkLst>
            <pc:docMk/>
            <pc:sldMk cId="4035213039" sldId="3928"/>
            <ac:spMk id="13" creationId="{1B651961-382E-C099-0AF9-6ABF87D7930F}"/>
          </ac:spMkLst>
        </pc:spChg>
      </pc:sldChg>
      <pc:sldChg chg="addSp delSp">
        <pc:chgData name="Camilla Cicatello" userId="S::camilla.cicatello@xbiglylabs.co.za::749529ea-be00-4511-aacd-f75af8aa7456" providerId="AD" clId="Web-{7FFADD8C-C3AC-75CE-8B51-E75A982C2A0D}" dt="2025-11-21T08:04:28.507" v="112"/>
        <pc:sldMkLst>
          <pc:docMk/>
          <pc:sldMk cId="3829318299" sldId="3940"/>
        </pc:sldMkLst>
        <pc:spChg chg="add">
          <ac:chgData name="Camilla Cicatello" userId="S::camilla.cicatello@xbiglylabs.co.za::749529ea-be00-4511-aacd-f75af8aa7456" providerId="AD" clId="Web-{7FFADD8C-C3AC-75CE-8B51-E75A982C2A0D}" dt="2025-11-21T08:04:28.507" v="112"/>
          <ac:spMkLst>
            <pc:docMk/>
            <pc:sldMk cId="3829318299" sldId="3940"/>
            <ac:spMk id="3" creationId="{C648DC92-2B4D-8DFE-602F-8DC123DE04C7}"/>
          </ac:spMkLst>
        </pc:spChg>
      </pc:sldChg>
      <pc:sldChg chg="addSp delSp">
        <pc:chgData name="Camilla Cicatello" userId="S::camilla.cicatello@xbiglylabs.co.za::749529ea-be00-4511-aacd-f75af8aa7456" providerId="AD" clId="Web-{7FFADD8C-C3AC-75CE-8B51-E75A982C2A0D}" dt="2025-11-21T08:04:42.320" v="128"/>
        <pc:sldMkLst>
          <pc:docMk/>
          <pc:sldMk cId="4066140420" sldId="3941"/>
        </pc:sldMkLst>
        <pc:spChg chg="add">
          <ac:chgData name="Camilla Cicatello" userId="S::camilla.cicatello@xbiglylabs.co.za::749529ea-be00-4511-aacd-f75af8aa7456" providerId="AD" clId="Web-{7FFADD8C-C3AC-75CE-8B51-E75A982C2A0D}" dt="2025-11-21T07:49:02.763" v="23"/>
          <ac:spMkLst>
            <pc:docMk/>
            <pc:sldMk cId="4066140420" sldId="3941"/>
            <ac:spMk id="8" creationId="{409EC82B-D4D0-24E3-C7A4-013836F0ED79}"/>
          </ac:spMkLst>
        </pc:spChg>
        <pc:spChg chg="add">
          <ac:chgData name="Camilla Cicatello" userId="S::camilla.cicatello@xbiglylabs.co.za::749529ea-be00-4511-aacd-f75af8aa7456" providerId="AD" clId="Web-{7FFADD8C-C3AC-75CE-8B51-E75A982C2A0D}" dt="2025-11-21T08:04:42.320" v="128"/>
          <ac:spMkLst>
            <pc:docMk/>
            <pc:sldMk cId="4066140420" sldId="3941"/>
            <ac:spMk id="10" creationId="{EC5A108C-074F-083E-312A-2066533909AA}"/>
          </ac:spMkLst>
        </pc:spChg>
      </pc:sldChg>
      <pc:sldChg chg="addSp delSp modSp">
        <pc:chgData name="Camilla Cicatello" userId="S::camilla.cicatello@xbiglylabs.co.za::749529ea-be00-4511-aacd-f75af8aa7456" providerId="AD" clId="Web-{7FFADD8C-C3AC-75CE-8B51-E75A982C2A0D}" dt="2025-11-21T08:04:36.679" v="126" actId="20577"/>
        <pc:sldMkLst>
          <pc:docMk/>
          <pc:sldMk cId="1249777403" sldId="3942"/>
        </pc:sldMkLst>
        <pc:spChg chg="mod">
          <ac:chgData name="Camilla Cicatello" userId="S::camilla.cicatello@xbiglylabs.co.za::749529ea-be00-4511-aacd-f75af8aa7456" providerId="AD" clId="Web-{7FFADD8C-C3AC-75CE-8B51-E75A982C2A0D}" dt="2025-11-21T07:53:16.655" v="68" actId="1076"/>
          <ac:spMkLst>
            <pc:docMk/>
            <pc:sldMk cId="1249777403" sldId="3942"/>
            <ac:spMk id="4" creationId="{886FA39B-CCEB-CA43-FEEA-D75F470FC8B0}"/>
          </ac:spMkLst>
        </pc:spChg>
        <pc:spChg chg="mod">
          <ac:chgData name="Camilla Cicatello" userId="S::camilla.cicatello@xbiglylabs.co.za::749529ea-be00-4511-aacd-f75af8aa7456" providerId="AD" clId="Web-{7FFADD8C-C3AC-75CE-8B51-E75A982C2A0D}" dt="2025-11-21T07:47:48.356" v="17" actId="1076"/>
          <ac:spMkLst>
            <pc:docMk/>
            <pc:sldMk cId="1249777403" sldId="3942"/>
            <ac:spMk id="9" creationId="{28BB512A-DF74-CD77-C855-C2FAB87B04E5}"/>
          </ac:spMkLst>
        </pc:spChg>
        <pc:spChg chg="mod">
          <ac:chgData name="Camilla Cicatello" userId="S::camilla.cicatello@xbiglylabs.co.za::749529ea-be00-4511-aacd-f75af8aa7456" providerId="AD" clId="Web-{7FFADD8C-C3AC-75CE-8B51-E75A982C2A0D}" dt="2025-11-21T08:04:36.679" v="126" actId="20577"/>
          <ac:spMkLst>
            <pc:docMk/>
            <pc:sldMk cId="1249777403" sldId="3942"/>
            <ac:spMk id="28" creationId="{920AA8F3-6643-661D-059E-8B06EB79144C}"/>
          </ac:spMkLst>
        </pc:spChg>
      </pc:sldChg>
      <pc:sldChg chg="addSp delSp modSp">
        <pc:chgData name="Camilla Cicatello" userId="S::camilla.cicatello@xbiglylabs.co.za::749529ea-be00-4511-aacd-f75af8aa7456" providerId="AD" clId="Web-{7FFADD8C-C3AC-75CE-8B51-E75A982C2A0D}" dt="2025-11-21T08:04:56.429" v="141"/>
        <pc:sldMkLst>
          <pc:docMk/>
          <pc:sldMk cId="1544136795" sldId="3943"/>
        </pc:sldMkLst>
        <pc:spChg chg="add">
          <ac:chgData name="Camilla Cicatello" userId="S::camilla.cicatello@xbiglylabs.co.za::749529ea-be00-4511-aacd-f75af8aa7456" providerId="AD" clId="Web-{7FFADD8C-C3AC-75CE-8B51-E75A982C2A0D}" dt="2025-11-21T07:52:37.607" v="65"/>
          <ac:spMkLst>
            <pc:docMk/>
            <pc:sldMk cId="1544136795" sldId="3943"/>
            <ac:spMk id="8" creationId="{05FC5DF7-C128-C5DD-71B8-EBCDA484912C}"/>
          </ac:spMkLst>
        </pc:spChg>
        <pc:spChg chg="add">
          <ac:chgData name="Camilla Cicatello" userId="S::camilla.cicatello@xbiglylabs.co.za::749529ea-be00-4511-aacd-f75af8aa7456" providerId="AD" clId="Web-{7FFADD8C-C3AC-75CE-8B51-E75A982C2A0D}" dt="2025-11-21T08:04:56.429" v="141"/>
          <ac:spMkLst>
            <pc:docMk/>
            <pc:sldMk cId="1544136795" sldId="3943"/>
            <ac:spMk id="10" creationId="{8C832F0B-9CCE-B012-9605-B60DEFE02835}"/>
          </ac:spMkLst>
        </pc:spChg>
        <pc:spChg chg="mod">
          <ac:chgData name="Camilla Cicatello" userId="S::camilla.cicatello@xbiglylabs.co.za::749529ea-be00-4511-aacd-f75af8aa7456" providerId="AD" clId="Web-{7FFADD8C-C3AC-75CE-8B51-E75A982C2A0D}" dt="2025-11-21T08:00:50.505" v="86" actId="20577"/>
          <ac:spMkLst>
            <pc:docMk/>
            <pc:sldMk cId="1544136795" sldId="3943"/>
            <ac:spMk id="36" creationId="{D5E54EB6-6221-F95F-49ED-255DB658934A}"/>
          </ac:spMkLst>
        </pc:spChg>
      </pc:sldChg>
      <pc:sldChg chg="addSp delSp modSp">
        <pc:chgData name="Camilla Cicatello" userId="S::camilla.cicatello@xbiglylabs.co.za::749529ea-be00-4511-aacd-f75af8aa7456" providerId="AD" clId="Web-{7FFADD8C-C3AC-75CE-8B51-E75A982C2A0D}" dt="2025-11-21T08:04:50.898" v="139" actId="20577"/>
        <pc:sldMkLst>
          <pc:docMk/>
          <pc:sldMk cId="1325617241" sldId="3944"/>
        </pc:sldMkLst>
        <pc:spChg chg="mod">
          <ac:chgData name="Camilla Cicatello" userId="S::camilla.cicatello@xbiglylabs.co.za::749529ea-be00-4511-aacd-f75af8aa7456" providerId="AD" clId="Web-{7FFADD8C-C3AC-75CE-8B51-E75A982C2A0D}" dt="2025-11-21T07:59:33.297" v="71" actId="20577"/>
          <ac:spMkLst>
            <pc:docMk/>
            <pc:sldMk cId="1325617241" sldId="3944"/>
            <ac:spMk id="4" creationId="{A73BEB23-2482-1653-5D91-63015B15DD39}"/>
          </ac:spMkLst>
        </pc:spChg>
        <pc:spChg chg="mod">
          <ac:chgData name="Camilla Cicatello" userId="S::camilla.cicatello@xbiglylabs.co.za::749529ea-be00-4511-aacd-f75af8aa7456" providerId="AD" clId="Web-{7FFADD8C-C3AC-75CE-8B51-E75A982C2A0D}" dt="2025-11-21T07:50:43.857" v="45" actId="1076"/>
          <ac:spMkLst>
            <pc:docMk/>
            <pc:sldMk cId="1325617241" sldId="3944"/>
            <ac:spMk id="15" creationId="{592821BB-539A-AB30-7EDB-E5292D3E5174}"/>
          </ac:spMkLst>
        </pc:spChg>
        <pc:spChg chg="mod">
          <ac:chgData name="Camilla Cicatello" userId="S::camilla.cicatello@xbiglylabs.co.za::749529ea-be00-4511-aacd-f75af8aa7456" providerId="AD" clId="Web-{7FFADD8C-C3AC-75CE-8B51-E75A982C2A0D}" dt="2025-11-21T07:50:43.873" v="46" actId="1076"/>
          <ac:spMkLst>
            <pc:docMk/>
            <pc:sldMk cId="1325617241" sldId="3944"/>
            <ac:spMk id="17" creationId="{000FFFE7-710B-3F2C-9412-B5B9F7C4D4F9}"/>
          </ac:spMkLst>
        </pc:spChg>
        <pc:spChg chg="mod">
          <ac:chgData name="Camilla Cicatello" userId="S::camilla.cicatello@xbiglylabs.co.za::749529ea-be00-4511-aacd-f75af8aa7456" providerId="AD" clId="Web-{7FFADD8C-C3AC-75CE-8B51-E75A982C2A0D}" dt="2025-11-21T08:04:50.898" v="139" actId="20577"/>
          <ac:spMkLst>
            <pc:docMk/>
            <pc:sldMk cId="1325617241" sldId="3944"/>
            <ac:spMk id="28" creationId="{41E30E96-A048-4A88-8F95-27566AA93058}"/>
          </ac:spMkLst>
        </pc:spChg>
        <pc:spChg chg="add mod">
          <ac:chgData name="Camilla Cicatello" userId="S::camilla.cicatello@xbiglylabs.co.za::749529ea-be00-4511-aacd-f75af8aa7456" providerId="AD" clId="Web-{7FFADD8C-C3AC-75CE-8B51-E75A982C2A0D}" dt="2025-11-21T07:52:31.092" v="63" actId="20577"/>
          <ac:spMkLst>
            <pc:docMk/>
            <pc:sldMk cId="1325617241" sldId="3944"/>
            <ac:spMk id="29" creationId="{6F11F1BC-A916-CBF6-8306-5AECDE82E2A7}"/>
          </ac:spMkLst>
        </pc:spChg>
        <pc:grpChg chg="mod">
          <ac:chgData name="Camilla Cicatello" userId="S::camilla.cicatello@xbiglylabs.co.za::749529ea-be00-4511-aacd-f75af8aa7456" providerId="AD" clId="Web-{7FFADD8C-C3AC-75CE-8B51-E75A982C2A0D}" dt="2025-11-21T07:50:43.826" v="44" actId="1076"/>
          <ac:grpSpMkLst>
            <pc:docMk/>
            <pc:sldMk cId="1325617241" sldId="3944"/>
            <ac:grpSpMk id="13" creationId="{A9E3E8E5-C29F-443D-DD75-2FD2E8E52358}"/>
          </ac:grpSpMkLst>
        </pc:grpChg>
      </pc:sldChg>
      <pc:sldChg chg="modSp">
        <pc:chgData name="Camilla Cicatello" userId="S::camilla.cicatello@xbiglylabs.co.za::749529ea-be00-4511-aacd-f75af8aa7456" providerId="AD" clId="Web-{7FFADD8C-C3AC-75CE-8B51-E75A982C2A0D}" dt="2025-11-21T08:05:06.023" v="144" actId="20577"/>
        <pc:sldMkLst>
          <pc:docMk/>
          <pc:sldMk cId="3304717488" sldId="3945"/>
        </pc:sldMkLst>
        <pc:spChg chg="mod">
          <ac:chgData name="Camilla Cicatello" userId="S::camilla.cicatello@xbiglylabs.co.za::749529ea-be00-4511-aacd-f75af8aa7456" providerId="AD" clId="Web-{7FFADD8C-C3AC-75CE-8B51-E75A982C2A0D}" dt="2025-11-21T08:05:06.023" v="144" actId="20577"/>
          <ac:spMkLst>
            <pc:docMk/>
            <pc:sldMk cId="3304717488" sldId="3945"/>
            <ac:spMk id="4" creationId="{E193C6EB-81F9-17E8-019D-622CEB0D9C28}"/>
          </ac:spMkLst>
        </pc:spChg>
      </pc:sldChg>
      <pc:sldChg chg="modSp">
        <pc:chgData name="Camilla Cicatello" userId="S::camilla.cicatello@xbiglylabs.co.za::749529ea-be00-4511-aacd-f75af8aa7456" providerId="AD" clId="Web-{7FFADD8C-C3AC-75CE-8B51-E75A982C2A0D}" dt="2025-11-21T08:10:14.636" v="175" actId="20577"/>
        <pc:sldMkLst>
          <pc:docMk/>
          <pc:sldMk cId="2288541138" sldId="3946"/>
        </pc:sldMkLst>
        <pc:spChg chg="mod">
          <ac:chgData name="Camilla Cicatello" userId="S::camilla.cicatello@xbiglylabs.co.za::749529ea-be00-4511-aacd-f75af8aa7456" providerId="AD" clId="Web-{7FFADD8C-C3AC-75CE-8B51-E75A982C2A0D}" dt="2025-11-21T08:10:14.636" v="175" actId="20577"/>
          <ac:spMkLst>
            <pc:docMk/>
            <pc:sldMk cId="2288541138" sldId="3946"/>
            <ac:spMk id="3" creationId="{F7E80226-7402-89E5-C56C-95F776C836A7}"/>
          </ac:spMkLst>
        </pc:spChg>
      </pc:sldChg>
      <pc:sldChg chg="modSp">
        <pc:chgData name="Camilla Cicatello" userId="S::camilla.cicatello@xbiglylabs.co.za::749529ea-be00-4511-aacd-f75af8aa7456" providerId="AD" clId="Web-{7FFADD8C-C3AC-75CE-8B51-E75A982C2A0D}" dt="2025-11-21T08:12:21.825" v="177" actId="20577"/>
        <pc:sldMkLst>
          <pc:docMk/>
          <pc:sldMk cId="3532742810" sldId="3948"/>
        </pc:sldMkLst>
        <pc:spChg chg="mod">
          <ac:chgData name="Camilla Cicatello" userId="S::camilla.cicatello@xbiglylabs.co.za::749529ea-be00-4511-aacd-f75af8aa7456" providerId="AD" clId="Web-{7FFADD8C-C3AC-75CE-8B51-E75A982C2A0D}" dt="2025-11-21T08:12:21.825" v="177" actId="20577"/>
          <ac:spMkLst>
            <pc:docMk/>
            <pc:sldMk cId="3532742810" sldId="3948"/>
            <ac:spMk id="3" creationId="{0BA9E3B3-EA13-BF02-753B-69F758BC3D4F}"/>
          </ac:spMkLst>
        </pc:spChg>
      </pc:sldChg>
      <pc:sldChg chg="addSp delSp modSp">
        <pc:chgData name="Camilla Cicatello" userId="S::camilla.cicatello@xbiglylabs.co.za::749529ea-be00-4511-aacd-f75af8aa7456" providerId="AD" clId="Web-{7FFADD8C-C3AC-75CE-8B51-E75A982C2A0D}" dt="2025-11-21T08:24:46.782" v="305" actId="1076"/>
        <pc:sldMkLst>
          <pc:docMk/>
          <pc:sldMk cId="3678568888" sldId="3949"/>
        </pc:sldMkLst>
        <pc:spChg chg="add mod">
          <ac:chgData name="Camilla Cicatello" userId="S::camilla.cicatello@xbiglylabs.co.za::749529ea-be00-4511-aacd-f75af8aa7456" providerId="AD" clId="Web-{7FFADD8C-C3AC-75CE-8B51-E75A982C2A0D}" dt="2025-11-21T08:24:46.782" v="305" actId="1076"/>
          <ac:spMkLst>
            <pc:docMk/>
            <pc:sldMk cId="3678568888" sldId="3949"/>
            <ac:spMk id="2" creationId="{2484F05F-6B54-F6C6-91D7-58440D3BBAF7}"/>
          </ac:spMkLst>
        </pc:spChg>
        <pc:spChg chg="mod">
          <ac:chgData name="Camilla Cicatello" userId="S::camilla.cicatello@xbiglylabs.co.za::749529ea-be00-4511-aacd-f75af8aa7456" providerId="AD" clId="Web-{7FFADD8C-C3AC-75CE-8B51-E75A982C2A0D}" dt="2025-11-21T08:17:00.169" v="193" actId="20577"/>
          <ac:spMkLst>
            <pc:docMk/>
            <pc:sldMk cId="3678568888" sldId="3949"/>
            <ac:spMk id="3" creationId="{8DAF5BCC-4E22-2466-71FE-0CB9C8974BB7}"/>
          </ac:spMkLst>
        </pc:spChg>
        <pc:spChg chg="mod">
          <ac:chgData name="Camilla Cicatello" userId="S::camilla.cicatello@xbiglylabs.co.za::749529ea-be00-4511-aacd-f75af8aa7456" providerId="AD" clId="Web-{7FFADD8C-C3AC-75CE-8B51-E75A982C2A0D}" dt="2025-11-21T08:24:34.766" v="302" actId="20577"/>
          <ac:spMkLst>
            <pc:docMk/>
            <pc:sldMk cId="3678568888" sldId="3949"/>
            <ac:spMk id="4" creationId="{D0DAAC80-BE3D-320C-C85D-0B812DCD1F1B}"/>
          </ac:spMkLst>
        </pc:spChg>
        <pc:spChg chg="add mod">
          <ac:chgData name="Camilla Cicatello" userId="S::camilla.cicatello@xbiglylabs.co.za::749529ea-be00-4511-aacd-f75af8aa7456" providerId="AD" clId="Web-{7FFADD8C-C3AC-75CE-8B51-E75A982C2A0D}" dt="2025-11-21T08:24:39.063" v="303" actId="1076"/>
          <ac:spMkLst>
            <pc:docMk/>
            <pc:sldMk cId="3678568888" sldId="3949"/>
            <ac:spMk id="6" creationId="{4EFC66F4-3CAC-E474-1C4D-7866C8223028}"/>
          </ac:spMkLst>
        </pc:spChg>
        <pc:spChg chg="mod">
          <ac:chgData name="Camilla Cicatello" userId="S::camilla.cicatello@xbiglylabs.co.za::749529ea-be00-4511-aacd-f75af8aa7456" providerId="AD" clId="Web-{7FFADD8C-C3AC-75CE-8B51-E75A982C2A0D}" dt="2025-11-21T08:24:13.563" v="286" actId="20577"/>
          <ac:spMkLst>
            <pc:docMk/>
            <pc:sldMk cId="3678568888" sldId="3949"/>
            <ac:spMk id="8" creationId="{CDD64C60-8CAA-C78F-1FEB-D9C02AA17CAB}"/>
          </ac:spMkLst>
        </pc:spChg>
        <pc:spChg chg="mod">
          <ac:chgData name="Camilla Cicatello" userId="S::camilla.cicatello@xbiglylabs.co.za::749529ea-be00-4511-aacd-f75af8aa7456" providerId="AD" clId="Web-{7FFADD8C-C3AC-75CE-8B51-E75A982C2A0D}" dt="2025-11-21T08:17:07.231" v="197" actId="1076"/>
          <ac:spMkLst>
            <pc:docMk/>
            <pc:sldMk cId="3678568888" sldId="3949"/>
            <ac:spMk id="13" creationId="{8D87F377-CFD5-D3A7-22F6-BB72FC6AB429}"/>
          </ac:spMkLst>
        </pc:spChg>
        <pc:spChg chg="mod">
          <ac:chgData name="Camilla Cicatello" userId="S::camilla.cicatello@xbiglylabs.co.za::749529ea-be00-4511-aacd-f75af8aa7456" providerId="AD" clId="Web-{7FFADD8C-C3AC-75CE-8B51-E75A982C2A0D}" dt="2025-11-21T08:17:07.247" v="198" actId="1076"/>
          <ac:spMkLst>
            <pc:docMk/>
            <pc:sldMk cId="3678568888" sldId="3949"/>
            <ac:spMk id="16" creationId="{C3E372E1-8E45-DA99-A651-141DCA23FBBF}"/>
          </ac:spMkLst>
        </pc:spChg>
        <pc:spChg chg="mod">
          <ac:chgData name="Camilla Cicatello" userId="S::camilla.cicatello@xbiglylabs.co.za::749529ea-be00-4511-aacd-f75af8aa7456" providerId="AD" clId="Web-{7FFADD8C-C3AC-75CE-8B51-E75A982C2A0D}" dt="2025-11-21T08:05:18.742" v="148" actId="20577"/>
          <ac:spMkLst>
            <pc:docMk/>
            <pc:sldMk cId="3678568888" sldId="3949"/>
            <ac:spMk id="28" creationId="{D3F80C1E-4DED-16A9-7C8D-9B93A2B98DBC}"/>
          </ac:spMkLst>
        </pc:spChg>
      </pc:sldChg>
    </pc:docChg>
  </pc:docChgLst>
  <pc:docChgLst>
    <pc:chgData name="Tamsin Madden" userId="S::tamsin.madden@xbiglylabs.co.za::3962aa0f-71e7-417d-9337-20992e8a8d70" providerId="AD" clId="Web-{7D994BAC-506B-393E-5A28-235FC411D583}"/>
    <pc:docChg chg="delSld">
      <pc:chgData name="Tamsin Madden" userId="S::tamsin.madden@xbiglylabs.co.za::3962aa0f-71e7-417d-9337-20992e8a8d70" providerId="AD" clId="Web-{7D994BAC-506B-393E-5A28-235FC411D583}" dt="2025-11-21T07:30:24.553" v="0"/>
      <pc:docMkLst>
        <pc:docMk/>
      </pc:docMkLst>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https://dischempharma.sharepoint.com/sites/EnterpriseAccelerationScriptJourney/Shared%20Documents/Script%20Journey/Pharma%20OS%20survey%20results,%20stats%20&amp;%20Report/Quant_Tables_with_Charts.xlsx"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https://dischempharma.sharepoint.com/sites/EnterpriseAccelerationScriptJourney/Shared%20Documents/Script%20Journey/Pharma%20OS%20survey%20results,%20stats%20&amp;%20Report/Quant_Tables_with_Charts.xlsx"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sz="3000" b="1" i="0" u="none" strike="noStrike">
                <a:solidFill>
                  <a:schemeClr val="tx1"/>
                </a:solidFill>
                <a:effectLst/>
                <a:latin typeface="Montserrat" pitchFamily="2" charset="77"/>
              </a:rPr>
              <a:t>Number of Employees in Dispensary Per Store</a:t>
            </a:r>
            <a:r>
              <a:rPr lang="en-US" sz="3000" b="1">
                <a:solidFill>
                  <a:schemeClr val="tx1"/>
                </a:solidFill>
                <a:effectLst/>
                <a:latin typeface="Montserrat" pitchFamily="2" charset="77"/>
              </a:rPr>
              <a:t> </a:t>
            </a:r>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'Number of Employees in Dispensa'!$F$5</c:f>
              <c:strCache>
                <c:ptCount val="1"/>
                <c:pt idx="0">
                  <c:v>Count</c:v>
                </c:pt>
              </c:strCache>
            </c:strRef>
          </c:tx>
          <c:spPr>
            <a:solidFill>
              <a:srgbClr val="40AB5F"/>
            </a:solidFill>
            <a:ln>
              <a:noFill/>
              <a:prstDash val="solid"/>
            </a:ln>
            <a:effectLst/>
          </c:spPr>
          <c:invertIfNegative val="0"/>
          <c:dLbls>
            <c:dLbl>
              <c:idx val="0"/>
              <c:layout>
                <c:manualLayout>
                  <c:x val="-1.5237137345717132E-2"/>
                  <c:y val="-0.20665126448501078"/>
                </c:manualLayout>
              </c:layout>
              <c:tx>
                <c:rich>
                  <a:bodyPr/>
                  <a:lstStyle/>
                  <a:p>
                    <a:r>
                      <a:rPr lang="en-US"/>
                      <a:t>    16 </a:t>
                    </a:r>
                  </a:p>
                  <a:p>
                    <a:r>
                      <a:rPr lang="en-US"/>
                      <a:t>     </a:t>
                    </a:r>
                    <a:r>
                      <a:rPr lang="en-US" b="0"/>
                      <a:t>16%</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6EF-774F-B12A-408787FD3A04}"/>
                </c:ext>
              </c:extLst>
            </c:dLbl>
            <c:dLbl>
              <c:idx val="1"/>
              <c:layout>
                <c:manualLayout>
                  <c:x val="-3.9506600885868913E-4"/>
                  <c:y val="-0.43906973831138379"/>
                </c:manualLayout>
              </c:layout>
              <c:tx>
                <c:rich>
                  <a:bodyPr/>
                  <a:lstStyle/>
                  <a:p>
                    <a:r>
                      <a:rPr lang="en-US"/>
                      <a:t>40 </a:t>
                    </a:r>
                  </a:p>
                  <a:p>
                    <a:r>
                      <a:rPr lang="en-US" b="0"/>
                      <a:t>40%</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6EF-774F-B12A-408787FD3A04}"/>
                </c:ext>
              </c:extLst>
            </c:dLbl>
            <c:dLbl>
              <c:idx val="2"/>
              <c:layout>
                <c:manualLayout>
                  <c:x val="1.204467842468629E-3"/>
                  <c:y val="-0.29353059744269067"/>
                </c:manualLayout>
              </c:layout>
              <c:tx>
                <c:rich>
                  <a:bodyPr/>
                  <a:lstStyle/>
                  <a:p>
                    <a:r>
                      <a:rPr lang="en-US"/>
                      <a:t>25</a:t>
                    </a:r>
                  </a:p>
                  <a:p>
                    <a:r>
                      <a:rPr lang="en-US" b="0"/>
                      <a:t>25%</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6EF-774F-B12A-408787FD3A04}"/>
                </c:ext>
              </c:extLst>
            </c:dLbl>
            <c:dLbl>
              <c:idx val="3"/>
              <c:layout>
                <c:manualLayout>
                  <c:x val="-2.1422191718250528E-3"/>
                  <c:y val="-0.14106417041882519"/>
                </c:manualLayout>
              </c:layout>
              <c:tx>
                <c:rich>
                  <a:bodyPr/>
                  <a:lstStyle/>
                  <a:p>
                    <a:r>
                      <a:rPr lang="en-US"/>
                      <a:t>9</a:t>
                    </a:r>
                  </a:p>
                  <a:p>
                    <a:r>
                      <a:rPr lang="en-US" b="0"/>
                      <a:t>9%</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6EF-774F-B12A-408787FD3A04}"/>
                </c:ext>
              </c:extLst>
            </c:dLbl>
            <c:dLbl>
              <c:idx val="4"/>
              <c:layout>
                <c:manualLayout>
                  <c:x val="-2.9816040041704796E-3"/>
                  <c:y val="-0.11243715795126606"/>
                </c:manualLayout>
              </c:layout>
              <c:tx>
                <c:rich>
                  <a:bodyPr/>
                  <a:lstStyle/>
                  <a:p>
                    <a:r>
                      <a:rPr lang="en-US"/>
                      <a:t>6</a:t>
                    </a:r>
                  </a:p>
                  <a:p>
                    <a:r>
                      <a:rPr lang="en-US" b="0"/>
                      <a:t>6%</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6EF-774F-B12A-408787FD3A04}"/>
                </c:ext>
              </c:extLst>
            </c:dLbl>
            <c:dLbl>
              <c:idx val="5"/>
              <c:layout>
                <c:manualLayout>
                  <c:x val="-2.4257706865473657E-3"/>
                  <c:y val="-6.3438983767218293E-2"/>
                </c:manualLayout>
              </c:layout>
              <c:tx>
                <c:rich>
                  <a:bodyPr/>
                  <a:lstStyle/>
                  <a:p>
                    <a:r>
                      <a:rPr lang="en-US"/>
                      <a:t>2</a:t>
                    </a:r>
                  </a:p>
                  <a:p>
                    <a:r>
                      <a:rPr lang="en-US" b="0"/>
                      <a:t>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6EF-774F-B12A-408787FD3A04}"/>
                </c:ext>
              </c:extLst>
            </c:dLbl>
            <c:dLbl>
              <c:idx val="6"/>
              <c:layout>
                <c:manualLayout>
                  <c:x val="2.9912041290553232E-3"/>
                  <c:y val="-5.7833065532729995E-2"/>
                </c:manualLayout>
              </c:layout>
              <c:tx>
                <c:rich>
                  <a:bodyPr/>
                  <a:lstStyle/>
                  <a:p>
                    <a:r>
                      <a:rPr lang="en-US"/>
                      <a:t>1</a:t>
                    </a:r>
                  </a:p>
                  <a:p>
                    <a:r>
                      <a:rPr lang="en-US" b="0"/>
                      <a:t>1%</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6EF-774F-B12A-408787FD3A04}"/>
                </c:ext>
              </c:extLst>
            </c:dLbl>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tx1">
                        <a:lumMod val="75000"/>
                        <a:lumOff val="25000"/>
                      </a:schemeClr>
                    </a:solidFill>
                    <a:latin typeface="Montserrat" pitchFamily="2" charset="77"/>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'Number of Employees in Dispensa'!$E$6:$E$12</c:f>
              <c:strCache>
                <c:ptCount val="7"/>
                <c:pt idx="0">
                  <c:v>0-5</c:v>
                </c:pt>
                <c:pt idx="1">
                  <c:v>6-10</c:v>
                </c:pt>
                <c:pt idx="2">
                  <c:v>11-15</c:v>
                </c:pt>
                <c:pt idx="3">
                  <c:v>16-20</c:v>
                </c:pt>
                <c:pt idx="4">
                  <c:v>21-25</c:v>
                </c:pt>
                <c:pt idx="5">
                  <c:v>26-30</c:v>
                </c:pt>
                <c:pt idx="6">
                  <c:v>31-35</c:v>
                </c:pt>
              </c:strCache>
            </c:strRef>
          </c:cat>
          <c:val>
            <c:numRef>
              <c:f>'Number of Employees in Dispensa'!$F$6:$F$12</c:f>
              <c:numCache>
                <c:formatCode>General</c:formatCode>
                <c:ptCount val="7"/>
                <c:pt idx="0">
                  <c:v>16</c:v>
                </c:pt>
                <c:pt idx="1">
                  <c:v>40</c:v>
                </c:pt>
                <c:pt idx="2">
                  <c:v>25</c:v>
                </c:pt>
                <c:pt idx="3">
                  <c:v>9</c:v>
                </c:pt>
                <c:pt idx="4">
                  <c:v>6</c:v>
                </c:pt>
                <c:pt idx="5">
                  <c:v>2</c:v>
                </c:pt>
                <c:pt idx="6">
                  <c:v>1</c:v>
                </c:pt>
              </c:numCache>
            </c:numRef>
          </c:val>
          <c:extLst>
            <c:ext xmlns:c16="http://schemas.microsoft.com/office/drawing/2014/chart" uri="{C3380CC4-5D6E-409C-BE32-E72D297353CC}">
              <c16:uniqueId val="{00000007-06EF-774F-B12A-408787FD3A04}"/>
            </c:ext>
          </c:extLst>
        </c:ser>
        <c:dLbls>
          <c:showLegendKey val="0"/>
          <c:showVal val="0"/>
          <c:showCatName val="0"/>
          <c:showSerName val="0"/>
          <c:showPercent val="0"/>
          <c:showBubbleSize val="0"/>
        </c:dLbls>
        <c:gapWidth val="219"/>
        <c:overlap val="100"/>
        <c:axId val="1967979727"/>
        <c:axId val="2024056735"/>
      </c:barChart>
      <c:catAx>
        <c:axId val="1967979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ontserrat" pitchFamily="2" charset="77"/>
                <a:ea typeface="+mn-ea"/>
                <a:cs typeface="+mn-cs"/>
              </a:defRPr>
            </a:pPr>
            <a:endParaRPr lang="en-US"/>
          </a:p>
        </c:txPr>
        <c:crossAx val="2024056735"/>
        <c:crosses val="autoZero"/>
        <c:auto val="1"/>
        <c:lblAlgn val="ctr"/>
        <c:lblOffset val="100"/>
        <c:noMultiLvlLbl val="0"/>
      </c:catAx>
      <c:valAx>
        <c:axId val="202405673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ontserrat" pitchFamily="2" charset="77"/>
                <a:ea typeface="+mn-ea"/>
                <a:cs typeface="+mn-cs"/>
              </a:defRPr>
            </a:pPr>
            <a:endParaRPr lang="en-US"/>
          </a:p>
        </c:txPr>
        <c:crossAx val="1967979727"/>
        <c:crosses val="autoZero"/>
        <c:crossBetween val="between"/>
      </c:valAx>
      <c:spPr>
        <a:noFill/>
        <a:ln>
          <a:solidFill>
            <a:srgbClr val="000000"/>
          </a:solidFill>
        </a:ln>
        <a:effectLst/>
      </c:spPr>
    </c:plotArea>
    <c:plotVisOnly val="1"/>
    <c:dispBlanksAs val="gap"/>
    <c:showDLblsOverMax val="0"/>
  </c:chart>
  <c:spPr>
    <a:solidFill>
      <a:schemeClr val="bg1"/>
    </a:solidFill>
    <a:ln w="9525" cap="flat" cmpd="sng" algn="ctr">
      <a:solidFill>
        <a:srgbClr val="000000"/>
      </a:solid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3000" b="1">
                <a:solidFill>
                  <a:schemeClr val="tx1"/>
                </a:solidFill>
                <a:latin typeface="Montserrat" pitchFamily="2" charset="77"/>
              </a:rPr>
              <a:t>Roles Present in Store</a:t>
            </a:r>
          </a:p>
        </c:rich>
      </c:tx>
      <c:overlay val="0"/>
      <c:spPr>
        <a:noFill/>
        <a:ln>
          <a:noFill/>
        </a:ln>
        <a:effectLst/>
      </c:spPr>
    </c:title>
    <c:autoTitleDeleted val="0"/>
    <c:plotArea>
      <c:layout/>
      <c:barChart>
        <c:barDir val="col"/>
        <c:grouping val="stacked"/>
        <c:varyColors val="0"/>
        <c:ser>
          <c:idx val="0"/>
          <c:order val="0"/>
          <c:tx>
            <c:strRef>
              <c:f>Sheet7!$C$4</c:f>
              <c:strCache>
                <c:ptCount val="1"/>
                <c:pt idx="0">
                  <c:v>Stores with Role</c:v>
                </c:pt>
              </c:strCache>
            </c:strRef>
          </c:tx>
          <c:spPr>
            <a:ln>
              <a:prstDash val="solid"/>
            </a:ln>
          </c:spPr>
          <c:invertIfNegative val="0"/>
          <c:dPt>
            <c:idx val="0"/>
            <c:invertIfNegative val="0"/>
            <c:bubble3D val="0"/>
            <c:spPr>
              <a:solidFill>
                <a:srgbClr val="025F86"/>
              </a:solidFill>
              <a:ln>
                <a:prstDash val="solid"/>
              </a:ln>
            </c:spPr>
            <c:extLst>
              <c:ext xmlns:c16="http://schemas.microsoft.com/office/drawing/2014/chart" uri="{C3380CC4-5D6E-409C-BE32-E72D297353CC}">
                <c16:uniqueId val="{00000001-DD74-C74F-9608-DA4572CB9A45}"/>
              </c:ext>
            </c:extLst>
          </c:dPt>
          <c:dPt>
            <c:idx val="1"/>
            <c:invertIfNegative val="0"/>
            <c:bubble3D val="0"/>
            <c:spPr>
              <a:solidFill>
                <a:srgbClr val="025F86"/>
              </a:solidFill>
              <a:ln>
                <a:prstDash val="solid"/>
              </a:ln>
            </c:spPr>
            <c:extLst>
              <c:ext xmlns:c16="http://schemas.microsoft.com/office/drawing/2014/chart" uri="{C3380CC4-5D6E-409C-BE32-E72D297353CC}">
                <c16:uniqueId val="{00000003-DD74-C74F-9608-DA4572CB9A45}"/>
              </c:ext>
            </c:extLst>
          </c:dPt>
          <c:dPt>
            <c:idx val="2"/>
            <c:invertIfNegative val="0"/>
            <c:bubble3D val="0"/>
            <c:spPr>
              <a:solidFill>
                <a:srgbClr val="025F86"/>
              </a:solidFill>
              <a:ln>
                <a:prstDash val="solid"/>
              </a:ln>
            </c:spPr>
            <c:extLst>
              <c:ext xmlns:c16="http://schemas.microsoft.com/office/drawing/2014/chart" uri="{C3380CC4-5D6E-409C-BE32-E72D297353CC}">
                <c16:uniqueId val="{00000005-DD74-C74F-9608-DA4572CB9A45}"/>
              </c:ext>
            </c:extLst>
          </c:dPt>
          <c:dPt>
            <c:idx val="3"/>
            <c:invertIfNegative val="0"/>
            <c:bubble3D val="0"/>
            <c:spPr>
              <a:solidFill>
                <a:srgbClr val="025F86"/>
              </a:solidFill>
              <a:ln>
                <a:prstDash val="solid"/>
              </a:ln>
            </c:spPr>
            <c:extLst>
              <c:ext xmlns:c16="http://schemas.microsoft.com/office/drawing/2014/chart" uri="{C3380CC4-5D6E-409C-BE32-E72D297353CC}">
                <c16:uniqueId val="{00000007-DD74-C74F-9608-DA4572CB9A45}"/>
              </c:ext>
            </c:extLst>
          </c:dPt>
          <c:dPt>
            <c:idx val="4"/>
            <c:invertIfNegative val="0"/>
            <c:bubble3D val="0"/>
            <c:spPr>
              <a:solidFill>
                <a:srgbClr val="025F86"/>
              </a:solidFill>
              <a:ln>
                <a:prstDash val="solid"/>
              </a:ln>
            </c:spPr>
            <c:extLst>
              <c:ext xmlns:c16="http://schemas.microsoft.com/office/drawing/2014/chart" uri="{C3380CC4-5D6E-409C-BE32-E72D297353CC}">
                <c16:uniqueId val="{00000009-DD74-C74F-9608-DA4572CB9A45}"/>
              </c:ext>
            </c:extLst>
          </c:dPt>
          <c:dLbls>
            <c:dLbl>
              <c:idx val="0"/>
              <c:layout>
                <c:manualLayout>
                  <c:x val="-4.4174487695944446E-3"/>
                  <c:y val="-0.40488098712784593"/>
                </c:manualLayout>
              </c:layout>
              <c:tx>
                <c:rich>
                  <a:bodyPr wrap="square" lIns="38100" tIns="19050" rIns="38100" bIns="19050" anchor="ctr">
                    <a:spAutoFit/>
                  </a:bodyPr>
                  <a:lstStyle/>
                  <a:p>
                    <a:pPr>
                      <a:defRPr sz="2400" b="1">
                        <a:solidFill>
                          <a:schemeClr val="tx1"/>
                        </a:solidFill>
                        <a:latin typeface="Montserrat" pitchFamily="2" charset="77"/>
                      </a:defRPr>
                    </a:pPr>
                    <a:fld id="{A7214BC2-2D55-B748-B317-8E1FE45ACD98}" type="VALUE">
                      <a:rPr lang="en-US" sz="2400" smtClean="0">
                        <a:solidFill>
                          <a:schemeClr val="tx1"/>
                        </a:solidFill>
                      </a:rPr>
                      <a:pPr>
                        <a:defRPr sz="2400" b="1">
                          <a:solidFill>
                            <a:schemeClr val="tx1"/>
                          </a:solidFill>
                          <a:latin typeface="Montserrat" pitchFamily="2" charset="77"/>
                        </a:defRPr>
                      </a:pPr>
                      <a:t>[VALUE]</a:t>
                    </a:fld>
                    <a:r>
                      <a:rPr lang="en-US" sz="2400">
                        <a:solidFill>
                          <a:schemeClr val="tx1"/>
                        </a:solidFill>
                      </a:rPr>
                      <a:t> </a:t>
                    </a:r>
                    <a:br>
                      <a:rPr lang="en-US" sz="2400">
                        <a:solidFill>
                          <a:schemeClr val="tx1"/>
                        </a:solidFill>
                      </a:rPr>
                    </a:br>
                    <a:r>
                      <a:rPr lang="en-US" sz="2400" b="0">
                        <a:solidFill>
                          <a:schemeClr val="tx1"/>
                        </a:solidFill>
                      </a:rPr>
                      <a:t>100%</a:t>
                    </a:r>
                  </a:p>
                </c:rich>
              </c:tx>
              <c:spPr>
                <a:noFill/>
                <a:ln>
                  <a:noFill/>
                </a:ln>
                <a:effectLst/>
              </c:sp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D74-C74F-9608-DA4572CB9A45}"/>
                </c:ext>
              </c:extLst>
            </c:dLbl>
            <c:dLbl>
              <c:idx val="1"/>
              <c:layout>
                <c:manualLayout>
                  <c:x val="0"/>
                  <c:y val="-0.3968611872258237"/>
                </c:manualLayout>
              </c:layout>
              <c:tx>
                <c:rich>
                  <a:bodyPr wrap="square" lIns="38100" tIns="19050" rIns="38100" bIns="19050" anchor="ctr">
                    <a:spAutoFit/>
                  </a:bodyPr>
                  <a:lstStyle/>
                  <a:p>
                    <a:pPr>
                      <a:defRPr sz="2400" b="1">
                        <a:solidFill>
                          <a:schemeClr val="tx1"/>
                        </a:solidFill>
                        <a:latin typeface="Montserrat" pitchFamily="2" charset="77"/>
                      </a:defRPr>
                    </a:pPr>
                    <a:fld id="{B43947D1-CA95-5545-93A1-8C20ACEEBB44}" type="VALUE">
                      <a:rPr lang="en-US" sz="2400" smtClean="0">
                        <a:solidFill>
                          <a:schemeClr val="tx1"/>
                        </a:solidFill>
                      </a:rPr>
                      <a:pPr>
                        <a:defRPr sz="2400" b="1">
                          <a:solidFill>
                            <a:schemeClr val="tx1"/>
                          </a:solidFill>
                          <a:latin typeface="Montserrat" pitchFamily="2" charset="77"/>
                        </a:defRPr>
                      </a:pPr>
                      <a:t>[VALUE]</a:t>
                    </a:fld>
                    <a:endParaRPr lang="en-US" sz="2400">
                      <a:solidFill>
                        <a:schemeClr val="tx1"/>
                      </a:solidFill>
                    </a:endParaRPr>
                  </a:p>
                  <a:p>
                    <a:pPr>
                      <a:defRPr sz="2400" b="1">
                        <a:solidFill>
                          <a:schemeClr val="tx1"/>
                        </a:solidFill>
                        <a:latin typeface="Montserrat" pitchFamily="2" charset="77"/>
                      </a:defRPr>
                    </a:pPr>
                    <a:r>
                      <a:rPr lang="en-US" sz="2400" b="0">
                        <a:solidFill>
                          <a:schemeClr val="tx1"/>
                        </a:solidFill>
                      </a:rPr>
                      <a:t>95%</a:t>
                    </a:r>
                  </a:p>
                </c:rich>
              </c:tx>
              <c:spPr>
                <a:noFill/>
                <a:ln>
                  <a:noFill/>
                </a:ln>
                <a:effectLst/>
              </c:sp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D74-C74F-9608-DA4572CB9A45}"/>
                </c:ext>
              </c:extLst>
            </c:dLbl>
            <c:dLbl>
              <c:idx val="2"/>
              <c:layout>
                <c:manualLayout>
                  <c:x val="-1.7669795078378364E-3"/>
                  <c:y val="-0.26508665328350228"/>
                </c:manualLayout>
              </c:layout>
              <c:tx>
                <c:rich>
                  <a:bodyPr wrap="square" lIns="38100" tIns="19050" rIns="38100" bIns="19050" anchor="ctr">
                    <a:spAutoFit/>
                  </a:bodyPr>
                  <a:lstStyle/>
                  <a:p>
                    <a:pPr>
                      <a:defRPr sz="2400" b="1">
                        <a:solidFill>
                          <a:schemeClr val="tx1"/>
                        </a:solidFill>
                        <a:latin typeface="Montserrat" pitchFamily="2" charset="77"/>
                      </a:defRPr>
                    </a:pPr>
                    <a:fld id="{8634E98C-92F2-854D-94AF-9B9C3787C8C4}" type="VALUE">
                      <a:rPr lang="en-US" sz="2400" smtClean="0">
                        <a:solidFill>
                          <a:schemeClr val="tx1"/>
                        </a:solidFill>
                      </a:rPr>
                      <a:pPr>
                        <a:defRPr sz="2400" b="1">
                          <a:solidFill>
                            <a:schemeClr val="tx1"/>
                          </a:solidFill>
                          <a:latin typeface="Montserrat" pitchFamily="2" charset="77"/>
                        </a:defRPr>
                      </a:pPr>
                      <a:t>[VALUE]</a:t>
                    </a:fld>
                    <a:endParaRPr lang="en-US" sz="2400">
                      <a:solidFill>
                        <a:schemeClr val="tx1"/>
                      </a:solidFill>
                    </a:endParaRPr>
                  </a:p>
                  <a:p>
                    <a:pPr>
                      <a:defRPr sz="2400" b="1">
                        <a:solidFill>
                          <a:schemeClr val="tx1"/>
                        </a:solidFill>
                        <a:latin typeface="Montserrat" pitchFamily="2" charset="77"/>
                      </a:defRPr>
                    </a:pPr>
                    <a:r>
                      <a:rPr lang="en-US" sz="2400" b="0">
                        <a:solidFill>
                          <a:schemeClr val="tx1"/>
                        </a:solidFill>
                      </a:rPr>
                      <a:t>59%</a:t>
                    </a:r>
                  </a:p>
                </c:rich>
              </c:tx>
              <c:spPr>
                <a:noFill/>
                <a:ln>
                  <a:noFill/>
                </a:ln>
                <a:effectLst/>
              </c:sp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D74-C74F-9608-DA4572CB9A45}"/>
                </c:ext>
              </c:extLst>
            </c:dLbl>
            <c:dLbl>
              <c:idx val="3"/>
              <c:layout>
                <c:manualLayout>
                  <c:x val="-2.6504692617566575E-3"/>
                  <c:y val="-0.24566169240133812"/>
                </c:manualLayout>
              </c:layout>
              <c:tx>
                <c:rich>
                  <a:bodyPr wrap="square" lIns="38100" tIns="19050" rIns="38100" bIns="19050" anchor="ctr">
                    <a:spAutoFit/>
                  </a:bodyPr>
                  <a:lstStyle/>
                  <a:p>
                    <a:pPr>
                      <a:defRPr sz="2400" b="1">
                        <a:solidFill>
                          <a:schemeClr val="tx1"/>
                        </a:solidFill>
                        <a:latin typeface="Montserrat" pitchFamily="2" charset="77"/>
                      </a:defRPr>
                    </a:pPr>
                    <a:fld id="{97EB1F3E-44B7-3146-8DDB-8DEC5DF9F358}" type="VALUE">
                      <a:rPr lang="en-US" sz="2400" smtClean="0">
                        <a:solidFill>
                          <a:schemeClr val="tx1"/>
                        </a:solidFill>
                      </a:rPr>
                      <a:pPr>
                        <a:defRPr sz="2400" b="1">
                          <a:solidFill>
                            <a:schemeClr val="tx1"/>
                          </a:solidFill>
                          <a:latin typeface="Montserrat" pitchFamily="2" charset="77"/>
                        </a:defRPr>
                      </a:pPr>
                      <a:t>[VALUE]</a:t>
                    </a:fld>
                    <a:r>
                      <a:rPr lang="en-US" sz="2400">
                        <a:solidFill>
                          <a:schemeClr val="tx1"/>
                        </a:solidFill>
                      </a:rPr>
                      <a:t> </a:t>
                    </a:r>
                  </a:p>
                  <a:p>
                    <a:pPr>
                      <a:defRPr sz="2400" b="1">
                        <a:solidFill>
                          <a:schemeClr val="tx1"/>
                        </a:solidFill>
                        <a:latin typeface="Montserrat" pitchFamily="2" charset="77"/>
                      </a:defRPr>
                    </a:pPr>
                    <a:r>
                      <a:rPr lang="en-US" sz="2400" b="0">
                        <a:solidFill>
                          <a:schemeClr val="tx1"/>
                        </a:solidFill>
                      </a:rPr>
                      <a:t>52%</a:t>
                    </a:r>
                  </a:p>
                </c:rich>
              </c:tx>
              <c:spPr>
                <a:noFill/>
                <a:ln>
                  <a:noFill/>
                </a:ln>
                <a:effectLst/>
              </c:sp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DD74-C74F-9608-DA4572CB9A45}"/>
                </c:ext>
              </c:extLst>
            </c:dLbl>
            <c:dLbl>
              <c:idx val="4"/>
              <c:layout>
                <c:manualLayout>
                  <c:x val="-1.7669795078377715E-3"/>
                  <c:y val="-0.23416267237688723"/>
                </c:manualLayout>
              </c:layout>
              <c:tx>
                <c:rich>
                  <a:bodyPr wrap="square" lIns="38100" tIns="19050" rIns="38100" bIns="19050" anchor="ctr">
                    <a:spAutoFit/>
                  </a:bodyPr>
                  <a:lstStyle/>
                  <a:p>
                    <a:pPr>
                      <a:defRPr sz="2400" b="1">
                        <a:solidFill>
                          <a:schemeClr val="tx1"/>
                        </a:solidFill>
                        <a:latin typeface="Montserrat" pitchFamily="2" charset="77"/>
                      </a:defRPr>
                    </a:pPr>
                    <a:r>
                      <a:rPr lang="en-US" sz="2400">
                        <a:solidFill>
                          <a:schemeClr val="tx1"/>
                        </a:solidFill>
                      </a:rPr>
                      <a:t> </a:t>
                    </a:r>
                    <a:fld id="{C4B4C708-62A8-2A49-84BD-5FB480EF9CE7}" type="VALUE">
                      <a:rPr lang="en-US" sz="2400" smtClean="0">
                        <a:solidFill>
                          <a:schemeClr val="tx1"/>
                        </a:solidFill>
                      </a:rPr>
                      <a:pPr>
                        <a:defRPr sz="2400" b="1">
                          <a:solidFill>
                            <a:schemeClr val="tx1"/>
                          </a:solidFill>
                          <a:latin typeface="Montserrat" pitchFamily="2" charset="77"/>
                        </a:defRPr>
                      </a:pPr>
                      <a:t>[VALUE]</a:t>
                    </a:fld>
                    <a:endParaRPr lang="en-US" sz="2400">
                      <a:solidFill>
                        <a:schemeClr val="tx1"/>
                      </a:solidFill>
                    </a:endParaRPr>
                  </a:p>
                  <a:p>
                    <a:pPr>
                      <a:defRPr sz="2400" b="1">
                        <a:solidFill>
                          <a:schemeClr val="tx1"/>
                        </a:solidFill>
                        <a:latin typeface="Montserrat" pitchFamily="2" charset="77"/>
                      </a:defRPr>
                    </a:pPr>
                    <a:r>
                      <a:rPr lang="en-US" sz="2400" b="0">
                        <a:solidFill>
                          <a:schemeClr val="tx1"/>
                        </a:solidFill>
                      </a:rPr>
                      <a:t>49%</a:t>
                    </a:r>
                  </a:p>
                </c:rich>
              </c:tx>
              <c:spPr>
                <a:noFill/>
                <a:ln>
                  <a:noFill/>
                </a:ln>
                <a:effectLst/>
              </c:sp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DD74-C74F-9608-DA4572CB9A45}"/>
                </c:ext>
              </c:extLst>
            </c:dLbl>
            <c:spPr>
              <a:noFill/>
              <a:ln>
                <a:noFill/>
              </a:ln>
              <a:effectLst/>
            </c:spPr>
            <c:txPr>
              <a:bodyPr wrap="square" lIns="38100" tIns="19050" rIns="38100" bIns="19050" anchor="ctr">
                <a:spAutoFit/>
              </a:bodyPr>
              <a:lstStyle/>
              <a:p>
                <a:pPr>
                  <a:defRPr sz="2400" b="1">
                    <a:solidFill>
                      <a:schemeClr val="bg1"/>
                    </a:solidFill>
                    <a:latin typeface="Montserrat"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Sheet7!$B$5:$B$9</c:f>
              <c:strCache>
                <c:ptCount val="5"/>
                <c:pt idx="0">
                  <c:v>Pharmacist</c:v>
                </c:pt>
                <c:pt idx="1">
                  <c:v>Post-Basic Qualified Pharmacist (PBQ)</c:v>
                </c:pt>
                <c:pt idx="2">
                  <c:v>Pharmacist Assistant</c:v>
                </c:pt>
                <c:pt idx="3">
                  <c:v>Locum Pharmacist</c:v>
                </c:pt>
                <c:pt idx="4">
                  <c:v>Virtual Coordinator</c:v>
                </c:pt>
              </c:strCache>
            </c:strRef>
          </c:cat>
          <c:val>
            <c:numRef>
              <c:f>Sheet7!$C$5:$C$9</c:f>
              <c:numCache>
                <c:formatCode>General</c:formatCode>
                <c:ptCount val="5"/>
                <c:pt idx="0">
                  <c:v>102</c:v>
                </c:pt>
                <c:pt idx="1">
                  <c:v>97</c:v>
                </c:pt>
                <c:pt idx="2">
                  <c:v>60</c:v>
                </c:pt>
                <c:pt idx="3">
                  <c:v>53</c:v>
                </c:pt>
                <c:pt idx="4">
                  <c:v>50</c:v>
                </c:pt>
              </c:numCache>
            </c:numRef>
          </c:val>
          <c:extLst>
            <c:ext xmlns:c16="http://schemas.microsoft.com/office/drawing/2014/chart" uri="{C3380CC4-5D6E-409C-BE32-E72D297353CC}">
              <c16:uniqueId val="{0000000A-DD74-C74F-9608-DA4572CB9A45}"/>
            </c:ext>
          </c:extLst>
        </c:ser>
        <c:dLbls>
          <c:showLegendKey val="0"/>
          <c:showVal val="0"/>
          <c:showCatName val="0"/>
          <c:showSerName val="0"/>
          <c:showPercent val="0"/>
          <c:showBubbleSize val="0"/>
        </c:dLbls>
        <c:gapWidth val="219"/>
        <c:overlap val="100"/>
        <c:axId val="1967979727"/>
        <c:axId val="2024056735"/>
      </c:barChart>
      <c:catAx>
        <c:axId val="1967979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ontserrat" pitchFamily="2" charset="77"/>
                <a:ea typeface="+mn-ea"/>
                <a:cs typeface="+mn-cs"/>
              </a:defRPr>
            </a:pPr>
            <a:endParaRPr lang="en-US"/>
          </a:p>
        </c:txPr>
        <c:crossAx val="2024056735"/>
        <c:crosses val="autoZero"/>
        <c:auto val="1"/>
        <c:lblAlgn val="ctr"/>
        <c:lblOffset val="100"/>
        <c:noMultiLvlLbl val="0"/>
      </c:catAx>
      <c:valAx>
        <c:axId val="202405673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ontserrat" pitchFamily="2" charset="77"/>
                <a:ea typeface="+mn-ea"/>
                <a:cs typeface="+mn-cs"/>
              </a:defRPr>
            </a:pPr>
            <a:endParaRPr lang="en-US"/>
          </a:p>
        </c:txPr>
        <c:crossAx val="1967979727"/>
        <c:crosses val="autoZero"/>
        <c:crossBetween val="between"/>
      </c:valAx>
      <c:spPr>
        <a:noFill/>
        <a:ln>
          <a:solidFill>
            <a:sysClr val="windowText" lastClr="000000"/>
          </a:solidFill>
        </a:ln>
        <a:effectLst/>
      </c:spPr>
    </c:plotArea>
    <c:plotVisOnly val="1"/>
    <c:dispBlanksAs val="gap"/>
    <c:showDLblsOverMax val="0"/>
  </c:chart>
  <c:spPr>
    <a:solidFill>
      <a:schemeClr val="bg1"/>
    </a:solidFill>
    <a:ln w="9525" cap="flat" cmpd="sng" algn="ctr">
      <a:solidFill>
        <a:sysClr val="windowText" lastClr="000000"/>
      </a:solidFill>
      <a:round/>
    </a:ln>
    <a:effectLst/>
  </c:spPr>
  <c:txPr>
    <a:bodyPr/>
    <a:lstStyle/>
    <a:p>
      <a:pPr>
        <a:defRPr/>
      </a:pPr>
      <a:endParaRPr lang="en-US"/>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F61_C4D3499.xml><?xml version="1.0" encoding="utf-8"?>
<p188:cmLst xmlns:a="http://schemas.openxmlformats.org/drawingml/2006/main" xmlns:r="http://schemas.openxmlformats.org/officeDocument/2006/relationships" xmlns:p188="http://schemas.microsoft.com/office/powerpoint/2018/8/main">
  <p188:cm id="{8BDAEEB3-81C1-4955-906A-A4A311858AE3}" authorId="{7992383C-DC58-7D12-32AA-949A3F3F4D21}" created="2025-11-20T11:13:06.579">
    <ac:deMkLst xmlns:ac="http://schemas.microsoft.com/office/drawing/2013/main/command">
      <pc:docMk xmlns:pc="http://schemas.microsoft.com/office/powerpoint/2013/main/command"/>
      <pc:sldMk xmlns:pc="http://schemas.microsoft.com/office/powerpoint/2013/main/command" cId="206386329" sldId="3937"/>
      <ac:spMk id="7" creationId="{3EB76B9D-E6A9-B114-36C5-9BE04F4438AA}"/>
    </ac:deMkLst>
    <p188:txBody>
      <a:bodyPr/>
      <a:lstStyle/>
      <a:p>
        <a:r>
          <a:rPr lang="en-US"/>
          <a:t>Jaco add Qmatic </a:t>
        </a:r>
      </a:p>
    </p188:txBody>
  </p188:cm>
</p188:cmLst>
</file>

<file path=ppt/comments/modernComment_F64_E43EC29B.xml><?xml version="1.0" encoding="utf-8"?>
<p188:cmLst xmlns:a="http://schemas.openxmlformats.org/drawingml/2006/main" xmlns:r="http://schemas.openxmlformats.org/officeDocument/2006/relationships" xmlns:p188="http://schemas.microsoft.com/office/powerpoint/2018/8/main">
  <p188:cm id="{9E60575A-FD27-4B41-948A-4D9D0A29E1A8}" authorId="{AF0F3DE1-FFD5-CB38-2047-A5C1C16D4F93}" status="resolved" created="2025-11-21T07:47:03.106" startDate="2025-11-21T07:47:03.106" dueDate="2025-11-21T07:47:03.106" assignedTo="{7992383C-DC58-7D12-32AA-949A3F3F4D21}" complete="100000" title="@Jaco Pieterse to add current opportunities or initiatives">
    <ac:txMkLst xmlns:ac="http://schemas.microsoft.com/office/drawing/2013/main/command">
      <pc:docMk xmlns:pc="http://schemas.microsoft.com/office/powerpoint/2013/main/command"/>
      <pc:sldMk xmlns:pc="http://schemas.microsoft.com/office/powerpoint/2013/main/command" cId="3829318299" sldId="3940"/>
      <ac:spMk id="6" creationId="{466AA917-4106-F99B-E0C2-3088B96444E2}"/>
      <ac:txMk cp="563">
        <ac:context len="568" hash="850865220"/>
      </ac:txMk>
    </ac:txMkLst>
    <p188:pos x="1227666" y="1566333"/>
    <p188:txBody>
      <a:bodyPr/>
      <a:lstStyle/>
      <a:p>
        <a:r>
          <a:rPr lang="en-US"/>
          <a:t>[@Jaco Pieterse] to add current opportunities or initiatives</a:t>
        </a:r>
      </a:p>
    </p188:txBody>
    <p188:extLst>
      <p:ext xmlns:p="http://schemas.openxmlformats.org/presentationml/2006/main" uri="{5BB2D875-25FF-4072-B9AC-8F64D62656EB}">
        <p228:taskDetails xmlns:p228="http://schemas.microsoft.com/office/powerpoint/2022/08/main">
          <p228:history>
            <p228:event time="2025-11-21T07:47:03.106" id="{EC2138BC-7DA1-48CA-838D-5B923D65CFB6}">
              <p228:atrbtn authorId="{AF0F3DE1-FFD5-CB38-2047-A5C1C16D4F93}"/>
              <p228:anchr>
                <p228:comment id="{9E60575A-FD27-4B41-948A-4D9D0A29E1A8}"/>
              </p228:anchr>
              <p228:add/>
            </p228:event>
            <p228:event time="2025-11-21T07:47:03.106" id="{857FD5D4-BF8E-4EE1-A6C8-7488234E34CF}">
              <p228:atrbtn authorId="{AF0F3DE1-FFD5-CB38-2047-A5C1C16D4F93}"/>
              <p228:anchr>
                <p228:comment id="{9E60575A-FD27-4B41-948A-4D9D0A29E1A8}"/>
              </p228:anchr>
              <p228:asgn authorId="{7992383C-DC58-7D12-32AA-949A3F3F4D21}"/>
            </p228:event>
            <p228:event time="2025-11-21T07:47:03.106" id="{E4961846-A090-4D6B-A9A3-1014DD1861A1}">
              <p228:atrbtn authorId="{AF0F3DE1-FFD5-CB38-2047-A5C1C16D4F93}"/>
              <p228:anchr>
                <p228:comment id="{9E60575A-FD27-4B41-948A-4D9D0A29E1A8}"/>
              </p228:anchr>
              <p228:title val="@Jaco Pieterse to add current opportunities or initiatives"/>
            </p228:event>
            <p228:event time="2025-11-21T07:47:03.106" id="{79098B13-3751-40CF-9FFA-F8D773A34B49}">
              <p228:atrbtn authorId="{AF0F3DE1-FFD5-CB38-2047-A5C1C16D4F93}"/>
              <p228:anchr>
                <p228:comment id="{9E60575A-FD27-4B41-948A-4D9D0A29E1A8}"/>
              </p228:anchr>
              <p228:date stDt="2025-11-21T07:47:03.106" endDt="2025-11-21T07:47:03.106"/>
            </p228:event>
            <p228:event time="2025-11-21T09:30:11.729" id="{C6CAA5B1-3B47-F845-B03D-F93D7DD740EA}">
              <p228:atrbtn authorId="{AF0F3DE1-FFD5-CB38-2047-A5C1C16D4F93}"/>
              <p228:anchr>
                <p228:comment id="{00000000-0000-0000-0000-000000000000}"/>
              </p228:anchr>
              <p228:pcntCmplt val="100000"/>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939" name="Shape 2939"/>
          <p:cNvSpPr>
            <a:spLocks noGrp="1" noRot="1" noChangeAspect="1"/>
          </p:cNvSpPr>
          <p:nvPr>
            <p:ph type="sldImg"/>
          </p:nvPr>
        </p:nvSpPr>
        <p:spPr>
          <a:xfrm>
            <a:off x="1143000" y="685800"/>
            <a:ext cx="4572000" cy="3429000"/>
          </a:xfrm>
          <a:prstGeom prst="rect">
            <a:avLst/>
          </a:prstGeom>
        </p:spPr>
        <p:txBody>
          <a:bodyPr/>
          <a:lstStyle/>
          <a:p>
            <a:endParaRPr/>
          </a:p>
        </p:txBody>
      </p:sp>
      <p:sp>
        <p:nvSpPr>
          <p:cNvPr id="2940" name="Shape 294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0D14-160C-9CD9-9AB4-DC52D1C69B1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2EE2D97-560F-56F8-DFAC-82A8FEF9DB12}"/>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D5F853BF-7272-6E18-1E8C-45828B259BE5}"/>
              </a:ext>
            </a:extLst>
          </p:cNvPr>
          <p:cNvSpPr>
            <a:spLocks noGrp="1"/>
          </p:cNvSpPr>
          <p:nvPr>
            <p:ph type="sldNum" sz="quarter" idx="5"/>
          </p:nvPr>
        </p:nvSpPr>
        <p:spPr/>
        <p:txBody>
          <a:bodyPr/>
          <a:lstStyle/>
          <a:p>
            <a:fld id="{CF5EBCF4-26FC-4F76-8DA1-52FDDC328D44}" type="slidenum">
              <a:rPr lang="en-GB" smtClean="0"/>
              <a:pPr/>
              <a:t>2</a:t>
            </a:fld>
            <a:endParaRPr lang="en-GB"/>
          </a:p>
        </p:txBody>
      </p:sp>
      <p:sp>
        <p:nvSpPr>
          <p:cNvPr id="17" name="Slide Image Placeholder 16">
            <a:extLst>
              <a:ext uri="{FF2B5EF4-FFF2-40B4-BE49-F238E27FC236}">
                <a16:creationId xmlns:a16="http://schemas.microsoft.com/office/drawing/2014/main" id="{AF369026-A422-1737-D2BA-E0C5C03171A8}"/>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FE0C7A00-99BA-CF8D-BC20-4515F3CD750A}"/>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986649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B7E61-36E9-7A67-589F-E2DAE796124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D899642-67BE-DBA2-74D9-955B90B023D2}"/>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E6D4CE5B-297E-8A0C-FB52-611F0B4CE012}"/>
              </a:ext>
            </a:extLst>
          </p:cNvPr>
          <p:cNvSpPr>
            <a:spLocks noGrp="1"/>
          </p:cNvSpPr>
          <p:nvPr>
            <p:ph type="sldNum" sz="quarter" idx="5"/>
          </p:nvPr>
        </p:nvSpPr>
        <p:spPr/>
        <p:txBody>
          <a:bodyPr/>
          <a:lstStyle/>
          <a:p>
            <a:fld id="{CF5EBCF4-26FC-4F76-8DA1-52FDDC328D44}" type="slidenum">
              <a:rPr lang="en-GB" smtClean="0"/>
              <a:pPr/>
              <a:t>3</a:t>
            </a:fld>
            <a:endParaRPr lang="en-GB"/>
          </a:p>
        </p:txBody>
      </p:sp>
      <p:sp>
        <p:nvSpPr>
          <p:cNvPr id="17" name="Slide Image Placeholder 16">
            <a:extLst>
              <a:ext uri="{FF2B5EF4-FFF2-40B4-BE49-F238E27FC236}">
                <a16:creationId xmlns:a16="http://schemas.microsoft.com/office/drawing/2014/main" id="{07A02BD1-4D08-B1BB-3FCF-59609C113398}"/>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E7B64059-9EBC-7981-D434-4B0752D645CA}"/>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1339719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B8425-F135-829F-5A83-E40DA1A94AC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CA25C0A-3644-AB7E-13F9-6626142D77ED}"/>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AB7E1A57-8654-A682-367C-149191BB6E56}"/>
              </a:ext>
            </a:extLst>
          </p:cNvPr>
          <p:cNvSpPr>
            <a:spLocks noGrp="1"/>
          </p:cNvSpPr>
          <p:nvPr>
            <p:ph type="sldNum" sz="quarter" idx="5"/>
          </p:nvPr>
        </p:nvSpPr>
        <p:spPr/>
        <p:txBody>
          <a:bodyPr/>
          <a:lstStyle/>
          <a:p>
            <a:fld id="{CF5EBCF4-26FC-4F76-8DA1-52FDDC328D44}" type="slidenum">
              <a:rPr lang="en-GB" smtClean="0"/>
              <a:pPr/>
              <a:t>4</a:t>
            </a:fld>
            <a:endParaRPr lang="en-GB"/>
          </a:p>
        </p:txBody>
      </p:sp>
      <p:sp>
        <p:nvSpPr>
          <p:cNvPr id="17" name="Slide Image Placeholder 16">
            <a:extLst>
              <a:ext uri="{FF2B5EF4-FFF2-40B4-BE49-F238E27FC236}">
                <a16:creationId xmlns:a16="http://schemas.microsoft.com/office/drawing/2014/main" id="{2E3BA6FD-9977-8A1C-AB6D-EA3FC433EFEA}"/>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5B1660AD-0117-F904-8279-FB8D53365641}"/>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015949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6B43E-FF31-C5D2-D7C1-1AD60CB3DC1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B2D46C9-0F8B-FF13-297E-438893B57D22}"/>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79442DCB-2864-120C-5C7A-089952F5874E}"/>
              </a:ext>
            </a:extLst>
          </p:cNvPr>
          <p:cNvSpPr>
            <a:spLocks noGrp="1"/>
          </p:cNvSpPr>
          <p:nvPr>
            <p:ph type="sldNum" sz="quarter" idx="5"/>
          </p:nvPr>
        </p:nvSpPr>
        <p:spPr/>
        <p:txBody>
          <a:bodyPr/>
          <a:lstStyle/>
          <a:p>
            <a:fld id="{CF5EBCF4-26FC-4F76-8DA1-52FDDC328D44}" type="slidenum">
              <a:rPr lang="en-GB" smtClean="0"/>
              <a:pPr/>
              <a:t>5</a:t>
            </a:fld>
            <a:endParaRPr lang="en-GB"/>
          </a:p>
        </p:txBody>
      </p:sp>
      <p:sp>
        <p:nvSpPr>
          <p:cNvPr id="17" name="Slide Image Placeholder 16">
            <a:extLst>
              <a:ext uri="{FF2B5EF4-FFF2-40B4-BE49-F238E27FC236}">
                <a16:creationId xmlns:a16="http://schemas.microsoft.com/office/drawing/2014/main" id="{B914BC9A-807A-9AC3-A5A3-1E56D9C8EC5E}"/>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A71CF00D-CB59-7C15-107A-C03172B93765}"/>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645327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C6CDB-9664-4B5E-690F-81A093AD0EA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7FAFB40-E58E-2703-2DCC-0860C98E4AFF}"/>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BA27D15B-FB38-AB78-56FE-F5BD14FD9324}"/>
              </a:ext>
            </a:extLst>
          </p:cNvPr>
          <p:cNvSpPr>
            <a:spLocks noGrp="1"/>
          </p:cNvSpPr>
          <p:nvPr>
            <p:ph type="sldNum" sz="quarter" idx="5"/>
          </p:nvPr>
        </p:nvSpPr>
        <p:spPr/>
        <p:txBody>
          <a:bodyPr/>
          <a:lstStyle/>
          <a:p>
            <a:fld id="{CF5EBCF4-26FC-4F76-8DA1-52FDDC328D44}" type="slidenum">
              <a:rPr lang="en-GB" smtClean="0"/>
              <a:pPr/>
              <a:t>6</a:t>
            </a:fld>
            <a:endParaRPr lang="en-GB"/>
          </a:p>
        </p:txBody>
      </p:sp>
      <p:sp>
        <p:nvSpPr>
          <p:cNvPr id="17" name="Slide Image Placeholder 16">
            <a:extLst>
              <a:ext uri="{FF2B5EF4-FFF2-40B4-BE49-F238E27FC236}">
                <a16:creationId xmlns:a16="http://schemas.microsoft.com/office/drawing/2014/main" id="{ED12D6C0-98DC-F7D9-58FE-9DA600345E6D}"/>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C4BADDB0-CCB5-542C-B501-0940BF80D6A0}"/>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636310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DF5F2-5E93-388B-B3C0-316F09CE082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BEADE3E-714E-54CE-9D0D-484570C8EA25}"/>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DAEE4FD9-B6CC-D18B-8C4C-A7391AE01339}"/>
              </a:ext>
            </a:extLst>
          </p:cNvPr>
          <p:cNvSpPr>
            <a:spLocks noGrp="1"/>
          </p:cNvSpPr>
          <p:nvPr>
            <p:ph type="sldNum" sz="quarter" idx="5"/>
          </p:nvPr>
        </p:nvSpPr>
        <p:spPr/>
        <p:txBody>
          <a:bodyPr/>
          <a:lstStyle/>
          <a:p>
            <a:fld id="{CF5EBCF4-26FC-4F76-8DA1-52FDDC328D44}" type="slidenum">
              <a:rPr lang="en-GB" smtClean="0"/>
              <a:pPr/>
              <a:t>7</a:t>
            </a:fld>
            <a:endParaRPr lang="en-GB"/>
          </a:p>
        </p:txBody>
      </p:sp>
      <p:sp>
        <p:nvSpPr>
          <p:cNvPr id="17" name="Slide Image Placeholder 16">
            <a:extLst>
              <a:ext uri="{FF2B5EF4-FFF2-40B4-BE49-F238E27FC236}">
                <a16:creationId xmlns:a16="http://schemas.microsoft.com/office/drawing/2014/main" id="{7324546A-7331-7D37-3D69-570876B9F81D}"/>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94E13BCB-718B-4E46-1E5A-2B6F6F0A5C43}"/>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1109695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E40DE-9D2B-96C0-1CB2-43EB8FE4FA2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897FC37-B903-F1AC-B40A-A247BABFB92B}"/>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7A58AC94-F458-6123-BF77-901E2AADC68E}"/>
              </a:ext>
            </a:extLst>
          </p:cNvPr>
          <p:cNvSpPr>
            <a:spLocks noGrp="1"/>
          </p:cNvSpPr>
          <p:nvPr>
            <p:ph type="sldNum" sz="quarter" idx="5"/>
          </p:nvPr>
        </p:nvSpPr>
        <p:spPr/>
        <p:txBody>
          <a:bodyPr/>
          <a:lstStyle/>
          <a:p>
            <a:fld id="{CF5EBCF4-26FC-4F76-8DA1-52FDDC328D44}" type="slidenum">
              <a:rPr lang="en-GB" smtClean="0"/>
              <a:pPr/>
              <a:t>8</a:t>
            </a:fld>
            <a:endParaRPr lang="en-GB"/>
          </a:p>
        </p:txBody>
      </p:sp>
      <p:sp>
        <p:nvSpPr>
          <p:cNvPr id="17" name="Slide Image Placeholder 16">
            <a:extLst>
              <a:ext uri="{FF2B5EF4-FFF2-40B4-BE49-F238E27FC236}">
                <a16:creationId xmlns:a16="http://schemas.microsoft.com/office/drawing/2014/main" id="{37EBB6AC-81E7-46A6-0DC8-1440AD985042}"/>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C0A773F0-048D-326D-C01B-6E2D8E4504B1}"/>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2852975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3FAD5-54EF-E862-F772-99A0B859C61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1E34D32-730F-2C32-9C5D-3E3C3A4E4681}"/>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78C04D87-CF36-DA66-DE9B-1E4539BBD249}"/>
              </a:ext>
            </a:extLst>
          </p:cNvPr>
          <p:cNvSpPr>
            <a:spLocks noGrp="1"/>
          </p:cNvSpPr>
          <p:nvPr>
            <p:ph type="sldNum" sz="quarter" idx="5"/>
          </p:nvPr>
        </p:nvSpPr>
        <p:spPr/>
        <p:txBody>
          <a:bodyPr/>
          <a:lstStyle/>
          <a:p>
            <a:fld id="{CF5EBCF4-26FC-4F76-8DA1-52FDDC328D44}" type="slidenum">
              <a:rPr lang="en-GB" smtClean="0"/>
              <a:pPr/>
              <a:t>9</a:t>
            </a:fld>
            <a:endParaRPr lang="en-GB"/>
          </a:p>
        </p:txBody>
      </p:sp>
      <p:sp>
        <p:nvSpPr>
          <p:cNvPr id="17" name="Slide Image Placeholder 16">
            <a:extLst>
              <a:ext uri="{FF2B5EF4-FFF2-40B4-BE49-F238E27FC236}">
                <a16:creationId xmlns:a16="http://schemas.microsoft.com/office/drawing/2014/main" id="{6E8AB8FD-DA61-2576-5EFC-E41EC9E992C2}"/>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AB33A460-A1B3-17DC-B242-55704F933402}"/>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2218077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E76DA-9E63-AC89-257C-506EA9892A2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31D7A4B-CEEC-B49C-3EE0-A8DE633E4E40}"/>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DB92F5FE-DA67-7E9D-4FF4-BC1CC50E2EF9}"/>
              </a:ext>
            </a:extLst>
          </p:cNvPr>
          <p:cNvSpPr>
            <a:spLocks noGrp="1"/>
          </p:cNvSpPr>
          <p:nvPr>
            <p:ph type="sldNum" sz="quarter" idx="5"/>
          </p:nvPr>
        </p:nvSpPr>
        <p:spPr/>
        <p:txBody>
          <a:bodyPr/>
          <a:lstStyle/>
          <a:p>
            <a:fld id="{CF5EBCF4-26FC-4F76-8DA1-52FDDC328D44}" type="slidenum">
              <a:rPr lang="en-GB" smtClean="0"/>
              <a:pPr/>
              <a:t>10</a:t>
            </a:fld>
            <a:endParaRPr lang="en-GB"/>
          </a:p>
        </p:txBody>
      </p:sp>
      <p:sp>
        <p:nvSpPr>
          <p:cNvPr id="17" name="Slide Image Placeholder 16">
            <a:extLst>
              <a:ext uri="{FF2B5EF4-FFF2-40B4-BE49-F238E27FC236}">
                <a16:creationId xmlns:a16="http://schemas.microsoft.com/office/drawing/2014/main" id="{830E822D-2A23-1260-7E44-5C36F1F96B89}"/>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1EF1D610-5A36-E2EF-44C6-BD32A5233FE6}"/>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824069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8FB2D-F100-A5F0-BC93-D2EC936642C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2C760FB-4227-300D-04BB-164709EE7024}"/>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BB2EE80C-64BE-E98A-7100-105CA88C1B2F}"/>
              </a:ext>
            </a:extLst>
          </p:cNvPr>
          <p:cNvSpPr>
            <a:spLocks noGrp="1"/>
          </p:cNvSpPr>
          <p:nvPr>
            <p:ph type="sldNum" sz="quarter" idx="5"/>
          </p:nvPr>
        </p:nvSpPr>
        <p:spPr/>
        <p:txBody>
          <a:bodyPr/>
          <a:lstStyle/>
          <a:p>
            <a:fld id="{CF5EBCF4-26FC-4F76-8DA1-52FDDC328D44}" type="slidenum">
              <a:rPr lang="en-GB" smtClean="0"/>
              <a:pPr/>
              <a:t>11</a:t>
            </a:fld>
            <a:endParaRPr lang="en-GB"/>
          </a:p>
        </p:txBody>
      </p:sp>
      <p:sp>
        <p:nvSpPr>
          <p:cNvPr id="17" name="Slide Image Placeholder 16">
            <a:extLst>
              <a:ext uri="{FF2B5EF4-FFF2-40B4-BE49-F238E27FC236}">
                <a16:creationId xmlns:a16="http://schemas.microsoft.com/office/drawing/2014/main" id="{C90B84BE-635D-EBED-6BB0-46DA72647D1D}"/>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3A4A796B-D3FA-76D6-7F62-43E3E3716123}"/>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841470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2442F-DA94-E874-E04C-3FEFF32A6CC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30CEF49-ECA6-CA40-73B2-556B1877DFED}"/>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AE438778-C9E8-2657-8679-45F50CB36541}"/>
              </a:ext>
            </a:extLst>
          </p:cNvPr>
          <p:cNvSpPr>
            <a:spLocks noGrp="1"/>
          </p:cNvSpPr>
          <p:nvPr>
            <p:ph type="sldNum" sz="quarter" idx="5"/>
          </p:nvPr>
        </p:nvSpPr>
        <p:spPr/>
        <p:txBody>
          <a:bodyPr/>
          <a:lstStyle/>
          <a:p>
            <a:fld id="{CF5EBCF4-26FC-4F76-8DA1-52FDDC328D44}" type="slidenum">
              <a:rPr lang="en-GB" smtClean="0"/>
              <a:pPr/>
              <a:t>12</a:t>
            </a:fld>
            <a:endParaRPr lang="en-GB"/>
          </a:p>
        </p:txBody>
      </p:sp>
      <p:sp>
        <p:nvSpPr>
          <p:cNvPr id="17" name="Slide Image Placeholder 16">
            <a:extLst>
              <a:ext uri="{FF2B5EF4-FFF2-40B4-BE49-F238E27FC236}">
                <a16:creationId xmlns:a16="http://schemas.microsoft.com/office/drawing/2014/main" id="{FB0B61A2-DA89-1A39-5B96-8DB2D22CE63F}"/>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E5DC1F1F-B3E8-774D-B9E4-39234A3878EB}"/>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1250592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BB6E1-B82B-BDFB-D61B-0D34CBA35DD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72E21A6-C7BC-7DC4-D664-267764015D38}"/>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A345ECDA-87F8-18F9-A877-CFE543851D1F}"/>
              </a:ext>
            </a:extLst>
          </p:cNvPr>
          <p:cNvSpPr>
            <a:spLocks noGrp="1"/>
          </p:cNvSpPr>
          <p:nvPr>
            <p:ph type="sldNum" sz="quarter" idx="5"/>
          </p:nvPr>
        </p:nvSpPr>
        <p:spPr/>
        <p:txBody>
          <a:bodyPr/>
          <a:lstStyle/>
          <a:p>
            <a:fld id="{CF5EBCF4-26FC-4F76-8DA1-52FDDC328D44}" type="slidenum">
              <a:rPr lang="en-GB" smtClean="0"/>
              <a:pPr/>
              <a:t>13</a:t>
            </a:fld>
            <a:endParaRPr lang="en-GB"/>
          </a:p>
        </p:txBody>
      </p:sp>
      <p:sp>
        <p:nvSpPr>
          <p:cNvPr id="17" name="Slide Image Placeholder 16">
            <a:extLst>
              <a:ext uri="{FF2B5EF4-FFF2-40B4-BE49-F238E27FC236}">
                <a16:creationId xmlns:a16="http://schemas.microsoft.com/office/drawing/2014/main" id="{BF28D496-06E2-B7A7-1855-96A574B48707}"/>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C02A461E-64B0-4E0E-8720-773866DC6110}"/>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2841907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DE696-DA18-7D16-9391-90E617ED4F1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F912B5E-4731-0038-E0D2-558A0957E3AF}"/>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BFC4E625-9D6C-FC31-27C3-D5DFF758627B}"/>
              </a:ext>
            </a:extLst>
          </p:cNvPr>
          <p:cNvSpPr>
            <a:spLocks noGrp="1"/>
          </p:cNvSpPr>
          <p:nvPr>
            <p:ph type="sldNum" sz="quarter" idx="5"/>
          </p:nvPr>
        </p:nvSpPr>
        <p:spPr/>
        <p:txBody>
          <a:bodyPr/>
          <a:lstStyle/>
          <a:p>
            <a:fld id="{CF5EBCF4-26FC-4F76-8DA1-52FDDC328D44}" type="slidenum">
              <a:rPr lang="en-GB" smtClean="0"/>
              <a:pPr/>
              <a:t>14</a:t>
            </a:fld>
            <a:endParaRPr lang="en-GB"/>
          </a:p>
        </p:txBody>
      </p:sp>
      <p:sp>
        <p:nvSpPr>
          <p:cNvPr id="17" name="Slide Image Placeholder 16">
            <a:extLst>
              <a:ext uri="{FF2B5EF4-FFF2-40B4-BE49-F238E27FC236}">
                <a16:creationId xmlns:a16="http://schemas.microsoft.com/office/drawing/2014/main" id="{A1985C2E-E4DA-5D9E-F4CB-68D45AE90282}"/>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AB158BEA-3DBB-8089-2D16-A969F444F45D}"/>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1583522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E058A-534A-2BC3-5F86-B62F4B8DBC6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429D838-3158-78A6-6D9A-A725D7C772F0}"/>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97D3C65A-5317-5F9C-D251-B4D487D0A3F7}"/>
              </a:ext>
            </a:extLst>
          </p:cNvPr>
          <p:cNvSpPr>
            <a:spLocks noGrp="1"/>
          </p:cNvSpPr>
          <p:nvPr>
            <p:ph type="sldNum" sz="quarter" idx="5"/>
          </p:nvPr>
        </p:nvSpPr>
        <p:spPr/>
        <p:txBody>
          <a:bodyPr/>
          <a:lstStyle/>
          <a:p>
            <a:fld id="{CF5EBCF4-26FC-4F76-8DA1-52FDDC328D44}" type="slidenum">
              <a:rPr lang="en-GB" smtClean="0"/>
              <a:pPr/>
              <a:t>15</a:t>
            </a:fld>
            <a:endParaRPr lang="en-GB"/>
          </a:p>
        </p:txBody>
      </p:sp>
      <p:sp>
        <p:nvSpPr>
          <p:cNvPr id="17" name="Slide Image Placeholder 16">
            <a:extLst>
              <a:ext uri="{FF2B5EF4-FFF2-40B4-BE49-F238E27FC236}">
                <a16:creationId xmlns:a16="http://schemas.microsoft.com/office/drawing/2014/main" id="{20873F2D-8EF1-3005-2855-13C20BC87C78}"/>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853FC012-8DDD-1433-7B22-5341677E21F1}"/>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1415545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7591F-7B4A-25B9-E13D-9350D1F94FA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0B13328-047C-B5D1-E532-21AEC902ABEB}"/>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ED345D38-4E5A-4DBB-30B5-1B8C8C4C4492}"/>
              </a:ext>
            </a:extLst>
          </p:cNvPr>
          <p:cNvSpPr>
            <a:spLocks noGrp="1"/>
          </p:cNvSpPr>
          <p:nvPr>
            <p:ph type="sldNum" sz="quarter" idx="5"/>
          </p:nvPr>
        </p:nvSpPr>
        <p:spPr/>
        <p:txBody>
          <a:bodyPr/>
          <a:lstStyle/>
          <a:p>
            <a:fld id="{CF5EBCF4-26FC-4F76-8DA1-52FDDC328D44}" type="slidenum">
              <a:rPr lang="en-GB" smtClean="0"/>
              <a:pPr/>
              <a:t>16</a:t>
            </a:fld>
            <a:endParaRPr lang="en-GB"/>
          </a:p>
        </p:txBody>
      </p:sp>
      <p:sp>
        <p:nvSpPr>
          <p:cNvPr id="17" name="Slide Image Placeholder 16">
            <a:extLst>
              <a:ext uri="{FF2B5EF4-FFF2-40B4-BE49-F238E27FC236}">
                <a16:creationId xmlns:a16="http://schemas.microsoft.com/office/drawing/2014/main" id="{9B068720-36CB-C6EA-CF0C-337CD438FEDA}"/>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C1136873-B7E4-595E-C883-9750C1722858}"/>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1443745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BB6E1-B82B-BDFB-D61B-0D34CBA35DD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72E21A6-C7BC-7DC4-D664-267764015D38}"/>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A345ECDA-87F8-18F9-A877-CFE543851D1F}"/>
              </a:ext>
            </a:extLst>
          </p:cNvPr>
          <p:cNvSpPr>
            <a:spLocks noGrp="1"/>
          </p:cNvSpPr>
          <p:nvPr>
            <p:ph type="sldNum" sz="quarter" idx="5"/>
          </p:nvPr>
        </p:nvSpPr>
        <p:spPr/>
        <p:txBody>
          <a:bodyPr/>
          <a:lstStyle/>
          <a:p>
            <a:fld id="{CF5EBCF4-26FC-4F76-8DA1-52FDDC328D44}" type="slidenum">
              <a:rPr lang="en-GB" smtClean="0"/>
              <a:pPr/>
              <a:t>17</a:t>
            </a:fld>
            <a:endParaRPr lang="en-GB"/>
          </a:p>
        </p:txBody>
      </p:sp>
      <p:sp>
        <p:nvSpPr>
          <p:cNvPr id="17" name="Slide Image Placeholder 16">
            <a:extLst>
              <a:ext uri="{FF2B5EF4-FFF2-40B4-BE49-F238E27FC236}">
                <a16:creationId xmlns:a16="http://schemas.microsoft.com/office/drawing/2014/main" id="{BF28D496-06E2-B7A7-1855-96A574B48707}"/>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C02A461E-64B0-4E0E-8720-773866DC6110}"/>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2841907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892E3-8125-6BD9-405D-545D65ED70F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D1E53CF-3D22-E0B7-97BA-F181A78885D0}"/>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20080A32-AD21-E642-3E16-F6AE97008AB9}"/>
              </a:ext>
            </a:extLst>
          </p:cNvPr>
          <p:cNvSpPr>
            <a:spLocks noGrp="1"/>
          </p:cNvSpPr>
          <p:nvPr>
            <p:ph type="sldNum" sz="quarter" idx="5"/>
          </p:nvPr>
        </p:nvSpPr>
        <p:spPr/>
        <p:txBody>
          <a:bodyPr/>
          <a:lstStyle/>
          <a:p>
            <a:fld id="{CF5EBCF4-26FC-4F76-8DA1-52FDDC328D44}" type="slidenum">
              <a:rPr lang="en-GB" smtClean="0"/>
              <a:pPr/>
              <a:t>18</a:t>
            </a:fld>
            <a:endParaRPr lang="en-GB"/>
          </a:p>
        </p:txBody>
      </p:sp>
      <p:sp>
        <p:nvSpPr>
          <p:cNvPr id="17" name="Slide Image Placeholder 16">
            <a:extLst>
              <a:ext uri="{FF2B5EF4-FFF2-40B4-BE49-F238E27FC236}">
                <a16:creationId xmlns:a16="http://schemas.microsoft.com/office/drawing/2014/main" id="{D0F5180B-0BDE-E34D-0780-6651C4813B3D}"/>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FAF4D554-A81F-17FE-F775-0BAFC89594E7}"/>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265536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51CC5-96F3-74BA-2DAC-45F8677AC02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11CF26C-C10D-4D14-DE06-42A4F108D00E}"/>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BFF21A25-10A7-EAFF-0319-F941ACF8EDF4}"/>
              </a:ext>
            </a:extLst>
          </p:cNvPr>
          <p:cNvSpPr>
            <a:spLocks noGrp="1"/>
          </p:cNvSpPr>
          <p:nvPr>
            <p:ph type="sldNum" sz="quarter" idx="5"/>
          </p:nvPr>
        </p:nvSpPr>
        <p:spPr/>
        <p:txBody>
          <a:bodyPr/>
          <a:lstStyle/>
          <a:p>
            <a:fld id="{CF5EBCF4-26FC-4F76-8DA1-52FDDC328D44}" type="slidenum">
              <a:rPr lang="en-GB" smtClean="0"/>
              <a:pPr/>
              <a:t>19</a:t>
            </a:fld>
            <a:endParaRPr lang="en-GB"/>
          </a:p>
        </p:txBody>
      </p:sp>
      <p:sp>
        <p:nvSpPr>
          <p:cNvPr id="17" name="Slide Image Placeholder 16">
            <a:extLst>
              <a:ext uri="{FF2B5EF4-FFF2-40B4-BE49-F238E27FC236}">
                <a16:creationId xmlns:a16="http://schemas.microsoft.com/office/drawing/2014/main" id="{48B39AB5-37D6-A003-83E5-95659ABFEE6B}"/>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C9AC28AB-F40F-2BB5-DABB-FD6DCD251F03}"/>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4005359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5613-A66A-0A47-FA50-898FDC75720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DFA1C6E-06F8-AE1A-6C04-C402199ED89F}"/>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98609CDB-C158-A557-E630-0FE49ECEA0DC}"/>
              </a:ext>
            </a:extLst>
          </p:cNvPr>
          <p:cNvSpPr>
            <a:spLocks noGrp="1"/>
          </p:cNvSpPr>
          <p:nvPr>
            <p:ph type="sldNum" sz="quarter" idx="5"/>
          </p:nvPr>
        </p:nvSpPr>
        <p:spPr/>
        <p:txBody>
          <a:bodyPr/>
          <a:lstStyle/>
          <a:p>
            <a:fld id="{CF5EBCF4-26FC-4F76-8DA1-52FDDC328D44}" type="slidenum">
              <a:rPr lang="en-GB" smtClean="0"/>
              <a:pPr/>
              <a:t>20</a:t>
            </a:fld>
            <a:endParaRPr lang="en-GB"/>
          </a:p>
        </p:txBody>
      </p:sp>
      <p:sp>
        <p:nvSpPr>
          <p:cNvPr id="17" name="Slide Image Placeholder 16">
            <a:extLst>
              <a:ext uri="{FF2B5EF4-FFF2-40B4-BE49-F238E27FC236}">
                <a16:creationId xmlns:a16="http://schemas.microsoft.com/office/drawing/2014/main" id="{5A458BB7-FC8C-1EA1-C638-59741993BB96}"/>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7F3B0F0C-FEA4-F7E0-2035-9AA617442BC0}"/>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4271055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39320-2BB5-77D1-5817-979364711CF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52F1CE1-6820-4C0D-910C-F586724F6B76}"/>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140DA148-E3D7-5F19-F4AA-35A56FD2EAA6}"/>
              </a:ext>
            </a:extLst>
          </p:cNvPr>
          <p:cNvSpPr>
            <a:spLocks noGrp="1"/>
          </p:cNvSpPr>
          <p:nvPr>
            <p:ph type="sldNum" sz="quarter" idx="5"/>
          </p:nvPr>
        </p:nvSpPr>
        <p:spPr/>
        <p:txBody>
          <a:bodyPr/>
          <a:lstStyle/>
          <a:p>
            <a:fld id="{CF5EBCF4-26FC-4F76-8DA1-52FDDC328D44}" type="slidenum">
              <a:rPr lang="en-GB" smtClean="0"/>
              <a:pPr/>
              <a:t>21</a:t>
            </a:fld>
            <a:endParaRPr lang="en-GB"/>
          </a:p>
        </p:txBody>
      </p:sp>
      <p:sp>
        <p:nvSpPr>
          <p:cNvPr id="17" name="Slide Image Placeholder 16">
            <a:extLst>
              <a:ext uri="{FF2B5EF4-FFF2-40B4-BE49-F238E27FC236}">
                <a16:creationId xmlns:a16="http://schemas.microsoft.com/office/drawing/2014/main" id="{09C6642D-1DEC-371A-CAE8-CE65B1BA882C}"/>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64C0F8BB-9FA0-5D46-D6FE-986A8F52C372}"/>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435594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C6473-18E1-9381-98AB-0A934F5087A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46E07AE-C59A-6317-C1A9-66D133BB7E82}"/>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1F1AF02C-9166-0AF0-9A17-909286235987}"/>
              </a:ext>
            </a:extLst>
          </p:cNvPr>
          <p:cNvSpPr>
            <a:spLocks noGrp="1"/>
          </p:cNvSpPr>
          <p:nvPr>
            <p:ph type="sldNum" sz="quarter" idx="5"/>
          </p:nvPr>
        </p:nvSpPr>
        <p:spPr/>
        <p:txBody>
          <a:bodyPr/>
          <a:lstStyle/>
          <a:p>
            <a:fld id="{CF5EBCF4-26FC-4F76-8DA1-52FDDC328D44}" type="slidenum">
              <a:rPr lang="en-GB" smtClean="0"/>
              <a:pPr/>
              <a:t>22</a:t>
            </a:fld>
            <a:endParaRPr lang="en-GB"/>
          </a:p>
        </p:txBody>
      </p:sp>
      <p:sp>
        <p:nvSpPr>
          <p:cNvPr id="17" name="Slide Image Placeholder 16">
            <a:extLst>
              <a:ext uri="{FF2B5EF4-FFF2-40B4-BE49-F238E27FC236}">
                <a16:creationId xmlns:a16="http://schemas.microsoft.com/office/drawing/2014/main" id="{1DAB150B-ED08-6ED7-78F0-6A78C4ED773D}"/>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2288D8E3-2511-8BBA-0EF1-1E438C5F3A90}"/>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16212997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3D84B-C8E2-98DF-A1E2-7854F5C2E26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D231D3E-A7EE-9287-1BB5-66708F501173}"/>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8E8F411A-605B-24D5-AEA6-8EA008AC64DB}"/>
              </a:ext>
            </a:extLst>
          </p:cNvPr>
          <p:cNvSpPr>
            <a:spLocks noGrp="1"/>
          </p:cNvSpPr>
          <p:nvPr>
            <p:ph type="sldNum" sz="quarter" idx="5"/>
          </p:nvPr>
        </p:nvSpPr>
        <p:spPr/>
        <p:txBody>
          <a:bodyPr/>
          <a:lstStyle/>
          <a:p>
            <a:fld id="{CF5EBCF4-26FC-4F76-8DA1-52FDDC328D44}" type="slidenum">
              <a:rPr lang="en-GB" smtClean="0"/>
              <a:pPr/>
              <a:t>23</a:t>
            </a:fld>
            <a:endParaRPr lang="en-GB"/>
          </a:p>
        </p:txBody>
      </p:sp>
      <p:sp>
        <p:nvSpPr>
          <p:cNvPr id="17" name="Slide Image Placeholder 16">
            <a:extLst>
              <a:ext uri="{FF2B5EF4-FFF2-40B4-BE49-F238E27FC236}">
                <a16:creationId xmlns:a16="http://schemas.microsoft.com/office/drawing/2014/main" id="{E409E465-A4B2-375E-4602-42EE61038736}"/>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1225D9AF-4B8E-555C-B48E-3BA36F9965EC}"/>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42682747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4A50A-EC13-6686-6793-7ADE8BD70B0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CDBBDAA-F04E-5EAF-5240-C5230AEB9BDB}"/>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F33B2679-118E-4B0D-6AAB-27FE780BC34A}"/>
              </a:ext>
            </a:extLst>
          </p:cNvPr>
          <p:cNvSpPr>
            <a:spLocks noGrp="1"/>
          </p:cNvSpPr>
          <p:nvPr>
            <p:ph type="sldNum" sz="quarter" idx="5"/>
          </p:nvPr>
        </p:nvSpPr>
        <p:spPr/>
        <p:txBody>
          <a:bodyPr/>
          <a:lstStyle/>
          <a:p>
            <a:fld id="{CF5EBCF4-26FC-4F76-8DA1-52FDDC328D44}" type="slidenum">
              <a:rPr lang="en-GB" smtClean="0"/>
              <a:pPr/>
              <a:t>24</a:t>
            </a:fld>
            <a:endParaRPr lang="en-GB"/>
          </a:p>
        </p:txBody>
      </p:sp>
      <p:sp>
        <p:nvSpPr>
          <p:cNvPr id="17" name="Slide Image Placeholder 16">
            <a:extLst>
              <a:ext uri="{FF2B5EF4-FFF2-40B4-BE49-F238E27FC236}">
                <a16:creationId xmlns:a16="http://schemas.microsoft.com/office/drawing/2014/main" id="{F0BBB8D4-AFB9-20D0-A19F-D6406E6D4EF3}"/>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F47124F1-757C-FF58-8FE9-AE72BBA4727E}"/>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18539983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C120F-B6DA-CAC4-0063-367EA8EE611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CB142BB-F5D7-231C-C1DD-FEB74E92AD71}"/>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43BC0D72-01BA-067B-BB39-0D7C97A5B102}"/>
              </a:ext>
            </a:extLst>
          </p:cNvPr>
          <p:cNvSpPr>
            <a:spLocks noGrp="1"/>
          </p:cNvSpPr>
          <p:nvPr>
            <p:ph type="sldNum" sz="quarter" idx="5"/>
          </p:nvPr>
        </p:nvSpPr>
        <p:spPr/>
        <p:txBody>
          <a:bodyPr/>
          <a:lstStyle/>
          <a:p>
            <a:fld id="{CF5EBCF4-26FC-4F76-8DA1-52FDDC328D44}" type="slidenum">
              <a:rPr lang="en-GB" smtClean="0"/>
              <a:pPr/>
              <a:t>25</a:t>
            </a:fld>
            <a:endParaRPr lang="en-GB"/>
          </a:p>
        </p:txBody>
      </p:sp>
      <p:sp>
        <p:nvSpPr>
          <p:cNvPr id="17" name="Slide Image Placeholder 16">
            <a:extLst>
              <a:ext uri="{FF2B5EF4-FFF2-40B4-BE49-F238E27FC236}">
                <a16:creationId xmlns:a16="http://schemas.microsoft.com/office/drawing/2014/main" id="{3DF206DF-9C0D-BC27-AB4E-BDBD35000C89}"/>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08161025-7684-C9CA-34A5-8E6D3D8A8A6F}"/>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30032292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723D2-0992-D054-2BA5-92E2155169F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C1A7F68-8F20-C9BC-B3B8-B50DBCCDCA2A}"/>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7AAD671A-2438-CF2B-9385-81F28D802F30}"/>
              </a:ext>
            </a:extLst>
          </p:cNvPr>
          <p:cNvSpPr>
            <a:spLocks noGrp="1"/>
          </p:cNvSpPr>
          <p:nvPr>
            <p:ph type="sldNum" sz="quarter" idx="5"/>
          </p:nvPr>
        </p:nvSpPr>
        <p:spPr/>
        <p:txBody>
          <a:bodyPr/>
          <a:lstStyle/>
          <a:p>
            <a:fld id="{CF5EBCF4-26FC-4F76-8DA1-52FDDC328D44}" type="slidenum">
              <a:rPr lang="en-GB" smtClean="0"/>
              <a:pPr/>
              <a:t>26</a:t>
            </a:fld>
            <a:endParaRPr lang="en-GB"/>
          </a:p>
        </p:txBody>
      </p:sp>
      <p:sp>
        <p:nvSpPr>
          <p:cNvPr id="17" name="Slide Image Placeholder 16">
            <a:extLst>
              <a:ext uri="{FF2B5EF4-FFF2-40B4-BE49-F238E27FC236}">
                <a16:creationId xmlns:a16="http://schemas.microsoft.com/office/drawing/2014/main" id="{09518EFB-1723-6E5F-B96A-8EBA718D7BB8}"/>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935364C2-A0EC-86C1-E27A-DD15858208AD}"/>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23592021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F86AA-4E4F-AA1E-17B0-DCC36C6D6A7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8DEA739-7FB3-28B5-4726-14777F84ECAC}"/>
              </a:ext>
            </a:extLst>
          </p:cNvPr>
          <p:cNvSpPr>
            <a:spLocks noGrp="1"/>
          </p:cNvSpPr>
          <p:nvPr>
            <p:ph type="dt" idx="1"/>
          </p:nvPr>
        </p:nvSpPr>
        <p:spPr/>
        <p:txBody>
          <a:bodyPr/>
          <a:lstStyle/>
          <a:p>
            <a:fld id="{1DF34805-1F01-4BDA-A8CA-FCEA2B4BC8D0}" type="datetime3">
              <a:rPr lang="en-GB" smtClean="0"/>
              <a:pPr/>
              <a:t>7 December, 2025</a:t>
            </a:fld>
            <a:endParaRPr lang="en-GB"/>
          </a:p>
        </p:txBody>
      </p:sp>
      <p:sp>
        <p:nvSpPr>
          <p:cNvPr id="5" name="Slide Number Placeholder 4">
            <a:extLst>
              <a:ext uri="{FF2B5EF4-FFF2-40B4-BE49-F238E27FC236}">
                <a16:creationId xmlns:a16="http://schemas.microsoft.com/office/drawing/2014/main" id="{DA86FF27-673D-4CC1-8149-810C7DE6AF6F}"/>
              </a:ext>
            </a:extLst>
          </p:cNvPr>
          <p:cNvSpPr>
            <a:spLocks noGrp="1"/>
          </p:cNvSpPr>
          <p:nvPr>
            <p:ph type="sldNum" sz="quarter" idx="5"/>
          </p:nvPr>
        </p:nvSpPr>
        <p:spPr/>
        <p:txBody>
          <a:bodyPr/>
          <a:lstStyle/>
          <a:p>
            <a:fld id="{CF5EBCF4-26FC-4F76-8DA1-52FDDC328D44}" type="slidenum">
              <a:rPr lang="en-GB" smtClean="0"/>
              <a:pPr/>
              <a:t>27</a:t>
            </a:fld>
            <a:endParaRPr lang="en-GB"/>
          </a:p>
        </p:txBody>
      </p:sp>
      <p:sp>
        <p:nvSpPr>
          <p:cNvPr id="17" name="Slide Image Placeholder 16">
            <a:extLst>
              <a:ext uri="{FF2B5EF4-FFF2-40B4-BE49-F238E27FC236}">
                <a16:creationId xmlns:a16="http://schemas.microsoft.com/office/drawing/2014/main" id="{5E83A72C-697B-C34E-DC38-8B98FE6FD097}"/>
              </a:ext>
            </a:extLst>
          </p:cNvPr>
          <p:cNvSpPr>
            <a:spLocks noGrp="1" noRot="1" noChangeAspect="1"/>
          </p:cNvSpPr>
          <p:nvPr>
            <p:ph type="sldImg"/>
          </p:nvPr>
        </p:nvSpPr>
        <p:spPr>
          <a:xfrm>
            <a:off x="735013" y="563563"/>
            <a:ext cx="5632450" cy="3168650"/>
          </a:xfrm>
        </p:spPr>
        <p:txBody>
          <a:bodyPr/>
          <a:lstStyle/>
          <a:p>
            <a:endParaRPr lang="en-US"/>
          </a:p>
        </p:txBody>
      </p:sp>
      <p:sp>
        <p:nvSpPr>
          <p:cNvPr id="2" name="Notes Placeholder 1">
            <a:extLst>
              <a:ext uri="{FF2B5EF4-FFF2-40B4-BE49-F238E27FC236}">
                <a16:creationId xmlns:a16="http://schemas.microsoft.com/office/drawing/2014/main" id="{5D324398-2730-B10E-4345-8EE37212CEA8}"/>
              </a:ext>
            </a:extLst>
          </p:cNvPr>
          <p:cNvSpPr>
            <a:spLocks noGrp="1"/>
          </p:cNvSpPr>
          <p:nvPr>
            <p:ph type="body" idx="1"/>
          </p:nvPr>
        </p:nvSpPr>
        <p:spPr/>
        <p:txBody>
          <a:bodyPr/>
          <a:lstStyle/>
          <a:p>
            <a:endParaRPr lang="en-US" b="0"/>
          </a:p>
        </p:txBody>
      </p:sp>
    </p:spTree>
    <p:extLst>
      <p:ext uri="{BB962C8B-B14F-4D97-AF65-F5344CB8AC3E}">
        <p14:creationId xmlns:p14="http://schemas.microsoft.com/office/powerpoint/2010/main" val="25475923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3.emf"/><Relationship Id="rId4" Type="http://schemas.openxmlformats.org/officeDocument/2006/relationships/tags" Target="../tags/tag5.xml"/><Relationship Id="rId9" Type="http://schemas.openxmlformats.org/officeDocument/2006/relationships/oleObject" Target="../embeddings/oleObject1.bin"/></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Intro title">
    <p:spTree>
      <p:nvGrpSpPr>
        <p:cNvPr id="1" name=""/>
        <p:cNvGrpSpPr/>
        <p:nvPr/>
      </p:nvGrpSpPr>
      <p:grpSpPr>
        <a:xfrm>
          <a:off x="0" y="0"/>
          <a:ext cx="0" cy="0"/>
          <a:chOff x="0" y="0"/>
          <a:chExt cx="0" cy="0"/>
        </a:xfrm>
      </p:grpSpPr>
      <p:pic>
        <p:nvPicPr>
          <p:cNvPr id="2" name="Image" descr="Image">
            <a:extLst>
              <a:ext uri="{FF2B5EF4-FFF2-40B4-BE49-F238E27FC236}">
                <a16:creationId xmlns:a16="http://schemas.microsoft.com/office/drawing/2014/main" id="{C573FA85-93A1-247C-6950-9ABB1757DA03}"/>
              </a:ext>
            </a:extLst>
          </p:cNvPr>
          <p:cNvPicPr>
            <a:picLocks noChangeAspect="1"/>
          </p:cNvPicPr>
          <p:nvPr userDrawn="1"/>
        </p:nvPicPr>
        <p:blipFill>
          <a:blip r:embed="rId3"/>
          <a:srcRect l="91875" t="85362"/>
          <a:stretch/>
        </p:blipFill>
        <p:spPr>
          <a:xfrm>
            <a:off x="21940240" y="11232083"/>
            <a:ext cx="3217653" cy="3260698"/>
          </a:xfrm>
          <a:prstGeom prst="rect">
            <a:avLst/>
          </a:prstGeom>
          <a:ln w="12700">
            <a:miter lim="400000"/>
          </a:ln>
        </p:spPr>
      </p:pic>
      <p:sp>
        <p:nvSpPr>
          <p:cNvPr id="5" name="Slide Number">
            <a:extLst>
              <a:ext uri="{FF2B5EF4-FFF2-40B4-BE49-F238E27FC236}">
                <a16:creationId xmlns:a16="http://schemas.microsoft.com/office/drawing/2014/main" id="{8F78A245-869C-7B74-EE45-6D4A9D33791F}"/>
              </a:ext>
            </a:extLst>
          </p:cNvPr>
          <p:cNvSpPr>
            <a:spLocks noChangeArrowheads="1"/>
          </p:cNvSpPr>
          <p:nvPr userDrawn="1">
            <p:custDataLst>
              <p:tags r:id="rId1"/>
            </p:custDataLst>
          </p:nvPr>
        </p:nvSpPr>
        <p:spPr bwMode="black">
          <a:xfrm>
            <a:off x="22644101" y="13128934"/>
            <a:ext cx="651002" cy="278923"/>
          </a:xfrm>
          <a:prstGeom prst="rect">
            <a:avLst/>
          </a:prstGeom>
          <a:noFill/>
          <a:ln w="9525" algn="ctr">
            <a:noFill/>
            <a:miter lim="800000"/>
            <a:headEnd/>
            <a:tailEnd/>
          </a:ln>
          <a:effectLst/>
        </p:spPr>
        <p:txBody>
          <a:bodyPr wrap="square" lIns="0" tIns="0" rIns="0" bIns="0" anchor="b">
            <a:spAutoFit/>
          </a:bodyPr>
          <a:lstStyle/>
          <a:p>
            <a:pPr algn="r" defTabSz="1221488" rtl="0" fontAlgn="auto">
              <a:spcBef>
                <a:spcPts val="0"/>
              </a:spcBef>
              <a:spcAft>
                <a:spcPts val="0"/>
              </a:spcAft>
              <a:defRPr/>
            </a:pPr>
            <a:fld id="{4ABDCABE-3F10-B64C-92F1-862014417034}" type="slidenum">
              <a:rPr lang="en-ZA" sz="1800" b="0" smtClean="0">
                <a:solidFill>
                  <a:schemeClr val="tx1"/>
                </a:solidFill>
                <a:latin typeface="+mn-lt"/>
                <a:ea typeface="+mn-ea"/>
                <a:cs typeface="Arial" panose="020B0604020202020204" pitchFamily="34" charset="0"/>
              </a:rPr>
              <a:pPr algn="r" defTabSz="1221488" rtl="0" fontAlgn="auto">
                <a:spcBef>
                  <a:spcPts val="0"/>
                </a:spcBef>
                <a:spcAft>
                  <a:spcPts val="0"/>
                </a:spcAft>
                <a:defRPr/>
              </a:pPr>
              <a:t>‹#›</a:t>
            </a:fld>
            <a:endParaRPr lang="en-ZA" sz="1800" b="0">
              <a:solidFill>
                <a:schemeClr val="tx1"/>
              </a:solidFill>
              <a:latin typeface="+mn-lt"/>
              <a:ea typeface="+mn-ea"/>
              <a:cs typeface="Arial" panose="020B0604020202020204" pitchFamily="34" charset="0"/>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Intro title">
    <p:spTree>
      <p:nvGrpSpPr>
        <p:cNvPr id="1" name=""/>
        <p:cNvGrpSpPr/>
        <p:nvPr/>
      </p:nvGrpSpPr>
      <p:grpSpPr>
        <a:xfrm>
          <a:off x="0" y="0"/>
          <a:ext cx="0" cy="0"/>
          <a:chOff x="0" y="0"/>
          <a:chExt cx="0" cy="0"/>
        </a:xfrm>
      </p:grpSpPr>
      <p:sp>
        <p:nvSpPr>
          <p:cNvPr id="13"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2" name="Image" descr="Image">
            <a:extLst>
              <a:ext uri="{FF2B5EF4-FFF2-40B4-BE49-F238E27FC236}">
                <a16:creationId xmlns:a16="http://schemas.microsoft.com/office/drawing/2014/main" id="{C573FA85-93A1-247C-6950-9ABB1757DA03}"/>
              </a:ext>
            </a:extLst>
          </p:cNvPr>
          <p:cNvPicPr>
            <a:picLocks noChangeAspect="1"/>
          </p:cNvPicPr>
          <p:nvPr userDrawn="1"/>
        </p:nvPicPr>
        <p:blipFill>
          <a:blip r:embed="rId2"/>
          <a:srcRect l="91875" t="85362"/>
          <a:stretch/>
        </p:blipFill>
        <p:spPr>
          <a:xfrm>
            <a:off x="22402800" y="11708296"/>
            <a:ext cx="1981200" cy="2007704"/>
          </a:xfrm>
          <a:prstGeom prst="rect">
            <a:avLst/>
          </a:prstGeom>
          <a:ln w="12700">
            <a:miter lim="400000"/>
          </a:ln>
        </p:spPr>
      </p:pic>
      <p:pic>
        <p:nvPicPr>
          <p:cNvPr id="3" name="_XBL New CI_pres slide_7.jpg" descr="_XBL New CI_pres slide_7.jpg">
            <a:extLst>
              <a:ext uri="{FF2B5EF4-FFF2-40B4-BE49-F238E27FC236}">
                <a16:creationId xmlns:a16="http://schemas.microsoft.com/office/drawing/2014/main" id="{9FFF1E10-9F04-BF15-D5F8-146AB53519F2}"/>
              </a:ext>
            </a:extLst>
          </p:cNvPr>
          <p:cNvPicPr>
            <a:picLocks noChangeAspect="1"/>
          </p:cNvPicPr>
          <p:nvPr userDrawn="1"/>
        </p:nvPicPr>
        <p:blipFill>
          <a:blip r:embed="rId3"/>
          <a:srcRect t="3" b="3"/>
          <a:stretch>
            <a:fillRect/>
          </a:stretch>
        </p:blipFill>
        <p:spPr>
          <a:xfrm>
            <a:off x="0" y="0"/>
            <a:ext cx="24384000" cy="13716000"/>
          </a:xfrm>
          <a:prstGeom prst="rect">
            <a:avLst/>
          </a:prstGeom>
          <a:ln w="12700">
            <a:miter lim="400000"/>
          </a:ln>
        </p:spPr>
      </p:pic>
    </p:spTree>
    <p:extLst>
      <p:ext uri="{BB962C8B-B14F-4D97-AF65-F5344CB8AC3E}">
        <p14:creationId xmlns:p14="http://schemas.microsoft.com/office/powerpoint/2010/main" val="377635240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Intro title – Dark">
    <p:bg>
      <p:bgPr>
        <a:solidFill>
          <a:srgbClr val="000000"/>
        </a:solidFill>
        <a:effectLst/>
      </p:bgPr>
    </p:bg>
    <p:spTree>
      <p:nvGrpSpPr>
        <p:cNvPr id="1" name=""/>
        <p:cNvGrpSpPr/>
        <p:nvPr/>
      </p:nvGrpSpPr>
      <p:grpSpPr>
        <a:xfrm>
          <a:off x="0" y="0"/>
          <a:ext cx="0" cy="0"/>
          <a:chOff x="0" y="0"/>
          <a:chExt cx="0" cy="0"/>
        </a:xfrm>
      </p:grpSpPr>
      <p:sp>
        <p:nvSpPr>
          <p:cNvPr id="31" name="Presentation title text…"/>
          <p:cNvSpPr txBox="1">
            <a:spLocks noGrp="1"/>
          </p:cNvSpPr>
          <p:nvPr>
            <p:ph type="body" sz="quarter" idx="21"/>
          </p:nvPr>
        </p:nvSpPr>
        <p:spPr>
          <a:xfrm>
            <a:off x="537007" y="423252"/>
            <a:ext cx="11753851" cy="3036436"/>
          </a:xfrm>
          <a:prstGeom prst="rect">
            <a:avLst/>
          </a:prstGeom>
        </p:spPr>
        <p:txBody>
          <a:bodyPr wrap="none">
            <a:spAutoFit/>
          </a:bodyPr>
          <a:lstStyle/>
          <a:p>
            <a:pPr>
              <a:defRPr sz="10000" spc="-300">
                <a:solidFill>
                  <a:srgbClr val="FFFFFF"/>
                </a:solidFill>
              </a:defRPr>
            </a:pPr>
            <a:r>
              <a:t>Presentation title text</a:t>
            </a:r>
          </a:p>
          <a:p>
            <a:pPr>
              <a:defRPr sz="10000" spc="-300">
                <a:solidFill>
                  <a:srgbClr val="FFFFFF">
                    <a:alpha val="50000"/>
                  </a:srgbClr>
                </a:solidFill>
              </a:defRPr>
            </a:pPr>
            <a:r>
              <a:t>Subtitle here</a:t>
            </a:r>
          </a:p>
        </p:txBody>
      </p:sp>
      <p:sp>
        <p:nvSpPr>
          <p:cNvPr id="32" name="Company…"/>
          <p:cNvSpPr txBox="1">
            <a:spLocks noGrp="1"/>
          </p:cNvSpPr>
          <p:nvPr>
            <p:ph type="body" sz="quarter" idx="22"/>
          </p:nvPr>
        </p:nvSpPr>
        <p:spPr>
          <a:xfrm>
            <a:off x="537007" y="12124641"/>
            <a:ext cx="5196234" cy="1108759"/>
          </a:xfrm>
          <a:prstGeom prst="rect">
            <a:avLst/>
          </a:prstGeom>
        </p:spPr>
        <p:txBody>
          <a:bodyPr anchor="b">
            <a:spAutoFit/>
          </a:bodyPr>
          <a:lstStyle/>
          <a:p>
            <a:pPr>
              <a:lnSpc>
                <a:spcPct val="110000"/>
              </a:lnSpc>
              <a:defRPr sz="2000" spc="0">
                <a:solidFill>
                  <a:srgbClr val="FFFFFF"/>
                </a:solidFill>
              </a:defRPr>
            </a:pPr>
            <a:r>
              <a:t>Company</a:t>
            </a:r>
          </a:p>
          <a:p>
            <a:pPr>
              <a:lnSpc>
                <a:spcPct val="110000"/>
              </a:lnSpc>
              <a:defRPr sz="2000" spc="0">
                <a:solidFill>
                  <a:srgbClr val="FFFFFF"/>
                </a:solidFill>
              </a:defRPr>
            </a:pPr>
            <a:r>
              <a:t>Date</a:t>
            </a:r>
          </a:p>
          <a:p>
            <a:pPr>
              <a:lnSpc>
                <a:spcPct val="110000"/>
              </a:lnSpc>
              <a:defRPr sz="2000" spc="0">
                <a:solidFill>
                  <a:srgbClr val="FFFFFF"/>
                </a:solidFill>
              </a:defRPr>
            </a:pPr>
            <a:r>
              <a:t>Project</a:t>
            </a:r>
          </a:p>
        </p:txBody>
      </p:sp>
      <p:sp>
        <p:nvSpPr>
          <p:cNvPr id="33"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Agenda – Dark">
    <p:bg>
      <p:bgPr>
        <a:solidFill>
          <a:srgbClr val="000000"/>
        </a:solidFill>
        <a:effectLst/>
      </p:bgPr>
    </p:bg>
    <p:spTree>
      <p:nvGrpSpPr>
        <p:cNvPr id="1" name=""/>
        <p:cNvGrpSpPr/>
        <p:nvPr/>
      </p:nvGrpSpPr>
      <p:grpSpPr>
        <a:xfrm>
          <a:off x="0" y="0"/>
          <a:ext cx="0" cy="0"/>
          <a:chOff x="0" y="0"/>
          <a:chExt cx="0" cy="0"/>
        </a:xfrm>
      </p:grpSpPr>
      <p:sp>
        <p:nvSpPr>
          <p:cNvPr id="59"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60" name="01 Section…"/>
          <p:cNvSpPr txBox="1">
            <a:spLocks noGrp="1"/>
          </p:cNvSpPr>
          <p:nvPr>
            <p:ph type="body" sz="quarter" idx="22"/>
          </p:nvPr>
        </p:nvSpPr>
        <p:spPr>
          <a:xfrm>
            <a:off x="537007" y="423252"/>
            <a:ext cx="5944871" cy="7265158"/>
          </a:xfrm>
          <a:prstGeom prst="rect">
            <a:avLst/>
          </a:prstGeom>
        </p:spPr>
        <p:txBody>
          <a:bodyPr wrap="none">
            <a:spAutoFit/>
          </a:bodyPr>
          <a:lstStyle/>
          <a:p>
            <a:pPr>
              <a:defRPr sz="10000" spc="-300">
                <a:solidFill>
                  <a:srgbClr val="FFFFFF"/>
                </a:solidFill>
              </a:defRPr>
            </a:pPr>
            <a:r>
              <a:rPr>
                <a:solidFill>
                  <a:srgbClr val="FFFFFF">
                    <a:alpha val="50000"/>
                  </a:srgbClr>
                </a:solidFill>
              </a:rPr>
              <a:t>01 </a:t>
            </a:r>
            <a:r>
              <a:t>Section</a:t>
            </a:r>
          </a:p>
          <a:p>
            <a:pPr>
              <a:defRPr sz="10000" spc="-300">
                <a:solidFill>
                  <a:srgbClr val="FFFFFF"/>
                </a:solidFill>
              </a:defRPr>
            </a:pPr>
            <a:r>
              <a:rPr>
                <a:solidFill>
                  <a:srgbClr val="FFFFFF">
                    <a:alpha val="50000"/>
                  </a:srgbClr>
                </a:solidFill>
              </a:rPr>
              <a:t>02 </a:t>
            </a:r>
            <a:r>
              <a:t>Section</a:t>
            </a:r>
          </a:p>
          <a:p>
            <a:pPr>
              <a:defRPr sz="10000" spc="-300">
                <a:solidFill>
                  <a:srgbClr val="FFFFFF"/>
                </a:solidFill>
              </a:defRPr>
            </a:pPr>
            <a:r>
              <a:rPr>
                <a:solidFill>
                  <a:srgbClr val="FFFFFF">
                    <a:alpha val="50000"/>
                  </a:srgbClr>
                </a:solidFill>
              </a:rPr>
              <a:t>03 </a:t>
            </a:r>
            <a:r>
              <a:t>Section</a:t>
            </a:r>
          </a:p>
          <a:p>
            <a:pPr>
              <a:defRPr sz="10000" spc="-300">
                <a:solidFill>
                  <a:srgbClr val="FFFFFF"/>
                </a:solidFill>
              </a:defRPr>
            </a:pPr>
            <a:r>
              <a:rPr>
                <a:solidFill>
                  <a:srgbClr val="FFFFFF">
                    <a:alpha val="50000"/>
                  </a:srgbClr>
                </a:solidFill>
              </a:rPr>
              <a:t>04 </a:t>
            </a:r>
            <a:r>
              <a:t>Section</a:t>
            </a:r>
          </a:p>
          <a:p>
            <a:pPr>
              <a:defRPr sz="10000" spc="-300">
                <a:solidFill>
                  <a:srgbClr val="FFFFFF"/>
                </a:solidFill>
              </a:defRPr>
            </a:pPr>
            <a:r>
              <a:rPr>
                <a:solidFill>
                  <a:srgbClr val="FFFFFF">
                    <a:alpha val="50000"/>
                  </a:srgbClr>
                </a:solidFill>
              </a:rPr>
              <a:t>05 </a:t>
            </a:r>
            <a:r>
              <a:t>Section</a:t>
            </a: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Section header – Grey">
    <p:bg>
      <p:bgPr>
        <a:solidFill>
          <a:srgbClr val="CCCDD1"/>
        </a:solidFill>
        <a:effectLst/>
      </p:bgPr>
    </p:bg>
    <p:spTree>
      <p:nvGrpSpPr>
        <p:cNvPr id="1" name=""/>
        <p:cNvGrpSpPr/>
        <p:nvPr/>
      </p:nvGrpSpPr>
      <p:grpSpPr>
        <a:xfrm>
          <a:off x="0" y="0"/>
          <a:ext cx="0" cy="0"/>
          <a:chOff x="0" y="0"/>
          <a:chExt cx="0" cy="0"/>
        </a:xfrm>
      </p:grpSpPr>
      <p:sp>
        <p:nvSpPr>
          <p:cNvPr id="77"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78" name="01 Section header"/>
          <p:cNvSpPr txBox="1"/>
          <p:nvPr/>
        </p:nvSpPr>
        <p:spPr>
          <a:xfrm>
            <a:off x="537007" y="423252"/>
            <a:ext cx="10101581" cy="162686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spAutoFit/>
          </a:bodyPr>
          <a:lstStyle/>
          <a:p>
            <a:pPr>
              <a:lnSpc>
                <a:spcPct val="90000"/>
              </a:lnSpc>
              <a:defRPr sz="10000" spc="-300">
                <a:solidFill>
                  <a:srgbClr val="FFFFFF"/>
                </a:solidFill>
              </a:defRPr>
            </a:pPr>
            <a:r>
              <a:rPr>
                <a:solidFill>
                  <a:srgbClr val="FFFFFF">
                    <a:alpha val="50000"/>
                  </a:srgbClr>
                </a:solidFill>
              </a:rPr>
              <a:t>01 </a:t>
            </a:r>
            <a:r>
              <a:t>Section header</a:t>
            </a:r>
          </a:p>
        </p:txBody>
      </p:sp>
      <p:sp>
        <p:nvSpPr>
          <p:cNvPr id="7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Section header – Dark">
    <p:bg>
      <p:bgPr>
        <a:solidFill>
          <a:srgbClr val="000000"/>
        </a:solidFill>
        <a:effectLst/>
      </p:bgPr>
    </p:bg>
    <p:spTree>
      <p:nvGrpSpPr>
        <p:cNvPr id="1" name=""/>
        <p:cNvGrpSpPr/>
        <p:nvPr/>
      </p:nvGrpSpPr>
      <p:grpSpPr>
        <a:xfrm>
          <a:off x="0" y="0"/>
          <a:ext cx="0" cy="0"/>
          <a:chOff x="0" y="0"/>
          <a:chExt cx="0" cy="0"/>
        </a:xfrm>
      </p:grpSpPr>
      <p:sp>
        <p:nvSpPr>
          <p:cNvPr id="86"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87" name="01 Section header"/>
          <p:cNvSpPr txBox="1">
            <a:spLocks noGrp="1"/>
          </p:cNvSpPr>
          <p:nvPr>
            <p:ph type="body" sz="quarter" idx="22"/>
          </p:nvPr>
        </p:nvSpPr>
        <p:spPr>
          <a:xfrm>
            <a:off x="537007" y="423252"/>
            <a:ext cx="10101581" cy="1626862"/>
          </a:xfrm>
          <a:prstGeom prst="rect">
            <a:avLst/>
          </a:prstGeom>
        </p:spPr>
        <p:txBody>
          <a:bodyPr wrap="none">
            <a:spAutoFit/>
          </a:bodyPr>
          <a:lstStyle/>
          <a:p>
            <a:pPr>
              <a:defRPr sz="10000" spc="-300">
                <a:solidFill>
                  <a:srgbClr val="FFFFFF"/>
                </a:solidFill>
              </a:defRPr>
            </a:pPr>
            <a:r>
              <a:rPr>
                <a:solidFill>
                  <a:srgbClr val="FFFFFF">
                    <a:alpha val="50000"/>
                  </a:srgbClr>
                </a:solidFill>
              </a:rPr>
              <a:t>01 </a:t>
            </a:r>
            <a:r>
              <a:t>Section header</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able of contents – Grey">
    <p:bg>
      <p:bgPr>
        <a:solidFill>
          <a:srgbClr val="CCCDD1"/>
        </a:solidFill>
        <a:effectLst/>
      </p:bgPr>
    </p:bg>
    <p:spTree>
      <p:nvGrpSpPr>
        <p:cNvPr id="1" name=""/>
        <p:cNvGrpSpPr/>
        <p:nvPr/>
      </p:nvGrpSpPr>
      <p:grpSpPr>
        <a:xfrm>
          <a:off x="0" y="0"/>
          <a:ext cx="0" cy="0"/>
          <a:chOff x="0" y="0"/>
          <a:chExt cx="0" cy="0"/>
        </a:xfrm>
      </p:grpSpPr>
      <p:sp>
        <p:nvSpPr>
          <p:cNvPr id="108"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1"/>
          </p:nvPr>
        </p:nvSpPr>
        <p:spPr>
          <a:xfrm>
            <a:off x="537007" y="1098617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109" name="Rounded Rectangle"/>
          <p:cNvSpPr>
            <a:spLocks noGrp="1"/>
          </p:cNvSpPr>
          <p:nvPr>
            <p:ph type="body" idx="22"/>
          </p:nvPr>
        </p:nvSpPr>
        <p:spPr>
          <a:xfrm>
            <a:off x="8982233" y="508000"/>
            <a:ext cx="14864846" cy="12700000"/>
          </a:xfrm>
          <a:prstGeom prst="roundRect">
            <a:avLst>
              <a:gd name="adj" fmla="val 1524"/>
            </a:avLst>
          </a:prstGeom>
          <a:solidFill>
            <a:srgbClr val="000000">
              <a:alpha val="4538"/>
            </a:srgbClr>
          </a:solidFill>
        </p:spPr>
        <p:txBody>
          <a:bodyPr anchor="ctr">
            <a:noAutofit/>
          </a:bodyPr>
          <a:lstStyle/>
          <a:p>
            <a:pPr algn="ctr">
              <a:lnSpc>
                <a:spcPct val="100000"/>
              </a:lnSpc>
              <a:defRPr sz="3200" spc="0">
                <a:solidFill>
                  <a:srgbClr val="FFFFFF"/>
                </a:solidFill>
              </a:defRPr>
            </a:pPr>
            <a:endParaRPr/>
          </a:p>
        </p:txBody>
      </p:sp>
      <p:sp>
        <p:nvSpPr>
          <p:cNvPr id="110" name="Subtitle…"/>
          <p:cNvSpPr txBox="1">
            <a:spLocks noGrp="1"/>
          </p:cNvSpPr>
          <p:nvPr>
            <p:ph type="body" sz="quarter" idx="23"/>
          </p:nvPr>
        </p:nvSpPr>
        <p:spPr>
          <a:xfrm>
            <a:off x="537007" y="508000"/>
            <a:ext cx="7028544"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Table of contents</a:t>
            </a:r>
          </a:p>
        </p:txBody>
      </p:sp>
      <p:sp>
        <p:nvSpPr>
          <p:cNvPr id="111"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12" name="Content…"/>
          <p:cNvSpPr txBox="1">
            <a:spLocks noGrp="1"/>
          </p:cNvSpPr>
          <p:nvPr>
            <p:ph type="body" sz="quarter" idx="25"/>
          </p:nvPr>
        </p:nvSpPr>
        <p:spPr>
          <a:xfrm>
            <a:off x="9671387" y="1028612"/>
            <a:ext cx="7296494" cy="6324951"/>
          </a:xfrm>
          <a:prstGeom prst="rect">
            <a:avLst/>
          </a:prstGeom>
        </p:spPr>
        <p:txBody>
          <a:bodyPr>
            <a:spAutoFit/>
          </a:bodyPr>
          <a:lstStyle/>
          <a:p>
            <a:pPr defTabSz="457200">
              <a:lnSpc>
                <a:spcPct val="110000"/>
              </a:lnSpc>
              <a:defRPr sz="3400" spc="-34">
                <a:solidFill>
                  <a:srgbClr val="FFFFFF"/>
                </a:solidFill>
              </a:defRPr>
            </a:pPr>
            <a:r>
              <a:t>Content</a:t>
            </a:r>
          </a:p>
          <a:p>
            <a:pPr>
              <a:lnSpc>
                <a:spcPct val="110000"/>
              </a:lnSpc>
              <a:defRPr sz="3400" spc="0">
                <a:solidFill>
                  <a:srgbClr val="000000">
                    <a:alpha val="25000"/>
                  </a:srgbClr>
                </a:solidFill>
              </a:defRPr>
            </a:pPr>
            <a:endParaRP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p:txBody>
      </p:sp>
      <p:sp>
        <p:nvSpPr>
          <p:cNvPr id="113" name="7…"/>
          <p:cNvSpPr txBox="1">
            <a:spLocks noGrp="1"/>
          </p:cNvSpPr>
          <p:nvPr>
            <p:ph type="body" sz="quarter" idx="26"/>
          </p:nvPr>
        </p:nvSpPr>
        <p:spPr>
          <a:xfrm>
            <a:off x="20283422" y="1028612"/>
            <a:ext cx="2874503" cy="6324951"/>
          </a:xfrm>
          <a:prstGeom prst="rect">
            <a:avLst/>
          </a:prstGeom>
        </p:spPr>
        <p:txBody>
          <a:bodyPr>
            <a:spAutoFit/>
          </a:bodyPr>
          <a:lstStyle/>
          <a:p>
            <a:pPr algn="r" defTabSz="457200">
              <a:lnSpc>
                <a:spcPct val="110000"/>
              </a:lnSpc>
              <a:defRPr sz="3400" spc="-34">
                <a:solidFill>
                  <a:srgbClr val="FFFFFF"/>
                </a:solidFill>
              </a:defRPr>
            </a:pPr>
            <a:r>
              <a:t> </a:t>
            </a:r>
          </a:p>
          <a:p>
            <a:pPr algn="r" defTabSz="457200">
              <a:lnSpc>
                <a:spcPct val="110000"/>
              </a:lnSpc>
              <a:defRPr sz="3400" spc="-34">
                <a:solidFill>
                  <a:srgbClr val="FFFFFF"/>
                </a:solidFill>
              </a:defRPr>
            </a:pPr>
            <a:endParaRPr/>
          </a:p>
          <a:p>
            <a:pPr algn="r" defTabSz="457200">
              <a:lnSpc>
                <a:spcPct val="110000"/>
              </a:lnSpc>
              <a:defRPr sz="3400" spc="-34">
                <a:solidFill>
                  <a:srgbClr val="FFFFFF"/>
                </a:solidFill>
              </a:defRPr>
            </a:pPr>
            <a:r>
              <a:t>7</a:t>
            </a:r>
          </a:p>
          <a:p>
            <a:pPr algn="r" defTabSz="457200">
              <a:lnSpc>
                <a:spcPct val="110000"/>
              </a:lnSpc>
              <a:defRPr sz="3400" spc="-34">
                <a:solidFill>
                  <a:srgbClr val="FFFFFF"/>
                </a:solidFill>
              </a:defRPr>
            </a:pPr>
            <a:r>
              <a:t>8</a:t>
            </a:r>
          </a:p>
          <a:p>
            <a:pPr algn="r" defTabSz="457200">
              <a:lnSpc>
                <a:spcPct val="110000"/>
              </a:lnSpc>
              <a:defRPr sz="3400" spc="-34">
                <a:solidFill>
                  <a:srgbClr val="FFFFFF"/>
                </a:solidFill>
              </a:defRPr>
            </a:pPr>
            <a:r>
              <a:t>9</a:t>
            </a:r>
          </a:p>
          <a:p>
            <a:pPr algn="r" defTabSz="457200">
              <a:lnSpc>
                <a:spcPct val="110000"/>
              </a:lnSpc>
              <a:defRPr sz="3400" spc="-34">
                <a:solidFill>
                  <a:srgbClr val="FFFFFF"/>
                </a:solidFill>
              </a:defRPr>
            </a:pPr>
            <a:r>
              <a:t>10</a:t>
            </a:r>
          </a:p>
          <a:p>
            <a:pPr algn="r" defTabSz="457200">
              <a:lnSpc>
                <a:spcPct val="110000"/>
              </a:lnSpc>
              <a:defRPr sz="3400" spc="-34">
                <a:solidFill>
                  <a:srgbClr val="FFFFFF"/>
                </a:solidFill>
              </a:defRPr>
            </a:pPr>
            <a:r>
              <a:t>11</a:t>
            </a:r>
          </a:p>
          <a:p>
            <a:pPr algn="r" defTabSz="457200">
              <a:lnSpc>
                <a:spcPct val="110000"/>
              </a:lnSpc>
              <a:defRPr sz="3400" spc="-34">
                <a:solidFill>
                  <a:srgbClr val="FFFFFF"/>
                </a:solidFill>
              </a:defRPr>
            </a:pPr>
            <a:r>
              <a:t>12</a:t>
            </a:r>
          </a:p>
          <a:p>
            <a:pPr algn="r" defTabSz="457200">
              <a:lnSpc>
                <a:spcPct val="110000"/>
              </a:lnSpc>
              <a:defRPr sz="3400" spc="-34">
                <a:solidFill>
                  <a:srgbClr val="FFFFFF"/>
                </a:solidFill>
              </a:defRPr>
            </a:pPr>
            <a:r>
              <a:t>13</a:t>
            </a:r>
          </a:p>
          <a:p>
            <a:pPr algn="r" defTabSz="457200">
              <a:lnSpc>
                <a:spcPct val="110000"/>
              </a:lnSpc>
              <a:defRPr sz="3400" spc="-34">
                <a:solidFill>
                  <a:srgbClr val="FFFFFF"/>
                </a:solidFill>
              </a:defRPr>
            </a:pPr>
            <a:r>
              <a:t>14</a:t>
            </a:r>
          </a:p>
          <a:p>
            <a:pPr algn="r" defTabSz="457200">
              <a:lnSpc>
                <a:spcPct val="110000"/>
              </a:lnSpc>
              <a:defRPr sz="3400" spc="-34">
                <a:solidFill>
                  <a:srgbClr val="FFFFFF"/>
                </a:solidFill>
              </a:defRPr>
            </a:pPr>
            <a:r>
              <a:t>15</a:t>
            </a:r>
          </a:p>
        </p:txBody>
      </p:sp>
      <p:sp>
        <p:nvSpPr>
          <p:cNvPr id="11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able of contents – Dark">
    <p:bg>
      <p:bgPr>
        <a:solidFill>
          <a:srgbClr val="000000"/>
        </a:solidFill>
        <a:effectLst/>
      </p:bgPr>
    </p:bg>
    <p:spTree>
      <p:nvGrpSpPr>
        <p:cNvPr id="1" name=""/>
        <p:cNvGrpSpPr/>
        <p:nvPr/>
      </p:nvGrpSpPr>
      <p:grpSpPr>
        <a:xfrm>
          <a:off x="0" y="0"/>
          <a:ext cx="0" cy="0"/>
          <a:chOff x="0" y="0"/>
          <a:chExt cx="0" cy="0"/>
        </a:xfrm>
      </p:grpSpPr>
      <p:sp>
        <p:nvSpPr>
          <p:cNvPr id="121" name="Rounded Rectangle"/>
          <p:cNvSpPr/>
          <p:nvPr/>
        </p:nvSpPr>
        <p:spPr>
          <a:xfrm>
            <a:off x="8982233" y="508000"/>
            <a:ext cx="14864846" cy="12700000"/>
          </a:xfrm>
          <a:prstGeom prst="roundRect">
            <a:avLst>
              <a:gd name="adj" fmla="val 1524"/>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122"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1"/>
          </p:nvPr>
        </p:nvSpPr>
        <p:spPr>
          <a:xfrm>
            <a:off x="537007" y="1098617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123" name="Subtitle…"/>
          <p:cNvSpPr txBox="1">
            <a:spLocks noGrp="1"/>
          </p:cNvSpPr>
          <p:nvPr>
            <p:ph type="body" sz="quarter" idx="22"/>
          </p:nvPr>
        </p:nvSpPr>
        <p:spPr>
          <a:xfrm>
            <a:off x="537007" y="508000"/>
            <a:ext cx="7028544"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Table of contents</a:t>
            </a:r>
          </a:p>
        </p:txBody>
      </p:sp>
      <p:sp>
        <p:nvSpPr>
          <p:cNvPr id="124" name="Content…"/>
          <p:cNvSpPr txBox="1">
            <a:spLocks noGrp="1"/>
          </p:cNvSpPr>
          <p:nvPr>
            <p:ph type="body" sz="quarter" idx="23"/>
          </p:nvPr>
        </p:nvSpPr>
        <p:spPr>
          <a:xfrm>
            <a:off x="9671387" y="1028612"/>
            <a:ext cx="7296494" cy="6324951"/>
          </a:xfrm>
          <a:prstGeom prst="rect">
            <a:avLst/>
          </a:prstGeom>
        </p:spPr>
        <p:txBody>
          <a:bodyPr>
            <a:spAutoFit/>
          </a:bodyPr>
          <a:lstStyle/>
          <a:p>
            <a:pPr defTabSz="457200">
              <a:lnSpc>
                <a:spcPct val="110000"/>
              </a:lnSpc>
              <a:defRPr sz="3400" spc="-34">
                <a:solidFill>
                  <a:srgbClr val="FFFFFF"/>
                </a:solidFill>
              </a:defRPr>
            </a:pPr>
            <a:r>
              <a:t>Content</a:t>
            </a:r>
          </a:p>
          <a:p>
            <a:pPr>
              <a:lnSpc>
                <a:spcPct val="110000"/>
              </a:lnSpc>
              <a:defRPr sz="3400" spc="0">
                <a:solidFill>
                  <a:srgbClr val="000000">
                    <a:alpha val="25000"/>
                  </a:srgbClr>
                </a:solidFill>
              </a:defRPr>
            </a:pPr>
            <a:endParaRP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a:p>
            <a:pPr>
              <a:lnSpc>
                <a:spcPct val="110000"/>
              </a:lnSpc>
              <a:defRPr sz="3400" spc="-34">
                <a:solidFill>
                  <a:srgbClr val="FFFFFF">
                    <a:alpha val="50000"/>
                  </a:srgbClr>
                </a:solidFill>
              </a:defRPr>
            </a:pPr>
            <a:r>
              <a:t>Lorem ipsum</a:t>
            </a:r>
          </a:p>
        </p:txBody>
      </p:sp>
      <p:sp>
        <p:nvSpPr>
          <p:cNvPr id="125" name="7…"/>
          <p:cNvSpPr txBox="1">
            <a:spLocks noGrp="1"/>
          </p:cNvSpPr>
          <p:nvPr>
            <p:ph type="body" sz="quarter" idx="24"/>
          </p:nvPr>
        </p:nvSpPr>
        <p:spPr>
          <a:xfrm>
            <a:off x="20283422" y="1028612"/>
            <a:ext cx="2874503" cy="6324951"/>
          </a:xfrm>
          <a:prstGeom prst="rect">
            <a:avLst/>
          </a:prstGeom>
        </p:spPr>
        <p:txBody>
          <a:bodyPr>
            <a:spAutoFit/>
          </a:bodyPr>
          <a:lstStyle/>
          <a:p>
            <a:pPr algn="r" defTabSz="457200">
              <a:lnSpc>
                <a:spcPct val="110000"/>
              </a:lnSpc>
              <a:defRPr sz="3400" spc="-34">
                <a:solidFill>
                  <a:srgbClr val="FFFFFF"/>
                </a:solidFill>
              </a:defRPr>
            </a:pPr>
            <a:r>
              <a:t> </a:t>
            </a:r>
          </a:p>
          <a:p>
            <a:pPr algn="r" defTabSz="457200">
              <a:lnSpc>
                <a:spcPct val="110000"/>
              </a:lnSpc>
              <a:defRPr sz="3400" spc="-34">
                <a:solidFill>
                  <a:srgbClr val="FFFFFF"/>
                </a:solidFill>
              </a:defRPr>
            </a:pPr>
            <a:endParaRPr/>
          </a:p>
          <a:p>
            <a:pPr algn="r" defTabSz="457200">
              <a:lnSpc>
                <a:spcPct val="110000"/>
              </a:lnSpc>
              <a:defRPr sz="3400" spc="-34">
                <a:solidFill>
                  <a:srgbClr val="FFFFFF"/>
                </a:solidFill>
              </a:defRPr>
            </a:pPr>
            <a:r>
              <a:t>7</a:t>
            </a:r>
          </a:p>
          <a:p>
            <a:pPr algn="r" defTabSz="457200">
              <a:lnSpc>
                <a:spcPct val="110000"/>
              </a:lnSpc>
              <a:defRPr sz="3400" spc="-34">
                <a:solidFill>
                  <a:srgbClr val="FFFFFF"/>
                </a:solidFill>
              </a:defRPr>
            </a:pPr>
            <a:r>
              <a:t>8</a:t>
            </a:r>
          </a:p>
          <a:p>
            <a:pPr algn="r" defTabSz="457200">
              <a:lnSpc>
                <a:spcPct val="110000"/>
              </a:lnSpc>
              <a:defRPr sz="3400" spc="-34">
                <a:solidFill>
                  <a:srgbClr val="FFFFFF"/>
                </a:solidFill>
              </a:defRPr>
            </a:pPr>
            <a:r>
              <a:t>9</a:t>
            </a:r>
          </a:p>
          <a:p>
            <a:pPr algn="r" defTabSz="457200">
              <a:lnSpc>
                <a:spcPct val="110000"/>
              </a:lnSpc>
              <a:defRPr sz="3400" spc="-34">
                <a:solidFill>
                  <a:srgbClr val="FFFFFF"/>
                </a:solidFill>
              </a:defRPr>
            </a:pPr>
            <a:r>
              <a:t>10</a:t>
            </a:r>
          </a:p>
          <a:p>
            <a:pPr algn="r" defTabSz="457200">
              <a:lnSpc>
                <a:spcPct val="110000"/>
              </a:lnSpc>
              <a:defRPr sz="3400" spc="-34">
                <a:solidFill>
                  <a:srgbClr val="FFFFFF"/>
                </a:solidFill>
              </a:defRPr>
            </a:pPr>
            <a:r>
              <a:t>11</a:t>
            </a:r>
          </a:p>
          <a:p>
            <a:pPr algn="r" defTabSz="457200">
              <a:lnSpc>
                <a:spcPct val="110000"/>
              </a:lnSpc>
              <a:defRPr sz="3400" spc="-34">
                <a:solidFill>
                  <a:srgbClr val="FFFFFF"/>
                </a:solidFill>
              </a:defRPr>
            </a:pPr>
            <a:r>
              <a:t>12</a:t>
            </a:r>
          </a:p>
          <a:p>
            <a:pPr algn="r" defTabSz="457200">
              <a:lnSpc>
                <a:spcPct val="110000"/>
              </a:lnSpc>
              <a:defRPr sz="3400" spc="-34">
                <a:solidFill>
                  <a:srgbClr val="FFFFFF"/>
                </a:solidFill>
              </a:defRPr>
            </a:pPr>
            <a:r>
              <a:t>13</a:t>
            </a:r>
          </a:p>
          <a:p>
            <a:pPr algn="r" defTabSz="457200">
              <a:lnSpc>
                <a:spcPct val="110000"/>
              </a:lnSpc>
              <a:defRPr sz="3400" spc="-34">
                <a:solidFill>
                  <a:srgbClr val="FFFFFF"/>
                </a:solidFill>
              </a:defRPr>
            </a:pPr>
            <a:r>
              <a:t>14</a:t>
            </a:r>
          </a:p>
          <a:p>
            <a:pPr algn="r" defTabSz="457200">
              <a:lnSpc>
                <a:spcPct val="110000"/>
              </a:lnSpc>
              <a:defRPr sz="3400" spc="-34">
                <a:solidFill>
                  <a:srgbClr val="FFFFFF"/>
                </a:solidFill>
              </a:defRPr>
            </a:pPr>
            <a:r>
              <a:t>15</a:t>
            </a:r>
          </a:p>
        </p:txBody>
      </p:sp>
      <p:sp>
        <p:nvSpPr>
          <p:cNvPr id="126"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able of contents 2 – Grey">
    <p:bg>
      <p:bgPr>
        <a:solidFill>
          <a:srgbClr val="CCCDD1"/>
        </a:solidFill>
        <a:effectLst/>
      </p:bgPr>
    </p:bg>
    <p:spTree>
      <p:nvGrpSpPr>
        <p:cNvPr id="1" name=""/>
        <p:cNvGrpSpPr/>
        <p:nvPr/>
      </p:nvGrpSpPr>
      <p:grpSpPr>
        <a:xfrm>
          <a:off x="0" y="0"/>
          <a:ext cx="0" cy="0"/>
          <a:chOff x="0" y="0"/>
          <a:chExt cx="0" cy="0"/>
        </a:xfrm>
      </p:grpSpPr>
      <p:sp>
        <p:nvSpPr>
          <p:cNvPr id="149" name="06 Content…"/>
          <p:cNvSpPr txBox="1"/>
          <p:nvPr/>
        </p:nvSpPr>
        <p:spPr>
          <a:xfrm>
            <a:off x="16260861" y="9474025"/>
            <a:ext cx="7296494" cy="378479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100000"/>
              </a:lnSpc>
              <a:defRPr sz="3400" spc="-34">
                <a:solidFill>
                  <a:srgbClr val="FFFFFF">
                    <a:alpha val="50000"/>
                  </a:srgbClr>
                </a:solidFill>
              </a:defRPr>
            </a:pPr>
            <a:r>
              <a:t>06 </a:t>
            </a:r>
            <a:r>
              <a:rPr>
                <a:solidFill>
                  <a:srgbClr val="FFFFFF"/>
                </a:solidFill>
              </a:rPr>
              <a:t>Content</a:t>
            </a:r>
            <a:endParaRPr>
              <a:solidFill>
                <a:srgbClr val="000000"/>
              </a:solidFill>
            </a:endParaRPr>
          </a:p>
          <a:p>
            <a:pPr>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50" name="05 Content…"/>
          <p:cNvSpPr txBox="1"/>
          <p:nvPr/>
        </p:nvSpPr>
        <p:spPr>
          <a:xfrm>
            <a:off x="8674226" y="9474025"/>
            <a:ext cx="7296493" cy="378479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100000"/>
              </a:lnSpc>
              <a:defRPr sz="3400" spc="-34">
                <a:solidFill>
                  <a:srgbClr val="FFFFFF">
                    <a:alpha val="50000"/>
                  </a:srgbClr>
                </a:solidFill>
              </a:defRPr>
            </a:pPr>
            <a:r>
              <a:t>05 </a:t>
            </a:r>
            <a:r>
              <a:rPr>
                <a:solidFill>
                  <a:srgbClr val="FFFFFF"/>
                </a:solidFill>
              </a:rPr>
              <a:t>Content</a:t>
            </a:r>
            <a:endParaRPr>
              <a:solidFill>
                <a:srgbClr val="000000"/>
              </a:solidFill>
            </a:endParaRPr>
          </a:p>
          <a:p>
            <a:pPr>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51" name="04 Content…"/>
          <p:cNvSpPr txBox="1"/>
          <p:nvPr/>
        </p:nvSpPr>
        <p:spPr>
          <a:xfrm>
            <a:off x="16260861" y="4991012"/>
            <a:ext cx="7296494" cy="37847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100000"/>
              </a:lnSpc>
              <a:defRPr sz="3400" spc="-34">
                <a:solidFill>
                  <a:srgbClr val="FFFFFF">
                    <a:alpha val="50000"/>
                  </a:srgbClr>
                </a:solidFill>
              </a:defRPr>
            </a:pPr>
            <a:r>
              <a:t>04 </a:t>
            </a:r>
            <a:r>
              <a:rPr>
                <a:solidFill>
                  <a:srgbClr val="FFFFFF"/>
                </a:solidFill>
              </a:rPr>
              <a:t>Content</a:t>
            </a:r>
            <a:endParaRPr>
              <a:solidFill>
                <a:srgbClr val="000000"/>
              </a:solidFill>
            </a:endParaRPr>
          </a:p>
          <a:p>
            <a:pPr>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52" name="03 Content…"/>
          <p:cNvSpPr txBox="1"/>
          <p:nvPr/>
        </p:nvSpPr>
        <p:spPr>
          <a:xfrm>
            <a:off x="8674226" y="4991012"/>
            <a:ext cx="7296493" cy="37847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100000"/>
              </a:lnSpc>
              <a:defRPr sz="3400" spc="-34">
                <a:solidFill>
                  <a:srgbClr val="FFFFFF">
                    <a:alpha val="50000"/>
                  </a:srgbClr>
                </a:solidFill>
              </a:defRPr>
            </a:pPr>
            <a:r>
              <a:t>03 </a:t>
            </a:r>
            <a:r>
              <a:rPr>
                <a:solidFill>
                  <a:srgbClr val="FFFFFF"/>
                </a:solidFill>
              </a:rPr>
              <a:t>Content</a:t>
            </a:r>
            <a:endParaRPr>
              <a:solidFill>
                <a:srgbClr val="000000"/>
              </a:solidFill>
            </a:endParaRPr>
          </a:p>
          <a:p>
            <a:pPr>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53" name="02 Content…"/>
          <p:cNvSpPr txBox="1"/>
          <p:nvPr/>
        </p:nvSpPr>
        <p:spPr>
          <a:xfrm>
            <a:off x="16260861" y="507999"/>
            <a:ext cx="7296494" cy="37847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100000"/>
              </a:lnSpc>
              <a:defRPr sz="3400" spc="-34">
                <a:solidFill>
                  <a:srgbClr val="FFFFFF">
                    <a:alpha val="50000"/>
                  </a:srgbClr>
                </a:solidFill>
              </a:defRPr>
            </a:pPr>
            <a:r>
              <a:t>02 </a:t>
            </a:r>
            <a:r>
              <a:rPr>
                <a:solidFill>
                  <a:srgbClr val="FFFFFF"/>
                </a:solidFill>
              </a:rPr>
              <a:t>Content</a:t>
            </a:r>
            <a:endParaRPr>
              <a:solidFill>
                <a:srgbClr val="000000"/>
              </a:solidFill>
            </a:endParaRPr>
          </a:p>
          <a:p>
            <a:pPr>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54"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55" name="01 Content…"/>
          <p:cNvSpPr txBox="1">
            <a:spLocks noGrp="1"/>
          </p:cNvSpPr>
          <p:nvPr>
            <p:ph type="body" sz="quarter" idx="22"/>
          </p:nvPr>
        </p:nvSpPr>
        <p:spPr>
          <a:xfrm>
            <a:off x="8674226" y="507999"/>
            <a:ext cx="7296493" cy="3784794"/>
          </a:xfrm>
          <a:prstGeom prst="rect">
            <a:avLst/>
          </a:prstGeom>
        </p:spPr>
        <p:txBody>
          <a:bodyPr>
            <a:spAutoFit/>
          </a:bodyPr>
          <a:lstStyle/>
          <a:p>
            <a:pPr>
              <a:lnSpc>
                <a:spcPct val="100000"/>
              </a:lnSpc>
              <a:defRPr sz="3400" spc="-34">
                <a:solidFill>
                  <a:srgbClr val="FFFFFF">
                    <a:alpha val="50000"/>
                  </a:srgbClr>
                </a:solidFill>
              </a:defRPr>
            </a:pPr>
            <a:r>
              <a:t>01 </a:t>
            </a:r>
            <a:r>
              <a:rPr>
                <a:solidFill>
                  <a:srgbClr val="FFFFFF"/>
                </a:solidFill>
              </a:rPr>
              <a:t>Content</a:t>
            </a:r>
            <a:endParaRPr>
              <a:solidFill>
                <a:srgbClr val="000000"/>
              </a:solidFill>
            </a:endParaRPr>
          </a:p>
          <a:p>
            <a:pPr>
              <a:lnSpc>
                <a:spcPct val="110000"/>
              </a:lnSpc>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56" name="Subtitle…"/>
          <p:cNvSpPr txBox="1">
            <a:spLocks noGrp="1"/>
          </p:cNvSpPr>
          <p:nvPr>
            <p:ph type="body" sz="quarter" idx="23"/>
          </p:nvPr>
        </p:nvSpPr>
        <p:spPr>
          <a:xfrm>
            <a:off x="537007" y="508000"/>
            <a:ext cx="7028544"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Table of contents</a:t>
            </a:r>
          </a:p>
        </p:txBody>
      </p:sp>
      <p:sp>
        <p:nvSpPr>
          <p:cNvPr id="15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able of contents 2 – Dark">
    <p:bg>
      <p:bgPr>
        <a:solidFill>
          <a:srgbClr val="000000"/>
        </a:solidFill>
        <a:effectLst/>
      </p:bgPr>
    </p:bg>
    <p:spTree>
      <p:nvGrpSpPr>
        <p:cNvPr id="1" name=""/>
        <p:cNvGrpSpPr/>
        <p:nvPr/>
      </p:nvGrpSpPr>
      <p:grpSpPr>
        <a:xfrm>
          <a:off x="0" y="0"/>
          <a:ext cx="0" cy="0"/>
          <a:chOff x="0" y="0"/>
          <a:chExt cx="0" cy="0"/>
        </a:xfrm>
      </p:grpSpPr>
      <p:sp>
        <p:nvSpPr>
          <p:cNvPr id="164"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65" name="06 Content…"/>
          <p:cNvSpPr txBox="1">
            <a:spLocks noGrp="1"/>
          </p:cNvSpPr>
          <p:nvPr>
            <p:ph type="body" sz="quarter" idx="22"/>
          </p:nvPr>
        </p:nvSpPr>
        <p:spPr>
          <a:xfrm>
            <a:off x="16260861" y="9474025"/>
            <a:ext cx="7296494" cy="3784793"/>
          </a:xfrm>
          <a:prstGeom prst="rect">
            <a:avLst/>
          </a:prstGeom>
        </p:spPr>
        <p:txBody>
          <a:bodyPr>
            <a:spAutoFit/>
          </a:bodyPr>
          <a:lstStyle/>
          <a:p>
            <a:pPr>
              <a:lnSpc>
                <a:spcPct val="100000"/>
              </a:lnSpc>
              <a:defRPr sz="3400" spc="-34">
                <a:solidFill>
                  <a:srgbClr val="FFFFFF">
                    <a:alpha val="50000"/>
                  </a:srgbClr>
                </a:solidFill>
              </a:defRPr>
            </a:pPr>
            <a:r>
              <a:t>06 </a:t>
            </a:r>
            <a:r>
              <a:rPr>
                <a:solidFill>
                  <a:srgbClr val="FFFFFF"/>
                </a:solidFill>
              </a:rPr>
              <a:t>Content</a:t>
            </a:r>
            <a:endParaRPr>
              <a:solidFill>
                <a:srgbClr val="000000"/>
              </a:solidFill>
            </a:endParaRPr>
          </a:p>
          <a:p>
            <a:pPr>
              <a:lnSpc>
                <a:spcPct val="110000"/>
              </a:lnSpc>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66" name="05 Content…"/>
          <p:cNvSpPr txBox="1">
            <a:spLocks noGrp="1"/>
          </p:cNvSpPr>
          <p:nvPr>
            <p:ph type="body" sz="quarter" idx="23"/>
          </p:nvPr>
        </p:nvSpPr>
        <p:spPr>
          <a:xfrm>
            <a:off x="8674226" y="9474025"/>
            <a:ext cx="7296493" cy="3784793"/>
          </a:xfrm>
          <a:prstGeom prst="rect">
            <a:avLst/>
          </a:prstGeom>
        </p:spPr>
        <p:txBody>
          <a:bodyPr>
            <a:spAutoFit/>
          </a:bodyPr>
          <a:lstStyle/>
          <a:p>
            <a:pPr>
              <a:lnSpc>
                <a:spcPct val="100000"/>
              </a:lnSpc>
              <a:defRPr sz="3400" spc="-34">
                <a:solidFill>
                  <a:srgbClr val="FFFFFF">
                    <a:alpha val="50000"/>
                  </a:srgbClr>
                </a:solidFill>
              </a:defRPr>
            </a:pPr>
            <a:r>
              <a:t>05 </a:t>
            </a:r>
            <a:r>
              <a:rPr>
                <a:solidFill>
                  <a:srgbClr val="FFFFFF"/>
                </a:solidFill>
              </a:rPr>
              <a:t>Content</a:t>
            </a:r>
            <a:endParaRPr>
              <a:solidFill>
                <a:srgbClr val="000000"/>
              </a:solidFill>
            </a:endParaRPr>
          </a:p>
          <a:p>
            <a:pPr>
              <a:lnSpc>
                <a:spcPct val="110000"/>
              </a:lnSpc>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67" name="04 Content…"/>
          <p:cNvSpPr txBox="1">
            <a:spLocks noGrp="1"/>
          </p:cNvSpPr>
          <p:nvPr>
            <p:ph type="body" sz="quarter" idx="24"/>
          </p:nvPr>
        </p:nvSpPr>
        <p:spPr>
          <a:xfrm>
            <a:off x="16260861" y="4991012"/>
            <a:ext cx="7296494" cy="3784794"/>
          </a:xfrm>
          <a:prstGeom prst="rect">
            <a:avLst/>
          </a:prstGeom>
        </p:spPr>
        <p:txBody>
          <a:bodyPr>
            <a:spAutoFit/>
          </a:bodyPr>
          <a:lstStyle/>
          <a:p>
            <a:pPr>
              <a:lnSpc>
                <a:spcPct val="100000"/>
              </a:lnSpc>
              <a:defRPr sz="3400" spc="-34">
                <a:solidFill>
                  <a:srgbClr val="FFFFFF">
                    <a:alpha val="50000"/>
                  </a:srgbClr>
                </a:solidFill>
              </a:defRPr>
            </a:pPr>
            <a:r>
              <a:t>04 </a:t>
            </a:r>
            <a:r>
              <a:rPr>
                <a:solidFill>
                  <a:srgbClr val="FFFFFF"/>
                </a:solidFill>
              </a:rPr>
              <a:t>Content</a:t>
            </a:r>
            <a:endParaRPr>
              <a:solidFill>
                <a:srgbClr val="000000"/>
              </a:solidFill>
            </a:endParaRPr>
          </a:p>
          <a:p>
            <a:pPr>
              <a:lnSpc>
                <a:spcPct val="110000"/>
              </a:lnSpc>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68" name="03 Content…"/>
          <p:cNvSpPr txBox="1">
            <a:spLocks noGrp="1"/>
          </p:cNvSpPr>
          <p:nvPr>
            <p:ph type="body" sz="quarter" idx="25"/>
          </p:nvPr>
        </p:nvSpPr>
        <p:spPr>
          <a:xfrm>
            <a:off x="8674226" y="4991012"/>
            <a:ext cx="7296493" cy="3784794"/>
          </a:xfrm>
          <a:prstGeom prst="rect">
            <a:avLst/>
          </a:prstGeom>
        </p:spPr>
        <p:txBody>
          <a:bodyPr>
            <a:spAutoFit/>
          </a:bodyPr>
          <a:lstStyle/>
          <a:p>
            <a:pPr>
              <a:lnSpc>
                <a:spcPct val="100000"/>
              </a:lnSpc>
              <a:defRPr sz="3400" spc="-34">
                <a:solidFill>
                  <a:srgbClr val="FFFFFF">
                    <a:alpha val="50000"/>
                  </a:srgbClr>
                </a:solidFill>
              </a:defRPr>
            </a:pPr>
            <a:r>
              <a:t>03 </a:t>
            </a:r>
            <a:r>
              <a:rPr>
                <a:solidFill>
                  <a:srgbClr val="FFFFFF"/>
                </a:solidFill>
              </a:rPr>
              <a:t>Content</a:t>
            </a:r>
            <a:endParaRPr>
              <a:solidFill>
                <a:srgbClr val="000000"/>
              </a:solidFill>
            </a:endParaRPr>
          </a:p>
          <a:p>
            <a:pPr>
              <a:lnSpc>
                <a:spcPct val="110000"/>
              </a:lnSpc>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69" name="02 Content…"/>
          <p:cNvSpPr txBox="1">
            <a:spLocks noGrp="1"/>
          </p:cNvSpPr>
          <p:nvPr>
            <p:ph type="body" sz="quarter" idx="26"/>
          </p:nvPr>
        </p:nvSpPr>
        <p:spPr>
          <a:xfrm>
            <a:off x="16260861" y="507999"/>
            <a:ext cx="7296494" cy="3784794"/>
          </a:xfrm>
          <a:prstGeom prst="rect">
            <a:avLst/>
          </a:prstGeom>
        </p:spPr>
        <p:txBody>
          <a:bodyPr>
            <a:spAutoFit/>
          </a:bodyPr>
          <a:lstStyle/>
          <a:p>
            <a:pPr>
              <a:lnSpc>
                <a:spcPct val="100000"/>
              </a:lnSpc>
              <a:defRPr sz="3400" spc="-34">
                <a:solidFill>
                  <a:srgbClr val="FFFFFF">
                    <a:alpha val="50000"/>
                  </a:srgbClr>
                </a:solidFill>
              </a:defRPr>
            </a:pPr>
            <a:r>
              <a:t>02 </a:t>
            </a:r>
            <a:r>
              <a:rPr>
                <a:solidFill>
                  <a:srgbClr val="FFFFFF"/>
                </a:solidFill>
              </a:rPr>
              <a:t>Content</a:t>
            </a:r>
            <a:endParaRPr>
              <a:solidFill>
                <a:srgbClr val="000000"/>
              </a:solidFill>
            </a:endParaRPr>
          </a:p>
          <a:p>
            <a:pPr>
              <a:lnSpc>
                <a:spcPct val="110000"/>
              </a:lnSpc>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70" name="01 Content…"/>
          <p:cNvSpPr txBox="1">
            <a:spLocks noGrp="1"/>
          </p:cNvSpPr>
          <p:nvPr>
            <p:ph type="body" sz="quarter" idx="27"/>
          </p:nvPr>
        </p:nvSpPr>
        <p:spPr>
          <a:xfrm>
            <a:off x="8674226" y="507999"/>
            <a:ext cx="7296493" cy="3784794"/>
          </a:xfrm>
          <a:prstGeom prst="rect">
            <a:avLst/>
          </a:prstGeom>
        </p:spPr>
        <p:txBody>
          <a:bodyPr>
            <a:spAutoFit/>
          </a:bodyPr>
          <a:lstStyle/>
          <a:p>
            <a:pPr>
              <a:lnSpc>
                <a:spcPct val="100000"/>
              </a:lnSpc>
              <a:defRPr sz="3400" spc="-34">
                <a:solidFill>
                  <a:srgbClr val="FFFFFF">
                    <a:alpha val="50000"/>
                  </a:srgbClr>
                </a:solidFill>
              </a:defRPr>
            </a:pPr>
            <a:r>
              <a:t>01 </a:t>
            </a:r>
            <a:r>
              <a:rPr>
                <a:solidFill>
                  <a:srgbClr val="FFFFFF"/>
                </a:solidFill>
              </a:rPr>
              <a:t>Content</a:t>
            </a:r>
            <a:endParaRPr>
              <a:solidFill>
                <a:srgbClr val="000000"/>
              </a:solidFill>
            </a:endParaRPr>
          </a:p>
          <a:p>
            <a:pPr>
              <a:lnSpc>
                <a:spcPct val="110000"/>
              </a:lnSpc>
              <a:defRPr sz="3400" spc="0">
                <a:solidFill>
                  <a:srgbClr val="000000">
                    <a:alpha val="25000"/>
                  </a:srgbClr>
                </a:solidFill>
              </a:defRPr>
            </a:pPr>
            <a:endParaRPr>
              <a:solidFill>
                <a:srgbClr val="000000"/>
              </a:solidFill>
            </a:endParaRPr>
          </a:p>
          <a:p>
            <a:pPr lvl="5" indent="1143000" defTabSz="457200">
              <a:lnSpc>
                <a:spcPct val="100000"/>
              </a:lnSpc>
              <a:defRPr sz="3400" spc="-34">
                <a:solidFill>
                  <a:srgbClr val="FFFFFF"/>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a:p>
            <a:pPr lvl="5" indent="1143000">
              <a:lnSpc>
                <a:spcPct val="100000"/>
              </a:lnSpc>
              <a:defRPr sz="3400" spc="-34">
                <a:solidFill>
                  <a:srgbClr val="FFFFFF">
                    <a:alpha val="50000"/>
                  </a:srgbClr>
                </a:solidFill>
              </a:defRPr>
            </a:pPr>
            <a:r>
              <a:t>Lorem ipsum</a:t>
            </a:r>
          </a:p>
        </p:txBody>
      </p:sp>
      <p:sp>
        <p:nvSpPr>
          <p:cNvPr id="171" name="Subtitle…"/>
          <p:cNvSpPr txBox="1">
            <a:spLocks noGrp="1"/>
          </p:cNvSpPr>
          <p:nvPr>
            <p:ph type="body" sz="quarter" idx="28"/>
          </p:nvPr>
        </p:nvSpPr>
        <p:spPr>
          <a:xfrm>
            <a:off x="537007" y="508000"/>
            <a:ext cx="7028544"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Table of contents</a:t>
            </a:r>
          </a:p>
        </p:txBody>
      </p:sp>
      <p:sp>
        <p:nvSpPr>
          <p:cNvPr id="17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 body – Grey">
    <p:bg>
      <p:bgPr>
        <a:solidFill>
          <a:srgbClr val="CCCDD1"/>
        </a:solidFill>
        <a:effectLst/>
      </p:bgPr>
    </p:bg>
    <p:spTree>
      <p:nvGrpSpPr>
        <p:cNvPr id="1" name=""/>
        <p:cNvGrpSpPr/>
        <p:nvPr/>
      </p:nvGrpSpPr>
      <p:grpSpPr>
        <a:xfrm>
          <a:off x="0" y="0"/>
          <a:ext cx="0" cy="0"/>
          <a:chOff x="0" y="0"/>
          <a:chExt cx="0" cy="0"/>
        </a:xfrm>
      </p:grpSpPr>
      <p:sp>
        <p:nvSpPr>
          <p:cNvPr id="190"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1"/>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191" name="Caption"/>
          <p:cNvSpPr txBox="1">
            <a:spLocks noGrp="1"/>
          </p:cNvSpPr>
          <p:nvPr>
            <p:ph type="body" sz="quarter" idx="22"/>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192" name="Title of section…"/>
          <p:cNvSpPr txBox="1">
            <a:spLocks noGrp="1"/>
          </p:cNvSpPr>
          <p:nvPr>
            <p:ph type="body" sz="quarter" idx="23"/>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193"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9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body – Dark">
    <p:bg>
      <p:bgPr>
        <a:solidFill>
          <a:srgbClr val="000000"/>
        </a:solidFill>
        <a:effectLst/>
      </p:bgPr>
    </p:bg>
    <p:spTree>
      <p:nvGrpSpPr>
        <p:cNvPr id="1" name=""/>
        <p:cNvGrpSpPr/>
        <p:nvPr/>
      </p:nvGrpSpPr>
      <p:grpSpPr>
        <a:xfrm>
          <a:off x="0" y="0"/>
          <a:ext cx="0" cy="0"/>
          <a:chOff x="0" y="0"/>
          <a:chExt cx="0" cy="0"/>
        </a:xfrm>
      </p:grpSpPr>
      <p:sp>
        <p:nvSpPr>
          <p:cNvPr id="201"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02"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2"/>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03" name="Caption"/>
          <p:cNvSpPr txBox="1">
            <a:spLocks noGrp="1"/>
          </p:cNvSpPr>
          <p:nvPr>
            <p:ph type="body" sz="quarter" idx="23"/>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04" name="Title of section…"/>
          <p:cNvSpPr txBox="1">
            <a:spLocks noGrp="1"/>
          </p:cNvSpPr>
          <p:nvPr>
            <p:ph type="body" sz="quarter" idx="24"/>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0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body + 1 img – Grey">
    <p:bg>
      <p:bgPr>
        <a:solidFill>
          <a:srgbClr val="CCCDD1"/>
        </a:solidFill>
        <a:effectLst/>
      </p:bgPr>
    </p:bg>
    <p:spTree>
      <p:nvGrpSpPr>
        <p:cNvPr id="1" name=""/>
        <p:cNvGrpSpPr/>
        <p:nvPr/>
      </p:nvGrpSpPr>
      <p:grpSpPr>
        <a:xfrm>
          <a:off x="0" y="0"/>
          <a:ext cx="0" cy="0"/>
          <a:chOff x="0" y="0"/>
          <a:chExt cx="0" cy="0"/>
        </a:xfrm>
      </p:grpSpPr>
      <p:sp>
        <p:nvSpPr>
          <p:cNvPr id="224" name="Image"/>
          <p:cNvSpPr>
            <a:spLocks noGrp="1"/>
          </p:cNvSpPr>
          <p:nvPr>
            <p:ph type="pic" idx="21"/>
          </p:nvPr>
        </p:nvSpPr>
        <p:spPr>
          <a:xfrm>
            <a:off x="508198" y="-9728002"/>
            <a:ext cx="23367604" cy="23367604"/>
          </a:xfrm>
          <a:prstGeom prst="rect">
            <a:avLst/>
          </a:prstGeom>
        </p:spPr>
        <p:txBody>
          <a:bodyPr lIns="91439" tIns="45719" rIns="91439" bIns="45719">
            <a:noAutofit/>
          </a:bodyPr>
          <a:lstStyle/>
          <a:p>
            <a:endParaRPr/>
          </a:p>
        </p:txBody>
      </p:sp>
      <p:sp>
        <p:nvSpPr>
          <p:cNvPr id="225"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26"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27" name="Caption"/>
          <p:cNvSpPr txBox="1">
            <a:spLocks noGrp="1"/>
          </p:cNvSpPr>
          <p:nvPr>
            <p:ph type="body" sz="quarter" idx="24"/>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28" name="Title of section…"/>
          <p:cNvSpPr txBox="1">
            <a:spLocks noGrp="1"/>
          </p:cNvSpPr>
          <p:nvPr>
            <p:ph type="body" sz="quarter" idx="25"/>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2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body + 1 img – Dark">
    <p:bg>
      <p:bgPr>
        <a:solidFill>
          <a:srgbClr val="000000"/>
        </a:solidFill>
        <a:effectLst/>
      </p:bgPr>
    </p:bg>
    <p:spTree>
      <p:nvGrpSpPr>
        <p:cNvPr id="1" name=""/>
        <p:cNvGrpSpPr/>
        <p:nvPr/>
      </p:nvGrpSpPr>
      <p:grpSpPr>
        <a:xfrm>
          <a:off x="0" y="0"/>
          <a:ext cx="0" cy="0"/>
          <a:chOff x="0" y="0"/>
          <a:chExt cx="0" cy="0"/>
        </a:xfrm>
      </p:grpSpPr>
      <p:sp>
        <p:nvSpPr>
          <p:cNvPr id="236" name="Image"/>
          <p:cNvSpPr>
            <a:spLocks noGrp="1"/>
          </p:cNvSpPr>
          <p:nvPr>
            <p:ph type="pic" idx="21"/>
          </p:nvPr>
        </p:nvSpPr>
        <p:spPr>
          <a:xfrm>
            <a:off x="508198" y="-9728002"/>
            <a:ext cx="23367604" cy="23367604"/>
          </a:xfrm>
          <a:prstGeom prst="rect">
            <a:avLst/>
          </a:prstGeom>
        </p:spPr>
        <p:txBody>
          <a:bodyPr lIns="91439" tIns="45719" rIns="91439" bIns="45719">
            <a:noAutofit/>
          </a:bodyPr>
          <a:lstStyle/>
          <a:p>
            <a:endParaRPr/>
          </a:p>
        </p:txBody>
      </p:sp>
      <p:sp>
        <p:nvSpPr>
          <p:cNvPr id="237"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38"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39" name="Caption"/>
          <p:cNvSpPr txBox="1">
            <a:spLocks noGrp="1"/>
          </p:cNvSpPr>
          <p:nvPr>
            <p:ph type="body" sz="quarter" idx="24"/>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40" name="Title of section…"/>
          <p:cNvSpPr txBox="1">
            <a:spLocks noGrp="1"/>
          </p:cNvSpPr>
          <p:nvPr>
            <p:ph type="body" sz="quarter" idx="25"/>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4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 body + 2 imgs – Grey">
    <p:bg>
      <p:bgPr>
        <a:solidFill>
          <a:srgbClr val="CCCDD1"/>
        </a:solidFill>
        <a:effectLst/>
      </p:bgPr>
    </p:bg>
    <p:spTree>
      <p:nvGrpSpPr>
        <p:cNvPr id="1" name=""/>
        <p:cNvGrpSpPr/>
        <p:nvPr/>
      </p:nvGrpSpPr>
      <p:grpSpPr>
        <a:xfrm>
          <a:off x="0" y="0"/>
          <a:ext cx="0" cy="0"/>
          <a:chOff x="0" y="0"/>
          <a:chExt cx="0" cy="0"/>
        </a:xfrm>
      </p:grpSpPr>
      <p:sp>
        <p:nvSpPr>
          <p:cNvPr id="261" name="Image"/>
          <p:cNvSpPr>
            <a:spLocks noGrp="1"/>
          </p:cNvSpPr>
          <p:nvPr>
            <p:ph type="pic" idx="21"/>
          </p:nvPr>
        </p:nvSpPr>
        <p:spPr>
          <a:xfrm>
            <a:off x="331204" y="2394815"/>
            <a:ext cx="11827064" cy="11827065"/>
          </a:xfrm>
          <a:prstGeom prst="rect">
            <a:avLst/>
          </a:prstGeom>
        </p:spPr>
        <p:txBody>
          <a:bodyPr lIns="91439" tIns="45719" rIns="91439" bIns="45719">
            <a:noAutofit/>
          </a:bodyPr>
          <a:lstStyle/>
          <a:p>
            <a:endParaRPr/>
          </a:p>
        </p:txBody>
      </p:sp>
      <p:sp>
        <p:nvSpPr>
          <p:cNvPr id="262" name="Image"/>
          <p:cNvSpPr>
            <a:spLocks noGrp="1"/>
          </p:cNvSpPr>
          <p:nvPr>
            <p:ph type="pic" idx="22"/>
          </p:nvPr>
        </p:nvSpPr>
        <p:spPr>
          <a:xfrm>
            <a:off x="12225873" y="2394815"/>
            <a:ext cx="11827065" cy="11827065"/>
          </a:xfrm>
          <a:prstGeom prst="rect">
            <a:avLst/>
          </a:prstGeom>
        </p:spPr>
        <p:txBody>
          <a:bodyPr lIns="91439" tIns="45719" rIns="91439" bIns="45719">
            <a:noAutofit/>
          </a:bodyPr>
          <a:lstStyle/>
          <a:p>
            <a:endParaRPr/>
          </a:p>
        </p:txBody>
      </p:sp>
      <p:sp>
        <p:nvSpPr>
          <p:cNvPr id="263"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64"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65" name="Caption"/>
          <p:cNvSpPr txBox="1">
            <a:spLocks noGrp="1"/>
          </p:cNvSpPr>
          <p:nvPr>
            <p:ph type="body" sz="quarter" idx="25"/>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66" name="Title of section…"/>
          <p:cNvSpPr txBox="1">
            <a:spLocks noGrp="1"/>
          </p:cNvSpPr>
          <p:nvPr>
            <p:ph type="body" sz="quarter" idx="26"/>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6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 body + 2 imgs – Dark">
    <p:bg>
      <p:bgPr>
        <a:solidFill>
          <a:srgbClr val="000000"/>
        </a:solidFill>
        <a:effectLst/>
      </p:bgPr>
    </p:bg>
    <p:spTree>
      <p:nvGrpSpPr>
        <p:cNvPr id="1" name=""/>
        <p:cNvGrpSpPr/>
        <p:nvPr/>
      </p:nvGrpSpPr>
      <p:grpSpPr>
        <a:xfrm>
          <a:off x="0" y="0"/>
          <a:ext cx="0" cy="0"/>
          <a:chOff x="0" y="0"/>
          <a:chExt cx="0" cy="0"/>
        </a:xfrm>
      </p:grpSpPr>
      <p:sp>
        <p:nvSpPr>
          <p:cNvPr id="274" name="Image"/>
          <p:cNvSpPr>
            <a:spLocks noGrp="1"/>
          </p:cNvSpPr>
          <p:nvPr>
            <p:ph type="pic" idx="21"/>
          </p:nvPr>
        </p:nvSpPr>
        <p:spPr>
          <a:xfrm>
            <a:off x="331204" y="2394815"/>
            <a:ext cx="11827064" cy="11827065"/>
          </a:xfrm>
          <a:prstGeom prst="rect">
            <a:avLst/>
          </a:prstGeom>
        </p:spPr>
        <p:txBody>
          <a:bodyPr lIns="91439" tIns="45719" rIns="91439" bIns="45719">
            <a:noAutofit/>
          </a:bodyPr>
          <a:lstStyle/>
          <a:p>
            <a:endParaRPr/>
          </a:p>
        </p:txBody>
      </p:sp>
      <p:sp>
        <p:nvSpPr>
          <p:cNvPr id="275" name="Image"/>
          <p:cNvSpPr>
            <a:spLocks noGrp="1"/>
          </p:cNvSpPr>
          <p:nvPr>
            <p:ph type="pic" idx="22"/>
          </p:nvPr>
        </p:nvSpPr>
        <p:spPr>
          <a:xfrm>
            <a:off x="12225873" y="2394815"/>
            <a:ext cx="11827065" cy="11827065"/>
          </a:xfrm>
          <a:prstGeom prst="rect">
            <a:avLst/>
          </a:prstGeom>
        </p:spPr>
        <p:txBody>
          <a:bodyPr lIns="91439" tIns="45719" rIns="91439" bIns="45719">
            <a:noAutofit/>
          </a:bodyPr>
          <a:lstStyle/>
          <a:p>
            <a:endParaRPr/>
          </a:p>
        </p:txBody>
      </p:sp>
      <p:sp>
        <p:nvSpPr>
          <p:cNvPr id="276"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77"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78" name="Caption"/>
          <p:cNvSpPr txBox="1">
            <a:spLocks noGrp="1"/>
          </p:cNvSpPr>
          <p:nvPr>
            <p:ph type="body" sz="quarter" idx="25"/>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79" name="Title of section…"/>
          <p:cNvSpPr txBox="1">
            <a:spLocks noGrp="1"/>
          </p:cNvSpPr>
          <p:nvPr>
            <p:ph type="body" sz="quarter" idx="26"/>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8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 body + 3 imgs – Grey">
    <p:bg>
      <p:bgPr>
        <a:solidFill>
          <a:srgbClr val="CCCDD1"/>
        </a:solidFill>
        <a:effectLst/>
      </p:bgPr>
    </p:bg>
    <p:spTree>
      <p:nvGrpSpPr>
        <p:cNvPr id="1" name=""/>
        <p:cNvGrpSpPr/>
        <p:nvPr/>
      </p:nvGrpSpPr>
      <p:grpSpPr>
        <a:xfrm>
          <a:off x="0" y="0"/>
          <a:ext cx="0" cy="0"/>
          <a:chOff x="0" y="0"/>
          <a:chExt cx="0" cy="0"/>
        </a:xfrm>
      </p:grpSpPr>
      <p:sp>
        <p:nvSpPr>
          <p:cNvPr id="301" name="Image"/>
          <p:cNvSpPr>
            <a:spLocks noGrp="1"/>
          </p:cNvSpPr>
          <p:nvPr>
            <p:ph type="pic" sz="half" idx="21"/>
          </p:nvPr>
        </p:nvSpPr>
        <p:spPr>
          <a:xfrm>
            <a:off x="15072075" y="3326483"/>
            <a:ext cx="9963729" cy="9963729"/>
          </a:xfrm>
          <a:prstGeom prst="rect">
            <a:avLst/>
          </a:prstGeom>
        </p:spPr>
        <p:txBody>
          <a:bodyPr lIns="91439" tIns="45719" rIns="91439" bIns="45719">
            <a:noAutofit/>
          </a:bodyPr>
          <a:lstStyle/>
          <a:p>
            <a:endParaRPr/>
          </a:p>
        </p:txBody>
      </p:sp>
      <p:sp>
        <p:nvSpPr>
          <p:cNvPr id="302" name="Image"/>
          <p:cNvSpPr>
            <a:spLocks noGrp="1"/>
          </p:cNvSpPr>
          <p:nvPr>
            <p:ph type="pic" sz="half" idx="22"/>
          </p:nvPr>
        </p:nvSpPr>
        <p:spPr>
          <a:xfrm>
            <a:off x="-651779" y="3326483"/>
            <a:ext cx="9963730" cy="9963729"/>
          </a:xfrm>
          <a:prstGeom prst="rect">
            <a:avLst/>
          </a:prstGeom>
        </p:spPr>
        <p:txBody>
          <a:bodyPr lIns="91439" tIns="45719" rIns="91439" bIns="45719">
            <a:noAutofit/>
          </a:bodyPr>
          <a:lstStyle/>
          <a:p>
            <a:endParaRPr/>
          </a:p>
        </p:txBody>
      </p:sp>
      <p:sp>
        <p:nvSpPr>
          <p:cNvPr id="303" name="Image"/>
          <p:cNvSpPr>
            <a:spLocks noGrp="1"/>
          </p:cNvSpPr>
          <p:nvPr>
            <p:ph type="pic" sz="half" idx="23"/>
          </p:nvPr>
        </p:nvSpPr>
        <p:spPr>
          <a:xfrm>
            <a:off x="7210149" y="3326483"/>
            <a:ext cx="9963729" cy="9963729"/>
          </a:xfrm>
          <a:prstGeom prst="rect">
            <a:avLst/>
          </a:prstGeom>
        </p:spPr>
        <p:txBody>
          <a:bodyPr lIns="91439" tIns="45719" rIns="91439" bIns="45719">
            <a:noAutofit/>
          </a:bodyPr>
          <a:lstStyle/>
          <a:p>
            <a:endParaRPr/>
          </a:p>
        </p:txBody>
      </p:sp>
      <p:sp>
        <p:nvSpPr>
          <p:cNvPr id="304"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30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306" name="Caption"/>
          <p:cNvSpPr txBox="1">
            <a:spLocks noGrp="1"/>
          </p:cNvSpPr>
          <p:nvPr>
            <p:ph type="body" sz="quarter" idx="26"/>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307" name="Title of section…"/>
          <p:cNvSpPr txBox="1">
            <a:spLocks noGrp="1"/>
          </p:cNvSpPr>
          <p:nvPr>
            <p:ph type="body" sz="quarter" idx="27"/>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30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 body + 3 imgs – Dark">
    <p:bg>
      <p:bgPr>
        <a:solidFill>
          <a:srgbClr val="000000"/>
        </a:solidFill>
        <a:effectLst/>
      </p:bgPr>
    </p:bg>
    <p:spTree>
      <p:nvGrpSpPr>
        <p:cNvPr id="1" name=""/>
        <p:cNvGrpSpPr/>
        <p:nvPr/>
      </p:nvGrpSpPr>
      <p:grpSpPr>
        <a:xfrm>
          <a:off x="0" y="0"/>
          <a:ext cx="0" cy="0"/>
          <a:chOff x="0" y="0"/>
          <a:chExt cx="0" cy="0"/>
        </a:xfrm>
      </p:grpSpPr>
      <p:sp>
        <p:nvSpPr>
          <p:cNvPr id="315" name="Image"/>
          <p:cNvSpPr>
            <a:spLocks noGrp="1"/>
          </p:cNvSpPr>
          <p:nvPr>
            <p:ph type="pic" sz="half" idx="21"/>
          </p:nvPr>
        </p:nvSpPr>
        <p:spPr>
          <a:xfrm>
            <a:off x="15072075" y="3326483"/>
            <a:ext cx="9963729" cy="9963729"/>
          </a:xfrm>
          <a:prstGeom prst="rect">
            <a:avLst/>
          </a:prstGeom>
        </p:spPr>
        <p:txBody>
          <a:bodyPr lIns="91439" tIns="45719" rIns="91439" bIns="45719">
            <a:noAutofit/>
          </a:bodyPr>
          <a:lstStyle/>
          <a:p>
            <a:endParaRPr/>
          </a:p>
        </p:txBody>
      </p:sp>
      <p:sp>
        <p:nvSpPr>
          <p:cNvPr id="316" name="Image"/>
          <p:cNvSpPr>
            <a:spLocks noGrp="1"/>
          </p:cNvSpPr>
          <p:nvPr>
            <p:ph type="pic" sz="half" idx="22"/>
          </p:nvPr>
        </p:nvSpPr>
        <p:spPr>
          <a:xfrm>
            <a:off x="-651779" y="3326483"/>
            <a:ext cx="9963730" cy="9963729"/>
          </a:xfrm>
          <a:prstGeom prst="rect">
            <a:avLst/>
          </a:prstGeom>
        </p:spPr>
        <p:txBody>
          <a:bodyPr lIns="91439" tIns="45719" rIns="91439" bIns="45719">
            <a:noAutofit/>
          </a:bodyPr>
          <a:lstStyle/>
          <a:p>
            <a:endParaRPr/>
          </a:p>
        </p:txBody>
      </p:sp>
      <p:sp>
        <p:nvSpPr>
          <p:cNvPr id="317" name="Image"/>
          <p:cNvSpPr>
            <a:spLocks noGrp="1"/>
          </p:cNvSpPr>
          <p:nvPr>
            <p:ph type="pic" sz="half" idx="23"/>
          </p:nvPr>
        </p:nvSpPr>
        <p:spPr>
          <a:xfrm>
            <a:off x="7210149" y="3326483"/>
            <a:ext cx="9963729" cy="9963729"/>
          </a:xfrm>
          <a:prstGeom prst="rect">
            <a:avLst/>
          </a:prstGeom>
        </p:spPr>
        <p:txBody>
          <a:bodyPr lIns="91439" tIns="45719" rIns="91439" bIns="45719">
            <a:noAutofit/>
          </a:bodyPr>
          <a:lstStyle/>
          <a:p>
            <a:endParaRPr/>
          </a:p>
        </p:txBody>
      </p:sp>
      <p:sp>
        <p:nvSpPr>
          <p:cNvPr id="318"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319"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320" name="Caption"/>
          <p:cNvSpPr txBox="1">
            <a:spLocks noGrp="1"/>
          </p:cNvSpPr>
          <p:nvPr>
            <p:ph type="body" sz="quarter" idx="26"/>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321" name="Title of section…"/>
          <p:cNvSpPr txBox="1">
            <a:spLocks noGrp="1"/>
          </p:cNvSpPr>
          <p:nvPr>
            <p:ph type="body" sz="quarter" idx="27"/>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32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 body + 4 imgs – Grey">
    <p:bg>
      <p:bgPr>
        <a:solidFill>
          <a:srgbClr val="CCCDD1"/>
        </a:solidFill>
        <a:effectLst/>
      </p:bgPr>
    </p:bg>
    <p:spTree>
      <p:nvGrpSpPr>
        <p:cNvPr id="1" name=""/>
        <p:cNvGrpSpPr/>
        <p:nvPr/>
      </p:nvGrpSpPr>
      <p:grpSpPr>
        <a:xfrm>
          <a:off x="0" y="0"/>
          <a:ext cx="0" cy="0"/>
          <a:chOff x="0" y="0"/>
          <a:chExt cx="0" cy="0"/>
        </a:xfrm>
      </p:grpSpPr>
      <p:sp>
        <p:nvSpPr>
          <p:cNvPr id="344" name="Image"/>
          <p:cNvSpPr>
            <a:spLocks noGrp="1"/>
          </p:cNvSpPr>
          <p:nvPr>
            <p:ph type="pic" sz="half" idx="21"/>
          </p:nvPr>
        </p:nvSpPr>
        <p:spPr>
          <a:xfrm>
            <a:off x="15072075" y="3326483"/>
            <a:ext cx="9963729" cy="9963729"/>
          </a:xfrm>
          <a:prstGeom prst="rect">
            <a:avLst/>
          </a:prstGeom>
        </p:spPr>
        <p:txBody>
          <a:bodyPr lIns="91439" tIns="45719" rIns="91439" bIns="45719">
            <a:noAutofit/>
          </a:bodyPr>
          <a:lstStyle/>
          <a:p>
            <a:endParaRPr/>
          </a:p>
        </p:txBody>
      </p:sp>
      <p:sp>
        <p:nvSpPr>
          <p:cNvPr id="345" name="Image"/>
          <p:cNvSpPr>
            <a:spLocks noGrp="1"/>
          </p:cNvSpPr>
          <p:nvPr>
            <p:ph type="pic" sz="half" idx="22"/>
          </p:nvPr>
        </p:nvSpPr>
        <p:spPr>
          <a:xfrm>
            <a:off x="-651779" y="3326483"/>
            <a:ext cx="9963730" cy="9963729"/>
          </a:xfrm>
          <a:prstGeom prst="rect">
            <a:avLst/>
          </a:prstGeom>
        </p:spPr>
        <p:txBody>
          <a:bodyPr lIns="91439" tIns="45719" rIns="91439" bIns="45719">
            <a:noAutofit/>
          </a:bodyPr>
          <a:lstStyle/>
          <a:p>
            <a:endParaRPr/>
          </a:p>
        </p:txBody>
      </p:sp>
      <p:sp>
        <p:nvSpPr>
          <p:cNvPr id="346" name="Image"/>
          <p:cNvSpPr>
            <a:spLocks noGrp="1"/>
          </p:cNvSpPr>
          <p:nvPr>
            <p:ph type="pic" sz="half" idx="23"/>
          </p:nvPr>
        </p:nvSpPr>
        <p:spPr>
          <a:xfrm>
            <a:off x="7210149" y="3326483"/>
            <a:ext cx="9963729" cy="9963729"/>
          </a:xfrm>
          <a:prstGeom prst="rect">
            <a:avLst/>
          </a:prstGeom>
        </p:spPr>
        <p:txBody>
          <a:bodyPr lIns="91439" tIns="45719" rIns="91439" bIns="45719">
            <a:noAutofit/>
          </a:bodyPr>
          <a:lstStyle/>
          <a:p>
            <a:endParaRPr/>
          </a:p>
        </p:txBody>
      </p:sp>
      <p:sp>
        <p:nvSpPr>
          <p:cNvPr id="347" name="Image"/>
          <p:cNvSpPr>
            <a:spLocks noGrp="1"/>
          </p:cNvSpPr>
          <p:nvPr>
            <p:ph type="pic" sz="half" idx="24"/>
          </p:nvPr>
        </p:nvSpPr>
        <p:spPr>
          <a:xfrm>
            <a:off x="-651779" y="8353699"/>
            <a:ext cx="9963730" cy="9963729"/>
          </a:xfrm>
          <a:prstGeom prst="rect">
            <a:avLst/>
          </a:prstGeom>
        </p:spPr>
        <p:txBody>
          <a:bodyPr lIns="91439" tIns="45719" rIns="91439" bIns="45719">
            <a:noAutofit/>
          </a:bodyPr>
          <a:lstStyle/>
          <a:p>
            <a:endParaRPr/>
          </a:p>
        </p:txBody>
      </p:sp>
      <p:sp>
        <p:nvSpPr>
          <p:cNvPr id="348"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349"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350" name="Caption"/>
          <p:cNvSpPr txBox="1">
            <a:spLocks noGrp="1"/>
          </p:cNvSpPr>
          <p:nvPr>
            <p:ph type="body" sz="quarter" idx="27"/>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351" name="Title of section…"/>
          <p:cNvSpPr txBox="1">
            <a:spLocks noGrp="1"/>
          </p:cNvSpPr>
          <p:nvPr>
            <p:ph type="body" sz="quarter" idx="28"/>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35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le + body + 4 imgs – Dark">
    <p:bg>
      <p:bgPr>
        <a:solidFill>
          <a:srgbClr val="000000"/>
        </a:solidFill>
        <a:effectLst/>
      </p:bgPr>
    </p:bg>
    <p:spTree>
      <p:nvGrpSpPr>
        <p:cNvPr id="1" name=""/>
        <p:cNvGrpSpPr/>
        <p:nvPr/>
      </p:nvGrpSpPr>
      <p:grpSpPr>
        <a:xfrm>
          <a:off x="0" y="0"/>
          <a:ext cx="0" cy="0"/>
          <a:chOff x="0" y="0"/>
          <a:chExt cx="0" cy="0"/>
        </a:xfrm>
      </p:grpSpPr>
      <p:sp>
        <p:nvSpPr>
          <p:cNvPr id="359" name="Image"/>
          <p:cNvSpPr>
            <a:spLocks noGrp="1"/>
          </p:cNvSpPr>
          <p:nvPr>
            <p:ph type="pic" sz="half" idx="21"/>
          </p:nvPr>
        </p:nvSpPr>
        <p:spPr>
          <a:xfrm>
            <a:off x="15072075" y="3326483"/>
            <a:ext cx="9963729" cy="9963729"/>
          </a:xfrm>
          <a:prstGeom prst="rect">
            <a:avLst/>
          </a:prstGeom>
        </p:spPr>
        <p:txBody>
          <a:bodyPr lIns="91439" tIns="45719" rIns="91439" bIns="45719">
            <a:noAutofit/>
          </a:bodyPr>
          <a:lstStyle/>
          <a:p>
            <a:endParaRPr/>
          </a:p>
        </p:txBody>
      </p:sp>
      <p:sp>
        <p:nvSpPr>
          <p:cNvPr id="360" name="Image"/>
          <p:cNvSpPr>
            <a:spLocks noGrp="1"/>
          </p:cNvSpPr>
          <p:nvPr>
            <p:ph type="pic" sz="half" idx="22"/>
          </p:nvPr>
        </p:nvSpPr>
        <p:spPr>
          <a:xfrm>
            <a:off x="-651779" y="3326483"/>
            <a:ext cx="9963730" cy="9963729"/>
          </a:xfrm>
          <a:prstGeom prst="rect">
            <a:avLst/>
          </a:prstGeom>
        </p:spPr>
        <p:txBody>
          <a:bodyPr lIns="91439" tIns="45719" rIns="91439" bIns="45719">
            <a:noAutofit/>
          </a:bodyPr>
          <a:lstStyle/>
          <a:p>
            <a:endParaRPr/>
          </a:p>
        </p:txBody>
      </p:sp>
      <p:sp>
        <p:nvSpPr>
          <p:cNvPr id="361" name="Image"/>
          <p:cNvSpPr>
            <a:spLocks noGrp="1"/>
          </p:cNvSpPr>
          <p:nvPr>
            <p:ph type="pic" sz="half" idx="23"/>
          </p:nvPr>
        </p:nvSpPr>
        <p:spPr>
          <a:xfrm>
            <a:off x="7210149" y="3326483"/>
            <a:ext cx="9963729" cy="9963729"/>
          </a:xfrm>
          <a:prstGeom prst="rect">
            <a:avLst/>
          </a:prstGeom>
        </p:spPr>
        <p:txBody>
          <a:bodyPr lIns="91439" tIns="45719" rIns="91439" bIns="45719">
            <a:noAutofit/>
          </a:bodyPr>
          <a:lstStyle/>
          <a:p>
            <a:endParaRPr/>
          </a:p>
        </p:txBody>
      </p:sp>
      <p:sp>
        <p:nvSpPr>
          <p:cNvPr id="362" name="Image"/>
          <p:cNvSpPr>
            <a:spLocks noGrp="1"/>
          </p:cNvSpPr>
          <p:nvPr>
            <p:ph type="pic" sz="half" idx="24"/>
          </p:nvPr>
        </p:nvSpPr>
        <p:spPr>
          <a:xfrm>
            <a:off x="-651779" y="8353699"/>
            <a:ext cx="9963730" cy="9963729"/>
          </a:xfrm>
          <a:prstGeom prst="rect">
            <a:avLst/>
          </a:prstGeom>
        </p:spPr>
        <p:txBody>
          <a:bodyPr lIns="91439" tIns="45719" rIns="91439" bIns="45719">
            <a:noAutofit/>
          </a:bodyPr>
          <a:lstStyle/>
          <a:p>
            <a:endParaRPr/>
          </a:p>
        </p:txBody>
      </p:sp>
      <p:sp>
        <p:nvSpPr>
          <p:cNvPr id="363"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364"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365" name="Caption"/>
          <p:cNvSpPr txBox="1">
            <a:spLocks noGrp="1"/>
          </p:cNvSpPr>
          <p:nvPr>
            <p:ph type="body" sz="quarter" idx="27"/>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366" name="Title of section…"/>
          <p:cNvSpPr txBox="1">
            <a:spLocks noGrp="1"/>
          </p:cNvSpPr>
          <p:nvPr>
            <p:ph type="body" sz="quarter" idx="28"/>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36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itle + body + 5 imgs – Grey">
    <p:bg>
      <p:bgPr>
        <a:solidFill>
          <a:srgbClr val="CCCDD1"/>
        </a:solidFill>
        <a:effectLst/>
      </p:bgPr>
    </p:bg>
    <p:spTree>
      <p:nvGrpSpPr>
        <p:cNvPr id="1" name=""/>
        <p:cNvGrpSpPr/>
        <p:nvPr/>
      </p:nvGrpSpPr>
      <p:grpSpPr>
        <a:xfrm>
          <a:off x="0" y="0"/>
          <a:ext cx="0" cy="0"/>
          <a:chOff x="0" y="0"/>
          <a:chExt cx="0" cy="0"/>
        </a:xfrm>
      </p:grpSpPr>
      <p:sp>
        <p:nvSpPr>
          <p:cNvPr id="390" name="Image"/>
          <p:cNvSpPr>
            <a:spLocks noGrp="1"/>
          </p:cNvSpPr>
          <p:nvPr>
            <p:ph type="pic" sz="half" idx="21"/>
          </p:nvPr>
        </p:nvSpPr>
        <p:spPr>
          <a:xfrm>
            <a:off x="15072075" y="3326483"/>
            <a:ext cx="9963729" cy="9963729"/>
          </a:xfrm>
          <a:prstGeom prst="rect">
            <a:avLst/>
          </a:prstGeom>
        </p:spPr>
        <p:txBody>
          <a:bodyPr lIns="91439" tIns="45719" rIns="91439" bIns="45719">
            <a:noAutofit/>
          </a:bodyPr>
          <a:lstStyle/>
          <a:p>
            <a:endParaRPr/>
          </a:p>
        </p:txBody>
      </p:sp>
      <p:sp>
        <p:nvSpPr>
          <p:cNvPr id="391" name="Image"/>
          <p:cNvSpPr>
            <a:spLocks noGrp="1"/>
          </p:cNvSpPr>
          <p:nvPr>
            <p:ph type="pic" sz="half" idx="22"/>
          </p:nvPr>
        </p:nvSpPr>
        <p:spPr>
          <a:xfrm>
            <a:off x="15072075" y="8353699"/>
            <a:ext cx="9963729" cy="9963729"/>
          </a:xfrm>
          <a:prstGeom prst="rect">
            <a:avLst/>
          </a:prstGeom>
        </p:spPr>
        <p:txBody>
          <a:bodyPr lIns="91439" tIns="45719" rIns="91439" bIns="45719">
            <a:noAutofit/>
          </a:bodyPr>
          <a:lstStyle/>
          <a:p>
            <a:endParaRPr/>
          </a:p>
        </p:txBody>
      </p:sp>
      <p:sp>
        <p:nvSpPr>
          <p:cNvPr id="392" name="Image"/>
          <p:cNvSpPr>
            <a:spLocks noGrp="1"/>
          </p:cNvSpPr>
          <p:nvPr>
            <p:ph type="pic" sz="half" idx="23"/>
          </p:nvPr>
        </p:nvSpPr>
        <p:spPr>
          <a:xfrm>
            <a:off x="-651779" y="3326483"/>
            <a:ext cx="9963730" cy="9963729"/>
          </a:xfrm>
          <a:prstGeom prst="rect">
            <a:avLst/>
          </a:prstGeom>
        </p:spPr>
        <p:txBody>
          <a:bodyPr lIns="91439" tIns="45719" rIns="91439" bIns="45719">
            <a:noAutofit/>
          </a:bodyPr>
          <a:lstStyle/>
          <a:p>
            <a:endParaRPr/>
          </a:p>
        </p:txBody>
      </p:sp>
      <p:sp>
        <p:nvSpPr>
          <p:cNvPr id="393" name="Image"/>
          <p:cNvSpPr>
            <a:spLocks noGrp="1"/>
          </p:cNvSpPr>
          <p:nvPr>
            <p:ph type="pic" sz="half" idx="24"/>
          </p:nvPr>
        </p:nvSpPr>
        <p:spPr>
          <a:xfrm>
            <a:off x="7210149" y="3326483"/>
            <a:ext cx="9963729" cy="9963729"/>
          </a:xfrm>
          <a:prstGeom prst="rect">
            <a:avLst/>
          </a:prstGeom>
        </p:spPr>
        <p:txBody>
          <a:bodyPr lIns="91439" tIns="45719" rIns="91439" bIns="45719">
            <a:noAutofit/>
          </a:bodyPr>
          <a:lstStyle/>
          <a:p>
            <a:endParaRPr/>
          </a:p>
        </p:txBody>
      </p:sp>
      <p:sp>
        <p:nvSpPr>
          <p:cNvPr id="394" name="Image"/>
          <p:cNvSpPr>
            <a:spLocks noGrp="1"/>
          </p:cNvSpPr>
          <p:nvPr>
            <p:ph type="pic" sz="half" idx="25"/>
          </p:nvPr>
        </p:nvSpPr>
        <p:spPr>
          <a:xfrm>
            <a:off x="-651779" y="8353699"/>
            <a:ext cx="9963730" cy="9963729"/>
          </a:xfrm>
          <a:prstGeom prst="rect">
            <a:avLst/>
          </a:prstGeom>
        </p:spPr>
        <p:txBody>
          <a:bodyPr lIns="91439" tIns="45719" rIns="91439" bIns="45719">
            <a:noAutofit/>
          </a:bodyPr>
          <a:lstStyle/>
          <a:p>
            <a:endParaRPr/>
          </a:p>
        </p:txBody>
      </p:sp>
      <p:sp>
        <p:nvSpPr>
          <p:cNvPr id="395"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396"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7"/>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397" name="Caption"/>
          <p:cNvSpPr txBox="1">
            <a:spLocks noGrp="1"/>
          </p:cNvSpPr>
          <p:nvPr>
            <p:ph type="body" sz="quarter" idx="28"/>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398" name="Title of section…"/>
          <p:cNvSpPr txBox="1">
            <a:spLocks noGrp="1"/>
          </p:cNvSpPr>
          <p:nvPr>
            <p:ph type="body" sz="quarter" idx="29"/>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39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Title + body + 5 imgs – Dark">
    <p:bg>
      <p:bgPr>
        <a:solidFill>
          <a:srgbClr val="000000"/>
        </a:solidFill>
        <a:effectLst/>
      </p:bgPr>
    </p:bg>
    <p:spTree>
      <p:nvGrpSpPr>
        <p:cNvPr id="1" name=""/>
        <p:cNvGrpSpPr/>
        <p:nvPr/>
      </p:nvGrpSpPr>
      <p:grpSpPr>
        <a:xfrm>
          <a:off x="0" y="0"/>
          <a:ext cx="0" cy="0"/>
          <a:chOff x="0" y="0"/>
          <a:chExt cx="0" cy="0"/>
        </a:xfrm>
      </p:grpSpPr>
      <p:sp>
        <p:nvSpPr>
          <p:cNvPr id="406" name="Image"/>
          <p:cNvSpPr>
            <a:spLocks noGrp="1"/>
          </p:cNvSpPr>
          <p:nvPr>
            <p:ph type="pic" sz="half" idx="21"/>
          </p:nvPr>
        </p:nvSpPr>
        <p:spPr>
          <a:xfrm>
            <a:off x="15072075" y="3326483"/>
            <a:ext cx="9963729" cy="9963729"/>
          </a:xfrm>
          <a:prstGeom prst="rect">
            <a:avLst/>
          </a:prstGeom>
        </p:spPr>
        <p:txBody>
          <a:bodyPr lIns="91439" tIns="45719" rIns="91439" bIns="45719">
            <a:noAutofit/>
          </a:bodyPr>
          <a:lstStyle/>
          <a:p>
            <a:endParaRPr/>
          </a:p>
        </p:txBody>
      </p:sp>
      <p:sp>
        <p:nvSpPr>
          <p:cNvPr id="407" name="Image"/>
          <p:cNvSpPr>
            <a:spLocks noGrp="1"/>
          </p:cNvSpPr>
          <p:nvPr>
            <p:ph type="pic" sz="half" idx="22"/>
          </p:nvPr>
        </p:nvSpPr>
        <p:spPr>
          <a:xfrm>
            <a:off x="15072075" y="8353699"/>
            <a:ext cx="9963729" cy="9963729"/>
          </a:xfrm>
          <a:prstGeom prst="rect">
            <a:avLst/>
          </a:prstGeom>
        </p:spPr>
        <p:txBody>
          <a:bodyPr lIns="91439" tIns="45719" rIns="91439" bIns="45719">
            <a:noAutofit/>
          </a:bodyPr>
          <a:lstStyle/>
          <a:p>
            <a:endParaRPr/>
          </a:p>
        </p:txBody>
      </p:sp>
      <p:sp>
        <p:nvSpPr>
          <p:cNvPr id="408" name="Image"/>
          <p:cNvSpPr>
            <a:spLocks noGrp="1"/>
          </p:cNvSpPr>
          <p:nvPr>
            <p:ph type="pic" sz="half" idx="23"/>
          </p:nvPr>
        </p:nvSpPr>
        <p:spPr>
          <a:xfrm>
            <a:off x="-651779" y="3326483"/>
            <a:ext cx="9963730" cy="9963729"/>
          </a:xfrm>
          <a:prstGeom prst="rect">
            <a:avLst/>
          </a:prstGeom>
        </p:spPr>
        <p:txBody>
          <a:bodyPr lIns="91439" tIns="45719" rIns="91439" bIns="45719">
            <a:noAutofit/>
          </a:bodyPr>
          <a:lstStyle/>
          <a:p>
            <a:endParaRPr/>
          </a:p>
        </p:txBody>
      </p:sp>
      <p:sp>
        <p:nvSpPr>
          <p:cNvPr id="409" name="Image"/>
          <p:cNvSpPr>
            <a:spLocks noGrp="1"/>
          </p:cNvSpPr>
          <p:nvPr>
            <p:ph type="pic" sz="half" idx="24"/>
          </p:nvPr>
        </p:nvSpPr>
        <p:spPr>
          <a:xfrm>
            <a:off x="7210149" y="3326483"/>
            <a:ext cx="9963729" cy="9963729"/>
          </a:xfrm>
          <a:prstGeom prst="rect">
            <a:avLst/>
          </a:prstGeom>
        </p:spPr>
        <p:txBody>
          <a:bodyPr lIns="91439" tIns="45719" rIns="91439" bIns="45719">
            <a:noAutofit/>
          </a:bodyPr>
          <a:lstStyle/>
          <a:p>
            <a:endParaRPr/>
          </a:p>
        </p:txBody>
      </p:sp>
      <p:sp>
        <p:nvSpPr>
          <p:cNvPr id="410" name="Image"/>
          <p:cNvSpPr>
            <a:spLocks noGrp="1"/>
          </p:cNvSpPr>
          <p:nvPr>
            <p:ph type="pic" sz="half" idx="25"/>
          </p:nvPr>
        </p:nvSpPr>
        <p:spPr>
          <a:xfrm>
            <a:off x="-651779" y="8353699"/>
            <a:ext cx="9963730" cy="9963729"/>
          </a:xfrm>
          <a:prstGeom prst="rect">
            <a:avLst/>
          </a:prstGeom>
        </p:spPr>
        <p:txBody>
          <a:bodyPr lIns="91439" tIns="45719" rIns="91439" bIns="45719">
            <a:noAutofit/>
          </a:bodyPr>
          <a:lstStyle/>
          <a:p>
            <a:endParaRPr/>
          </a:p>
        </p:txBody>
      </p:sp>
      <p:sp>
        <p:nvSpPr>
          <p:cNvPr id="411"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412"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7"/>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413" name="Caption"/>
          <p:cNvSpPr txBox="1">
            <a:spLocks noGrp="1"/>
          </p:cNvSpPr>
          <p:nvPr>
            <p:ph type="body" sz="quarter" idx="28"/>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414" name="Title of section…"/>
          <p:cNvSpPr txBox="1">
            <a:spLocks noGrp="1"/>
          </p:cNvSpPr>
          <p:nvPr>
            <p:ph type="body" sz="quarter" idx="29"/>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41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 body + 6 imgs – Grey">
    <p:bg>
      <p:bgPr>
        <a:solidFill>
          <a:srgbClr val="CCCDD1"/>
        </a:solidFill>
        <a:effectLst/>
      </p:bgPr>
    </p:bg>
    <p:spTree>
      <p:nvGrpSpPr>
        <p:cNvPr id="1" name=""/>
        <p:cNvGrpSpPr/>
        <p:nvPr/>
      </p:nvGrpSpPr>
      <p:grpSpPr>
        <a:xfrm>
          <a:off x="0" y="0"/>
          <a:ext cx="0" cy="0"/>
          <a:chOff x="0" y="0"/>
          <a:chExt cx="0" cy="0"/>
        </a:xfrm>
      </p:grpSpPr>
      <p:sp>
        <p:nvSpPr>
          <p:cNvPr id="439" name="Image"/>
          <p:cNvSpPr>
            <a:spLocks noGrp="1"/>
          </p:cNvSpPr>
          <p:nvPr>
            <p:ph type="pic" sz="half" idx="21"/>
          </p:nvPr>
        </p:nvSpPr>
        <p:spPr>
          <a:xfrm>
            <a:off x="15072075" y="3326483"/>
            <a:ext cx="9963729" cy="9963729"/>
          </a:xfrm>
          <a:prstGeom prst="rect">
            <a:avLst/>
          </a:prstGeom>
        </p:spPr>
        <p:txBody>
          <a:bodyPr lIns="91439" tIns="45719" rIns="91439" bIns="45719">
            <a:noAutofit/>
          </a:bodyPr>
          <a:lstStyle/>
          <a:p>
            <a:endParaRPr/>
          </a:p>
        </p:txBody>
      </p:sp>
      <p:sp>
        <p:nvSpPr>
          <p:cNvPr id="440" name="Image"/>
          <p:cNvSpPr>
            <a:spLocks noGrp="1"/>
          </p:cNvSpPr>
          <p:nvPr>
            <p:ph type="pic" sz="half" idx="22"/>
          </p:nvPr>
        </p:nvSpPr>
        <p:spPr>
          <a:xfrm>
            <a:off x="15072075" y="8353699"/>
            <a:ext cx="9963729" cy="9963729"/>
          </a:xfrm>
          <a:prstGeom prst="rect">
            <a:avLst/>
          </a:prstGeom>
        </p:spPr>
        <p:txBody>
          <a:bodyPr lIns="91439" tIns="45719" rIns="91439" bIns="45719">
            <a:noAutofit/>
          </a:bodyPr>
          <a:lstStyle/>
          <a:p>
            <a:endParaRPr/>
          </a:p>
        </p:txBody>
      </p:sp>
      <p:sp>
        <p:nvSpPr>
          <p:cNvPr id="441" name="Image"/>
          <p:cNvSpPr>
            <a:spLocks noGrp="1"/>
          </p:cNvSpPr>
          <p:nvPr>
            <p:ph type="pic" sz="half" idx="23"/>
          </p:nvPr>
        </p:nvSpPr>
        <p:spPr>
          <a:xfrm>
            <a:off x="-651779" y="3326483"/>
            <a:ext cx="9963730" cy="9963729"/>
          </a:xfrm>
          <a:prstGeom prst="rect">
            <a:avLst/>
          </a:prstGeom>
        </p:spPr>
        <p:txBody>
          <a:bodyPr lIns="91439" tIns="45719" rIns="91439" bIns="45719">
            <a:noAutofit/>
          </a:bodyPr>
          <a:lstStyle/>
          <a:p>
            <a:endParaRPr/>
          </a:p>
        </p:txBody>
      </p:sp>
      <p:sp>
        <p:nvSpPr>
          <p:cNvPr id="442" name="Image"/>
          <p:cNvSpPr>
            <a:spLocks noGrp="1"/>
          </p:cNvSpPr>
          <p:nvPr>
            <p:ph type="pic" sz="half" idx="24"/>
          </p:nvPr>
        </p:nvSpPr>
        <p:spPr>
          <a:xfrm>
            <a:off x="-651779" y="8353699"/>
            <a:ext cx="9963730" cy="9963729"/>
          </a:xfrm>
          <a:prstGeom prst="rect">
            <a:avLst/>
          </a:prstGeom>
        </p:spPr>
        <p:txBody>
          <a:bodyPr lIns="91439" tIns="45719" rIns="91439" bIns="45719">
            <a:noAutofit/>
          </a:bodyPr>
          <a:lstStyle/>
          <a:p>
            <a:endParaRPr/>
          </a:p>
        </p:txBody>
      </p:sp>
      <p:sp>
        <p:nvSpPr>
          <p:cNvPr id="443" name="Image"/>
          <p:cNvSpPr>
            <a:spLocks noGrp="1"/>
          </p:cNvSpPr>
          <p:nvPr>
            <p:ph type="pic" sz="half" idx="25"/>
          </p:nvPr>
        </p:nvSpPr>
        <p:spPr>
          <a:xfrm>
            <a:off x="7210081" y="3326483"/>
            <a:ext cx="9963729" cy="9963729"/>
          </a:xfrm>
          <a:prstGeom prst="rect">
            <a:avLst/>
          </a:prstGeom>
        </p:spPr>
        <p:txBody>
          <a:bodyPr lIns="91439" tIns="45719" rIns="91439" bIns="45719">
            <a:noAutofit/>
          </a:bodyPr>
          <a:lstStyle/>
          <a:p>
            <a:endParaRPr/>
          </a:p>
        </p:txBody>
      </p:sp>
      <p:sp>
        <p:nvSpPr>
          <p:cNvPr id="444" name="Image"/>
          <p:cNvSpPr>
            <a:spLocks noGrp="1"/>
          </p:cNvSpPr>
          <p:nvPr>
            <p:ph type="pic" sz="half" idx="26"/>
          </p:nvPr>
        </p:nvSpPr>
        <p:spPr>
          <a:xfrm>
            <a:off x="7210081" y="8353699"/>
            <a:ext cx="9963729" cy="9963729"/>
          </a:xfrm>
          <a:prstGeom prst="rect">
            <a:avLst/>
          </a:prstGeom>
        </p:spPr>
        <p:txBody>
          <a:bodyPr lIns="91439" tIns="45719" rIns="91439" bIns="45719">
            <a:noAutofit/>
          </a:bodyPr>
          <a:lstStyle/>
          <a:p>
            <a:endParaRPr/>
          </a:p>
        </p:txBody>
      </p:sp>
      <p:sp>
        <p:nvSpPr>
          <p:cNvPr id="445" name="Text"/>
          <p:cNvSpPr txBox="1">
            <a:spLocks noGrp="1"/>
          </p:cNvSpPr>
          <p:nvPr>
            <p:ph type="body" sz="quarter" idx="27"/>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446"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8"/>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447" name="Caption"/>
          <p:cNvSpPr txBox="1">
            <a:spLocks noGrp="1"/>
          </p:cNvSpPr>
          <p:nvPr>
            <p:ph type="body" sz="quarter" idx="29"/>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448" name="Title of section…"/>
          <p:cNvSpPr txBox="1">
            <a:spLocks noGrp="1"/>
          </p:cNvSpPr>
          <p:nvPr>
            <p:ph type="body" sz="quarter" idx="30"/>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44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 body + 6 imgs – Dark">
    <p:bg>
      <p:bgPr>
        <a:solidFill>
          <a:srgbClr val="000000"/>
        </a:solidFill>
        <a:effectLst/>
      </p:bgPr>
    </p:bg>
    <p:spTree>
      <p:nvGrpSpPr>
        <p:cNvPr id="1" name=""/>
        <p:cNvGrpSpPr/>
        <p:nvPr/>
      </p:nvGrpSpPr>
      <p:grpSpPr>
        <a:xfrm>
          <a:off x="0" y="0"/>
          <a:ext cx="0" cy="0"/>
          <a:chOff x="0" y="0"/>
          <a:chExt cx="0" cy="0"/>
        </a:xfrm>
      </p:grpSpPr>
      <p:sp>
        <p:nvSpPr>
          <p:cNvPr id="456" name="Image"/>
          <p:cNvSpPr>
            <a:spLocks noGrp="1"/>
          </p:cNvSpPr>
          <p:nvPr>
            <p:ph type="pic" sz="half" idx="21"/>
          </p:nvPr>
        </p:nvSpPr>
        <p:spPr>
          <a:xfrm>
            <a:off x="15072075" y="3326483"/>
            <a:ext cx="9963729" cy="9963729"/>
          </a:xfrm>
          <a:prstGeom prst="rect">
            <a:avLst/>
          </a:prstGeom>
        </p:spPr>
        <p:txBody>
          <a:bodyPr lIns="91439" tIns="45719" rIns="91439" bIns="45719">
            <a:noAutofit/>
          </a:bodyPr>
          <a:lstStyle/>
          <a:p>
            <a:endParaRPr/>
          </a:p>
        </p:txBody>
      </p:sp>
      <p:sp>
        <p:nvSpPr>
          <p:cNvPr id="457" name="Image"/>
          <p:cNvSpPr>
            <a:spLocks noGrp="1"/>
          </p:cNvSpPr>
          <p:nvPr>
            <p:ph type="pic" sz="half" idx="22"/>
          </p:nvPr>
        </p:nvSpPr>
        <p:spPr>
          <a:xfrm>
            <a:off x="15072075" y="8353699"/>
            <a:ext cx="9963729" cy="9963729"/>
          </a:xfrm>
          <a:prstGeom prst="rect">
            <a:avLst/>
          </a:prstGeom>
        </p:spPr>
        <p:txBody>
          <a:bodyPr lIns="91439" tIns="45719" rIns="91439" bIns="45719">
            <a:noAutofit/>
          </a:bodyPr>
          <a:lstStyle/>
          <a:p>
            <a:endParaRPr/>
          </a:p>
        </p:txBody>
      </p:sp>
      <p:sp>
        <p:nvSpPr>
          <p:cNvPr id="458" name="Image"/>
          <p:cNvSpPr>
            <a:spLocks noGrp="1"/>
          </p:cNvSpPr>
          <p:nvPr>
            <p:ph type="pic" sz="half" idx="23"/>
          </p:nvPr>
        </p:nvSpPr>
        <p:spPr>
          <a:xfrm>
            <a:off x="-651779" y="3326483"/>
            <a:ext cx="9963730" cy="9963729"/>
          </a:xfrm>
          <a:prstGeom prst="rect">
            <a:avLst/>
          </a:prstGeom>
        </p:spPr>
        <p:txBody>
          <a:bodyPr lIns="91439" tIns="45719" rIns="91439" bIns="45719">
            <a:noAutofit/>
          </a:bodyPr>
          <a:lstStyle/>
          <a:p>
            <a:endParaRPr/>
          </a:p>
        </p:txBody>
      </p:sp>
      <p:sp>
        <p:nvSpPr>
          <p:cNvPr id="459" name="Image"/>
          <p:cNvSpPr>
            <a:spLocks noGrp="1"/>
          </p:cNvSpPr>
          <p:nvPr>
            <p:ph type="pic" sz="half" idx="24"/>
          </p:nvPr>
        </p:nvSpPr>
        <p:spPr>
          <a:xfrm>
            <a:off x="-651779" y="8353699"/>
            <a:ext cx="9963730" cy="9963729"/>
          </a:xfrm>
          <a:prstGeom prst="rect">
            <a:avLst/>
          </a:prstGeom>
        </p:spPr>
        <p:txBody>
          <a:bodyPr lIns="91439" tIns="45719" rIns="91439" bIns="45719">
            <a:noAutofit/>
          </a:bodyPr>
          <a:lstStyle/>
          <a:p>
            <a:endParaRPr/>
          </a:p>
        </p:txBody>
      </p:sp>
      <p:sp>
        <p:nvSpPr>
          <p:cNvPr id="460" name="Image"/>
          <p:cNvSpPr>
            <a:spLocks noGrp="1"/>
          </p:cNvSpPr>
          <p:nvPr>
            <p:ph type="pic" sz="half" idx="25"/>
          </p:nvPr>
        </p:nvSpPr>
        <p:spPr>
          <a:xfrm>
            <a:off x="7210081" y="3326483"/>
            <a:ext cx="9963729" cy="9963729"/>
          </a:xfrm>
          <a:prstGeom prst="rect">
            <a:avLst/>
          </a:prstGeom>
        </p:spPr>
        <p:txBody>
          <a:bodyPr lIns="91439" tIns="45719" rIns="91439" bIns="45719">
            <a:noAutofit/>
          </a:bodyPr>
          <a:lstStyle/>
          <a:p>
            <a:endParaRPr/>
          </a:p>
        </p:txBody>
      </p:sp>
      <p:sp>
        <p:nvSpPr>
          <p:cNvPr id="461" name="Image"/>
          <p:cNvSpPr>
            <a:spLocks noGrp="1"/>
          </p:cNvSpPr>
          <p:nvPr>
            <p:ph type="pic" sz="half" idx="26"/>
          </p:nvPr>
        </p:nvSpPr>
        <p:spPr>
          <a:xfrm>
            <a:off x="7210081" y="8353699"/>
            <a:ext cx="9963729" cy="9963729"/>
          </a:xfrm>
          <a:prstGeom prst="rect">
            <a:avLst/>
          </a:prstGeom>
        </p:spPr>
        <p:txBody>
          <a:bodyPr lIns="91439" tIns="45719" rIns="91439" bIns="45719">
            <a:noAutofit/>
          </a:bodyPr>
          <a:lstStyle/>
          <a:p>
            <a:endParaRPr/>
          </a:p>
        </p:txBody>
      </p:sp>
      <p:sp>
        <p:nvSpPr>
          <p:cNvPr id="462" name="Text"/>
          <p:cNvSpPr txBox="1">
            <a:spLocks noGrp="1"/>
          </p:cNvSpPr>
          <p:nvPr>
            <p:ph type="body" sz="quarter" idx="27"/>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463"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8"/>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464" name="Caption"/>
          <p:cNvSpPr txBox="1">
            <a:spLocks noGrp="1"/>
          </p:cNvSpPr>
          <p:nvPr>
            <p:ph type="body" sz="quarter" idx="29"/>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465" name="Title of section…"/>
          <p:cNvSpPr txBox="1">
            <a:spLocks noGrp="1"/>
          </p:cNvSpPr>
          <p:nvPr>
            <p:ph type="body" sz="quarter" idx="30"/>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46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Title + body + 6 imgs (no.) – Grey">
    <p:bg>
      <p:bgPr>
        <a:solidFill>
          <a:srgbClr val="CCCDD1"/>
        </a:solidFill>
        <a:effectLst/>
      </p:bgPr>
    </p:bg>
    <p:spTree>
      <p:nvGrpSpPr>
        <p:cNvPr id="1" name=""/>
        <p:cNvGrpSpPr/>
        <p:nvPr/>
      </p:nvGrpSpPr>
      <p:grpSpPr>
        <a:xfrm>
          <a:off x="0" y="0"/>
          <a:ext cx="0" cy="0"/>
          <a:chOff x="0" y="0"/>
          <a:chExt cx="0" cy="0"/>
        </a:xfrm>
      </p:grpSpPr>
      <p:sp>
        <p:nvSpPr>
          <p:cNvPr id="503" name="Image"/>
          <p:cNvSpPr>
            <a:spLocks noGrp="1"/>
          </p:cNvSpPr>
          <p:nvPr>
            <p:ph type="pic" sz="half" idx="21"/>
          </p:nvPr>
        </p:nvSpPr>
        <p:spPr>
          <a:xfrm>
            <a:off x="7210215" y="3326483"/>
            <a:ext cx="9963729" cy="9963729"/>
          </a:xfrm>
          <a:prstGeom prst="rect">
            <a:avLst/>
          </a:prstGeom>
        </p:spPr>
        <p:txBody>
          <a:bodyPr lIns="91439" tIns="45719" rIns="91439" bIns="45719">
            <a:noAutofit/>
          </a:bodyPr>
          <a:lstStyle/>
          <a:p>
            <a:endParaRPr/>
          </a:p>
        </p:txBody>
      </p:sp>
      <p:sp>
        <p:nvSpPr>
          <p:cNvPr id="504" name="Lorem ipsum dolor sit amet."/>
          <p:cNvSpPr txBox="1">
            <a:spLocks noGrp="1"/>
          </p:cNvSpPr>
          <p:nvPr>
            <p:ph type="body" sz="quarter" idx="22"/>
          </p:nvPr>
        </p:nvSpPr>
        <p:spPr>
          <a:xfrm>
            <a:off x="8568391" y="3531610"/>
            <a:ext cx="4523824" cy="337006"/>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05" name="2"/>
          <p:cNvSpPr>
            <a:spLocks noGrp="1"/>
          </p:cNvSpPr>
          <p:nvPr>
            <p:ph type="body" sz="quarter" idx="23"/>
          </p:nvPr>
        </p:nvSpPr>
        <p:spPr>
          <a:xfrm>
            <a:off x="15501432" y="3556273"/>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2</a:t>
            </a:r>
          </a:p>
        </p:txBody>
      </p:sp>
      <p:sp>
        <p:nvSpPr>
          <p:cNvPr id="506" name="Image"/>
          <p:cNvSpPr>
            <a:spLocks noGrp="1"/>
          </p:cNvSpPr>
          <p:nvPr>
            <p:ph type="pic" sz="half" idx="24"/>
          </p:nvPr>
        </p:nvSpPr>
        <p:spPr>
          <a:xfrm>
            <a:off x="7210215" y="8353699"/>
            <a:ext cx="9963729" cy="9963729"/>
          </a:xfrm>
          <a:prstGeom prst="rect">
            <a:avLst/>
          </a:prstGeom>
        </p:spPr>
        <p:txBody>
          <a:bodyPr lIns="91439" tIns="45719" rIns="91439" bIns="45719">
            <a:noAutofit/>
          </a:bodyPr>
          <a:lstStyle/>
          <a:p>
            <a:endParaRPr/>
          </a:p>
        </p:txBody>
      </p:sp>
      <p:sp>
        <p:nvSpPr>
          <p:cNvPr id="507" name="Lorem ipsum dolor sit amet."/>
          <p:cNvSpPr txBox="1">
            <a:spLocks noGrp="1"/>
          </p:cNvSpPr>
          <p:nvPr>
            <p:ph type="body" sz="quarter" idx="25"/>
          </p:nvPr>
        </p:nvSpPr>
        <p:spPr>
          <a:xfrm>
            <a:off x="8568391" y="8558825"/>
            <a:ext cx="4523824" cy="337007"/>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08" name="5"/>
          <p:cNvSpPr>
            <a:spLocks noGrp="1"/>
          </p:cNvSpPr>
          <p:nvPr>
            <p:ph type="body" sz="quarter" idx="26"/>
          </p:nvPr>
        </p:nvSpPr>
        <p:spPr>
          <a:xfrm>
            <a:off x="15501432" y="8583489"/>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5</a:t>
            </a:r>
          </a:p>
        </p:txBody>
      </p:sp>
      <p:sp>
        <p:nvSpPr>
          <p:cNvPr id="509" name="Image"/>
          <p:cNvSpPr>
            <a:spLocks noGrp="1"/>
          </p:cNvSpPr>
          <p:nvPr>
            <p:ph type="pic" sz="half" idx="27"/>
          </p:nvPr>
        </p:nvSpPr>
        <p:spPr>
          <a:xfrm>
            <a:off x="-651779" y="3326483"/>
            <a:ext cx="9963730" cy="9963729"/>
          </a:xfrm>
          <a:prstGeom prst="rect">
            <a:avLst/>
          </a:prstGeom>
        </p:spPr>
        <p:txBody>
          <a:bodyPr lIns="91439" tIns="45719" rIns="91439" bIns="45719">
            <a:noAutofit/>
          </a:bodyPr>
          <a:lstStyle/>
          <a:p>
            <a:endParaRPr/>
          </a:p>
        </p:txBody>
      </p:sp>
      <p:sp>
        <p:nvSpPr>
          <p:cNvPr id="510" name="Lorem ipsum dolor sit amet."/>
          <p:cNvSpPr txBox="1">
            <a:spLocks noGrp="1"/>
          </p:cNvSpPr>
          <p:nvPr>
            <p:ph type="body" sz="quarter" idx="28"/>
          </p:nvPr>
        </p:nvSpPr>
        <p:spPr>
          <a:xfrm>
            <a:off x="706397" y="3531610"/>
            <a:ext cx="4523824" cy="337006"/>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11" name="1"/>
          <p:cNvSpPr>
            <a:spLocks noGrp="1"/>
          </p:cNvSpPr>
          <p:nvPr>
            <p:ph type="body" sz="quarter" idx="29"/>
          </p:nvPr>
        </p:nvSpPr>
        <p:spPr>
          <a:xfrm>
            <a:off x="7639439" y="3556273"/>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1</a:t>
            </a:r>
          </a:p>
        </p:txBody>
      </p:sp>
      <p:sp>
        <p:nvSpPr>
          <p:cNvPr id="512" name="Image"/>
          <p:cNvSpPr>
            <a:spLocks noGrp="1"/>
          </p:cNvSpPr>
          <p:nvPr>
            <p:ph type="pic" sz="half" idx="30"/>
          </p:nvPr>
        </p:nvSpPr>
        <p:spPr>
          <a:xfrm>
            <a:off x="-651779" y="8353699"/>
            <a:ext cx="9963730" cy="9963729"/>
          </a:xfrm>
          <a:prstGeom prst="rect">
            <a:avLst/>
          </a:prstGeom>
        </p:spPr>
        <p:txBody>
          <a:bodyPr lIns="91439" tIns="45719" rIns="91439" bIns="45719">
            <a:noAutofit/>
          </a:bodyPr>
          <a:lstStyle/>
          <a:p>
            <a:endParaRPr/>
          </a:p>
        </p:txBody>
      </p:sp>
      <p:sp>
        <p:nvSpPr>
          <p:cNvPr id="513" name="Lorem ipsum dolor sit amet."/>
          <p:cNvSpPr txBox="1">
            <a:spLocks noGrp="1"/>
          </p:cNvSpPr>
          <p:nvPr>
            <p:ph type="body" sz="quarter" idx="31"/>
          </p:nvPr>
        </p:nvSpPr>
        <p:spPr>
          <a:xfrm>
            <a:off x="706397" y="8558825"/>
            <a:ext cx="4523824" cy="337007"/>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14" name="4"/>
          <p:cNvSpPr>
            <a:spLocks noGrp="1"/>
          </p:cNvSpPr>
          <p:nvPr>
            <p:ph type="body" sz="quarter" idx="32"/>
          </p:nvPr>
        </p:nvSpPr>
        <p:spPr>
          <a:xfrm>
            <a:off x="7639439" y="8583489"/>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4</a:t>
            </a:r>
          </a:p>
        </p:txBody>
      </p:sp>
      <p:sp>
        <p:nvSpPr>
          <p:cNvPr id="515" name="Image"/>
          <p:cNvSpPr>
            <a:spLocks noGrp="1"/>
          </p:cNvSpPr>
          <p:nvPr>
            <p:ph type="pic" sz="half" idx="33"/>
          </p:nvPr>
        </p:nvSpPr>
        <p:spPr>
          <a:xfrm>
            <a:off x="15072208" y="3326483"/>
            <a:ext cx="9963729" cy="9963729"/>
          </a:xfrm>
          <a:prstGeom prst="rect">
            <a:avLst/>
          </a:prstGeom>
        </p:spPr>
        <p:txBody>
          <a:bodyPr lIns="91439" tIns="45719" rIns="91439" bIns="45719">
            <a:noAutofit/>
          </a:bodyPr>
          <a:lstStyle/>
          <a:p>
            <a:endParaRPr/>
          </a:p>
        </p:txBody>
      </p:sp>
      <p:sp>
        <p:nvSpPr>
          <p:cNvPr id="516" name="Lorem ipsum dolor sit amet."/>
          <p:cNvSpPr txBox="1">
            <a:spLocks noGrp="1"/>
          </p:cNvSpPr>
          <p:nvPr>
            <p:ph type="body" sz="quarter" idx="34"/>
          </p:nvPr>
        </p:nvSpPr>
        <p:spPr>
          <a:xfrm>
            <a:off x="16430384" y="3531610"/>
            <a:ext cx="4523824" cy="337006"/>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17" name="3"/>
          <p:cNvSpPr>
            <a:spLocks noGrp="1"/>
          </p:cNvSpPr>
          <p:nvPr>
            <p:ph type="body" sz="quarter" idx="35"/>
          </p:nvPr>
        </p:nvSpPr>
        <p:spPr>
          <a:xfrm>
            <a:off x="23363425" y="3556273"/>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3</a:t>
            </a:r>
          </a:p>
        </p:txBody>
      </p:sp>
      <p:sp>
        <p:nvSpPr>
          <p:cNvPr id="518" name="Image"/>
          <p:cNvSpPr>
            <a:spLocks noGrp="1"/>
          </p:cNvSpPr>
          <p:nvPr>
            <p:ph type="pic" sz="half" idx="36"/>
          </p:nvPr>
        </p:nvSpPr>
        <p:spPr>
          <a:xfrm>
            <a:off x="15072208" y="8353699"/>
            <a:ext cx="9963729" cy="9963729"/>
          </a:xfrm>
          <a:prstGeom prst="rect">
            <a:avLst/>
          </a:prstGeom>
        </p:spPr>
        <p:txBody>
          <a:bodyPr lIns="91439" tIns="45719" rIns="91439" bIns="45719">
            <a:noAutofit/>
          </a:bodyPr>
          <a:lstStyle/>
          <a:p>
            <a:endParaRPr/>
          </a:p>
        </p:txBody>
      </p:sp>
      <p:sp>
        <p:nvSpPr>
          <p:cNvPr id="519" name="Lorem ipsum dolor sit amet."/>
          <p:cNvSpPr txBox="1">
            <a:spLocks noGrp="1"/>
          </p:cNvSpPr>
          <p:nvPr>
            <p:ph type="body" sz="quarter" idx="37"/>
          </p:nvPr>
        </p:nvSpPr>
        <p:spPr>
          <a:xfrm>
            <a:off x="16430384" y="8558825"/>
            <a:ext cx="4523824" cy="337007"/>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20" name="6"/>
          <p:cNvSpPr>
            <a:spLocks noGrp="1"/>
          </p:cNvSpPr>
          <p:nvPr>
            <p:ph type="body" sz="quarter" idx="38"/>
          </p:nvPr>
        </p:nvSpPr>
        <p:spPr>
          <a:xfrm>
            <a:off x="23363425" y="8583489"/>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6</a:t>
            </a:r>
          </a:p>
        </p:txBody>
      </p:sp>
      <p:sp>
        <p:nvSpPr>
          <p:cNvPr id="521" name="Text"/>
          <p:cNvSpPr txBox="1">
            <a:spLocks noGrp="1"/>
          </p:cNvSpPr>
          <p:nvPr>
            <p:ph type="body" sz="quarter" idx="3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522"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40"/>
          </p:nvPr>
        </p:nvSpPr>
        <p:spPr>
          <a:xfrm>
            <a:off x="9712403" y="564055"/>
            <a:ext cx="6826670" cy="2154299"/>
          </a:xfrm>
          <a:prstGeom prst="rect">
            <a:avLst/>
          </a:prstGeom>
        </p:spPr>
        <p:txBody>
          <a:bodyPr>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p:txBody>
      </p:sp>
      <p:sp>
        <p:nvSpPr>
          <p:cNvPr id="523"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41"/>
          </p:nvPr>
        </p:nvSpPr>
        <p:spPr>
          <a:xfrm>
            <a:off x="17020323" y="564055"/>
            <a:ext cx="6826671" cy="2154299"/>
          </a:xfrm>
          <a:prstGeom prst="rect">
            <a:avLst/>
          </a:prstGeom>
        </p:spPr>
        <p:txBody>
          <a:bodyPr>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p:txBody>
      </p:sp>
      <p:sp>
        <p:nvSpPr>
          <p:cNvPr id="524" name="Caption"/>
          <p:cNvSpPr txBox="1"/>
          <p:nvPr/>
        </p:nvSpPr>
        <p:spPr>
          <a:xfrm>
            <a:off x="537007" y="437468"/>
            <a:ext cx="5196234" cy="41173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60000"/>
              </a:lnSpc>
              <a:defRPr sz="2000" spc="0">
                <a:solidFill>
                  <a:srgbClr val="FFFFFF">
                    <a:alpha val="50000"/>
                  </a:srgbClr>
                </a:solidFill>
              </a:defRPr>
            </a:lvl1pPr>
          </a:lstStyle>
          <a:p>
            <a:r>
              <a:t>Caption</a:t>
            </a:r>
          </a:p>
        </p:txBody>
      </p:sp>
      <p:sp>
        <p:nvSpPr>
          <p:cNvPr id="525" name="Title of section…"/>
          <p:cNvSpPr txBox="1"/>
          <p:nvPr/>
        </p:nvSpPr>
        <p:spPr>
          <a:xfrm>
            <a:off x="537007" y="788897"/>
            <a:ext cx="5470681" cy="18673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90000"/>
              </a:lnSpc>
              <a:defRPr sz="6000" spc="-180">
                <a:solidFill>
                  <a:srgbClr val="FFFFFF"/>
                </a:solidFill>
              </a:defRPr>
            </a:pPr>
            <a:r>
              <a:t>Title of section</a:t>
            </a:r>
          </a:p>
          <a:p>
            <a:pPr>
              <a:lnSpc>
                <a:spcPct val="90000"/>
              </a:lnSpc>
              <a:defRPr sz="6000" spc="-180">
                <a:solidFill>
                  <a:srgbClr val="FFFFFF">
                    <a:alpha val="50000"/>
                  </a:srgbClr>
                </a:solidFill>
              </a:defRPr>
            </a:pPr>
            <a:r>
              <a:t>Subtitle</a:t>
            </a:r>
          </a:p>
        </p:txBody>
      </p:sp>
      <p:sp>
        <p:nvSpPr>
          <p:cNvPr id="52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 body + 6 imgs (no.) – Dark">
    <p:bg>
      <p:bgPr>
        <a:solidFill>
          <a:srgbClr val="000000"/>
        </a:solidFill>
        <a:effectLst/>
      </p:bgPr>
    </p:bg>
    <p:spTree>
      <p:nvGrpSpPr>
        <p:cNvPr id="1" name=""/>
        <p:cNvGrpSpPr/>
        <p:nvPr/>
      </p:nvGrpSpPr>
      <p:grpSpPr>
        <a:xfrm>
          <a:off x="0" y="0"/>
          <a:ext cx="0" cy="0"/>
          <a:chOff x="0" y="0"/>
          <a:chExt cx="0" cy="0"/>
        </a:xfrm>
      </p:grpSpPr>
      <p:sp>
        <p:nvSpPr>
          <p:cNvPr id="533" name="Image"/>
          <p:cNvSpPr>
            <a:spLocks noGrp="1"/>
          </p:cNvSpPr>
          <p:nvPr>
            <p:ph type="pic" sz="half" idx="21"/>
          </p:nvPr>
        </p:nvSpPr>
        <p:spPr>
          <a:xfrm>
            <a:off x="7210215" y="3326483"/>
            <a:ext cx="9963729" cy="9963729"/>
          </a:xfrm>
          <a:prstGeom prst="rect">
            <a:avLst/>
          </a:prstGeom>
        </p:spPr>
        <p:txBody>
          <a:bodyPr lIns="91439" tIns="45719" rIns="91439" bIns="45719">
            <a:noAutofit/>
          </a:bodyPr>
          <a:lstStyle/>
          <a:p>
            <a:endParaRPr/>
          </a:p>
        </p:txBody>
      </p:sp>
      <p:sp>
        <p:nvSpPr>
          <p:cNvPr id="534" name="Lorem ipsum dolor sit amet."/>
          <p:cNvSpPr txBox="1">
            <a:spLocks noGrp="1"/>
          </p:cNvSpPr>
          <p:nvPr>
            <p:ph type="body" sz="quarter" idx="22"/>
          </p:nvPr>
        </p:nvSpPr>
        <p:spPr>
          <a:xfrm>
            <a:off x="8568391" y="3531610"/>
            <a:ext cx="4523824" cy="337006"/>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35" name="2"/>
          <p:cNvSpPr>
            <a:spLocks noGrp="1"/>
          </p:cNvSpPr>
          <p:nvPr>
            <p:ph type="body" sz="quarter" idx="23"/>
          </p:nvPr>
        </p:nvSpPr>
        <p:spPr>
          <a:xfrm>
            <a:off x="15501432" y="3556273"/>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2</a:t>
            </a:r>
          </a:p>
        </p:txBody>
      </p:sp>
      <p:sp>
        <p:nvSpPr>
          <p:cNvPr id="536" name="Image"/>
          <p:cNvSpPr>
            <a:spLocks noGrp="1"/>
          </p:cNvSpPr>
          <p:nvPr>
            <p:ph type="pic" sz="half" idx="24"/>
          </p:nvPr>
        </p:nvSpPr>
        <p:spPr>
          <a:xfrm>
            <a:off x="7210215" y="8353699"/>
            <a:ext cx="9963729" cy="9963729"/>
          </a:xfrm>
          <a:prstGeom prst="rect">
            <a:avLst/>
          </a:prstGeom>
        </p:spPr>
        <p:txBody>
          <a:bodyPr lIns="91439" tIns="45719" rIns="91439" bIns="45719">
            <a:noAutofit/>
          </a:bodyPr>
          <a:lstStyle/>
          <a:p>
            <a:endParaRPr/>
          </a:p>
        </p:txBody>
      </p:sp>
      <p:sp>
        <p:nvSpPr>
          <p:cNvPr id="537" name="Lorem ipsum dolor sit amet."/>
          <p:cNvSpPr txBox="1">
            <a:spLocks noGrp="1"/>
          </p:cNvSpPr>
          <p:nvPr>
            <p:ph type="body" sz="quarter" idx="25"/>
          </p:nvPr>
        </p:nvSpPr>
        <p:spPr>
          <a:xfrm>
            <a:off x="8568391" y="8558825"/>
            <a:ext cx="4523824" cy="337007"/>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38" name="5"/>
          <p:cNvSpPr>
            <a:spLocks noGrp="1"/>
          </p:cNvSpPr>
          <p:nvPr>
            <p:ph type="body" sz="quarter" idx="26"/>
          </p:nvPr>
        </p:nvSpPr>
        <p:spPr>
          <a:xfrm>
            <a:off x="15501432" y="8583489"/>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5</a:t>
            </a:r>
          </a:p>
        </p:txBody>
      </p:sp>
      <p:sp>
        <p:nvSpPr>
          <p:cNvPr id="539" name="Image"/>
          <p:cNvSpPr>
            <a:spLocks noGrp="1"/>
          </p:cNvSpPr>
          <p:nvPr>
            <p:ph type="pic" sz="half" idx="27"/>
          </p:nvPr>
        </p:nvSpPr>
        <p:spPr>
          <a:xfrm>
            <a:off x="-651779" y="3326483"/>
            <a:ext cx="9963730" cy="9963729"/>
          </a:xfrm>
          <a:prstGeom prst="rect">
            <a:avLst/>
          </a:prstGeom>
        </p:spPr>
        <p:txBody>
          <a:bodyPr lIns="91439" tIns="45719" rIns="91439" bIns="45719">
            <a:noAutofit/>
          </a:bodyPr>
          <a:lstStyle/>
          <a:p>
            <a:endParaRPr/>
          </a:p>
        </p:txBody>
      </p:sp>
      <p:sp>
        <p:nvSpPr>
          <p:cNvPr id="540" name="Lorem ipsum dolor sit amet."/>
          <p:cNvSpPr txBox="1">
            <a:spLocks noGrp="1"/>
          </p:cNvSpPr>
          <p:nvPr>
            <p:ph type="body" sz="quarter" idx="28"/>
          </p:nvPr>
        </p:nvSpPr>
        <p:spPr>
          <a:xfrm>
            <a:off x="706397" y="3531610"/>
            <a:ext cx="4523824" cy="337006"/>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41" name="1"/>
          <p:cNvSpPr>
            <a:spLocks noGrp="1"/>
          </p:cNvSpPr>
          <p:nvPr>
            <p:ph type="body" sz="quarter" idx="29"/>
          </p:nvPr>
        </p:nvSpPr>
        <p:spPr>
          <a:xfrm>
            <a:off x="7639439" y="3556273"/>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1</a:t>
            </a:r>
          </a:p>
        </p:txBody>
      </p:sp>
      <p:sp>
        <p:nvSpPr>
          <p:cNvPr id="542" name="Image"/>
          <p:cNvSpPr>
            <a:spLocks noGrp="1"/>
          </p:cNvSpPr>
          <p:nvPr>
            <p:ph type="pic" sz="half" idx="30"/>
          </p:nvPr>
        </p:nvSpPr>
        <p:spPr>
          <a:xfrm>
            <a:off x="-651779" y="8353699"/>
            <a:ext cx="9963730" cy="9963729"/>
          </a:xfrm>
          <a:prstGeom prst="rect">
            <a:avLst/>
          </a:prstGeom>
        </p:spPr>
        <p:txBody>
          <a:bodyPr lIns="91439" tIns="45719" rIns="91439" bIns="45719">
            <a:noAutofit/>
          </a:bodyPr>
          <a:lstStyle/>
          <a:p>
            <a:endParaRPr/>
          </a:p>
        </p:txBody>
      </p:sp>
      <p:sp>
        <p:nvSpPr>
          <p:cNvPr id="543" name="Lorem ipsum dolor sit amet."/>
          <p:cNvSpPr txBox="1">
            <a:spLocks noGrp="1"/>
          </p:cNvSpPr>
          <p:nvPr>
            <p:ph type="body" sz="quarter" idx="31"/>
          </p:nvPr>
        </p:nvSpPr>
        <p:spPr>
          <a:xfrm>
            <a:off x="706397" y="8558825"/>
            <a:ext cx="4523824" cy="337007"/>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44" name="4"/>
          <p:cNvSpPr>
            <a:spLocks noGrp="1"/>
          </p:cNvSpPr>
          <p:nvPr>
            <p:ph type="body" sz="quarter" idx="32"/>
          </p:nvPr>
        </p:nvSpPr>
        <p:spPr>
          <a:xfrm>
            <a:off x="7639439" y="8583489"/>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4</a:t>
            </a:r>
          </a:p>
        </p:txBody>
      </p:sp>
      <p:sp>
        <p:nvSpPr>
          <p:cNvPr id="545" name="Image"/>
          <p:cNvSpPr>
            <a:spLocks noGrp="1"/>
          </p:cNvSpPr>
          <p:nvPr>
            <p:ph type="pic" sz="half" idx="33"/>
          </p:nvPr>
        </p:nvSpPr>
        <p:spPr>
          <a:xfrm>
            <a:off x="15072208" y="3326483"/>
            <a:ext cx="9963729" cy="9963729"/>
          </a:xfrm>
          <a:prstGeom prst="rect">
            <a:avLst/>
          </a:prstGeom>
        </p:spPr>
        <p:txBody>
          <a:bodyPr lIns="91439" tIns="45719" rIns="91439" bIns="45719">
            <a:noAutofit/>
          </a:bodyPr>
          <a:lstStyle/>
          <a:p>
            <a:endParaRPr/>
          </a:p>
        </p:txBody>
      </p:sp>
      <p:sp>
        <p:nvSpPr>
          <p:cNvPr id="546" name="Lorem ipsum dolor sit amet."/>
          <p:cNvSpPr txBox="1">
            <a:spLocks noGrp="1"/>
          </p:cNvSpPr>
          <p:nvPr>
            <p:ph type="body" sz="quarter" idx="34"/>
          </p:nvPr>
        </p:nvSpPr>
        <p:spPr>
          <a:xfrm>
            <a:off x="16430384" y="3531610"/>
            <a:ext cx="4523824" cy="337006"/>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47" name="3"/>
          <p:cNvSpPr>
            <a:spLocks noGrp="1"/>
          </p:cNvSpPr>
          <p:nvPr>
            <p:ph type="body" sz="quarter" idx="35"/>
          </p:nvPr>
        </p:nvSpPr>
        <p:spPr>
          <a:xfrm>
            <a:off x="23363425" y="3556273"/>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3</a:t>
            </a:r>
          </a:p>
        </p:txBody>
      </p:sp>
      <p:sp>
        <p:nvSpPr>
          <p:cNvPr id="548" name="Image"/>
          <p:cNvSpPr>
            <a:spLocks noGrp="1"/>
          </p:cNvSpPr>
          <p:nvPr>
            <p:ph type="pic" sz="half" idx="36"/>
          </p:nvPr>
        </p:nvSpPr>
        <p:spPr>
          <a:xfrm>
            <a:off x="15072208" y="8353699"/>
            <a:ext cx="9963729" cy="9963729"/>
          </a:xfrm>
          <a:prstGeom prst="rect">
            <a:avLst/>
          </a:prstGeom>
        </p:spPr>
        <p:txBody>
          <a:bodyPr lIns="91439" tIns="45719" rIns="91439" bIns="45719">
            <a:noAutofit/>
          </a:bodyPr>
          <a:lstStyle/>
          <a:p>
            <a:endParaRPr/>
          </a:p>
        </p:txBody>
      </p:sp>
      <p:sp>
        <p:nvSpPr>
          <p:cNvPr id="549" name="Lorem ipsum dolor sit amet."/>
          <p:cNvSpPr txBox="1">
            <a:spLocks noGrp="1"/>
          </p:cNvSpPr>
          <p:nvPr>
            <p:ph type="body" sz="quarter" idx="37"/>
          </p:nvPr>
        </p:nvSpPr>
        <p:spPr>
          <a:xfrm>
            <a:off x="16430384" y="8558825"/>
            <a:ext cx="4523824" cy="337007"/>
          </a:xfrm>
          <a:prstGeom prst="rect">
            <a:avLst/>
          </a:prstGeom>
        </p:spPr>
        <p:txBody>
          <a:bodyPr>
            <a:spAutoFit/>
          </a:bodyPr>
          <a:lstStyle>
            <a:lvl1pPr>
              <a:lnSpc>
                <a:spcPct val="110000"/>
              </a:lnSpc>
              <a:defRPr sz="1600" spc="0">
                <a:solidFill>
                  <a:srgbClr val="FFFFFF"/>
                </a:solidFill>
              </a:defRPr>
            </a:lvl1pPr>
          </a:lstStyle>
          <a:p>
            <a:r>
              <a:t>Lorem ipsum dolor sit amet.</a:t>
            </a:r>
          </a:p>
        </p:txBody>
      </p:sp>
      <p:sp>
        <p:nvSpPr>
          <p:cNvPr id="550" name="6"/>
          <p:cNvSpPr>
            <a:spLocks noGrp="1"/>
          </p:cNvSpPr>
          <p:nvPr>
            <p:ph type="body" sz="quarter" idx="38"/>
          </p:nvPr>
        </p:nvSpPr>
        <p:spPr>
          <a:xfrm>
            <a:off x="23363425" y="8583489"/>
            <a:ext cx="287680" cy="287680"/>
          </a:xfrm>
          <a:prstGeom prst="ellipse">
            <a:avLst/>
          </a:prstGeom>
          <a:solidFill>
            <a:srgbClr val="FFFFFF"/>
          </a:solidFill>
        </p:spPr>
        <p:txBody>
          <a:bodyPr lIns="0" tIns="0" rIns="0" bIns="0" anchor="ctr">
            <a:noAutofit/>
          </a:bodyPr>
          <a:lstStyle>
            <a:lvl1pPr algn="ctr">
              <a:lnSpc>
                <a:spcPct val="100000"/>
              </a:lnSpc>
              <a:defRPr sz="1200" spc="0"/>
            </a:lvl1pPr>
          </a:lstStyle>
          <a:p>
            <a:r>
              <a:t>6</a:t>
            </a:r>
          </a:p>
        </p:txBody>
      </p:sp>
      <p:sp>
        <p:nvSpPr>
          <p:cNvPr id="551" name="Text"/>
          <p:cNvSpPr txBox="1">
            <a:spLocks noGrp="1"/>
          </p:cNvSpPr>
          <p:nvPr>
            <p:ph type="body" sz="quarter" idx="3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552"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40"/>
          </p:nvPr>
        </p:nvSpPr>
        <p:spPr>
          <a:xfrm>
            <a:off x="9712403" y="564055"/>
            <a:ext cx="6826670" cy="2154299"/>
          </a:xfrm>
          <a:prstGeom prst="rect">
            <a:avLst/>
          </a:prstGeom>
        </p:spPr>
        <p:txBody>
          <a:bodyPr>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p:txBody>
      </p:sp>
      <p:sp>
        <p:nvSpPr>
          <p:cNvPr id="553"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41"/>
          </p:nvPr>
        </p:nvSpPr>
        <p:spPr>
          <a:xfrm>
            <a:off x="17020323" y="564055"/>
            <a:ext cx="6826671" cy="2154299"/>
          </a:xfrm>
          <a:prstGeom prst="rect">
            <a:avLst/>
          </a:prstGeom>
        </p:spPr>
        <p:txBody>
          <a:bodyPr>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a:t>
            </a:r>
          </a:p>
        </p:txBody>
      </p:sp>
      <p:sp>
        <p:nvSpPr>
          <p:cNvPr id="554" name="Caption"/>
          <p:cNvSpPr txBox="1">
            <a:spLocks noGrp="1"/>
          </p:cNvSpPr>
          <p:nvPr>
            <p:ph type="body" sz="quarter" idx="42"/>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555" name="Title of section…"/>
          <p:cNvSpPr txBox="1">
            <a:spLocks noGrp="1"/>
          </p:cNvSpPr>
          <p:nvPr>
            <p:ph type="body" sz="quarter" idx="43"/>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55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Title + body + 5 imgs (4+1) – Grey">
    <p:bg>
      <p:bgPr>
        <a:solidFill>
          <a:srgbClr val="CCCDD1"/>
        </a:solidFill>
        <a:effectLst/>
      </p:bgPr>
    </p:bg>
    <p:spTree>
      <p:nvGrpSpPr>
        <p:cNvPr id="1" name=""/>
        <p:cNvGrpSpPr/>
        <p:nvPr/>
      </p:nvGrpSpPr>
      <p:grpSpPr>
        <a:xfrm>
          <a:off x="0" y="0"/>
          <a:ext cx="0" cy="0"/>
          <a:chOff x="0" y="0"/>
          <a:chExt cx="0" cy="0"/>
        </a:xfrm>
      </p:grpSpPr>
      <p:sp>
        <p:nvSpPr>
          <p:cNvPr id="579" name="Image"/>
          <p:cNvSpPr>
            <a:spLocks noGrp="1"/>
          </p:cNvSpPr>
          <p:nvPr>
            <p:ph type="pic" sz="quarter" idx="21"/>
          </p:nvPr>
        </p:nvSpPr>
        <p:spPr>
          <a:xfrm>
            <a:off x="436741" y="7940802"/>
            <a:ext cx="5762097" cy="5762098"/>
          </a:xfrm>
          <a:prstGeom prst="rect">
            <a:avLst/>
          </a:prstGeom>
        </p:spPr>
        <p:txBody>
          <a:bodyPr lIns="91439" tIns="45719" rIns="91439" bIns="45719">
            <a:noAutofit/>
          </a:bodyPr>
          <a:lstStyle/>
          <a:p>
            <a:endParaRPr/>
          </a:p>
        </p:txBody>
      </p:sp>
      <p:sp>
        <p:nvSpPr>
          <p:cNvPr id="580" name="Image"/>
          <p:cNvSpPr>
            <a:spLocks noGrp="1"/>
          </p:cNvSpPr>
          <p:nvPr>
            <p:ph type="pic" idx="22"/>
          </p:nvPr>
        </p:nvSpPr>
        <p:spPr>
          <a:xfrm>
            <a:off x="12225873" y="2394815"/>
            <a:ext cx="11827065" cy="11827065"/>
          </a:xfrm>
          <a:prstGeom prst="rect">
            <a:avLst/>
          </a:prstGeom>
        </p:spPr>
        <p:txBody>
          <a:bodyPr lIns="91439" tIns="45719" rIns="91439" bIns="45719">
            <a:noAutofit/>
          </a:bodyPr>
          <a:lstStyle/>
          <a:p>
            <a:endParaRPr/>
          </a:p>
        </p:txBody>
      </p:sp>
      <p:sp>
        <p:nvSpPr>
          <p:cNvPr id="581" name="Image"/>
          <p:cNvSpPr>
            <a:spLocks noGrp="1"/>
          </p:cNvSpPr>
          <p:nvPr>
            <p:ph type="pic" sz="quarter" idx="23"/>
          </p:nvPr>
        </p:nvSpPr>
        <p:spPr>
          <a:xfrm>
            <a:off x="436751" y="2913847"/>
            <a:ext cx="5761486" cy="5761486"/>
          </a:xfrm>
          <a:prstGeom prst="rect">
            <a:avLst/>
          </a:prstGeom>
        </p:spPr>
        <p:txBody>
          <a:bodyPr lIns="91439" tIns="45719" rIns="91439" bIns="45719">
            <a:noAutofit/>
          </a:bodyPr>
          <a:lstStyle/>
          <a:p>
            <a:endParaRPr/>
          </a:p>
        </p:txBody>
      </p:sp>
      <p:sp>
        <p:nvSpPr>
          <p:cNvPr id="582" name="Image"/>
          <p:cNvSpPr>
            <a:spLocks noGrp="1"/>
          </p:cNvSpPr>
          <p:nvPr>
            <p:ph type="pic" sz="quarter" idx="24"/>
          </p:nvPr>
        </p:nvSpPr>
        <p:spPr>
          <a:xfrm>
            <a:off x="6333474" y="7940802"/>
            <a:ext cx="5762097" cy="5762098"/>
          </a:xfrm>
          <a:prstGeom prst="rect">
            <a:avLst/>
          </a:prstGeom>
        </p:spPr>
        <p:txBody>
          <a:bodyPr lIns="91439" tIns="45719" rIns="91439" bIns="45719">
            <a:noAutofit/>
          </a:bodyPr>
          <a:lstStyle/>
          <a:p>
            <a:endParaRPr/>
          </a:p>
        </p:txBody>
      </p:sp>
      <p:sp>
        <p:nvSpPr>
          <p:cNvPr id="583" name="Image"/>
          <p:cNvSpPr>
            <a:spLocks noGrp="1"/>
          </p:cNvSpPr>
          <p:nvPr>
            <p:ph type="pic" sz="quarter" idx="25"/>
          </p:nvPr>
        </p:nvSpPr>
        <p:spPr>
          <a:xfrm>
            <a:off x="6333485" y="2913847"/>
            <a:ext cx="5761485" cy="5761486"/>
          </a:xfrm>
          <a:prstGeom prst="rect">
            <a:avLst/>
          </a:prstGeom>
        </p:spPr>
        <p:txBody>
          <a:bodyPr lIns="91439" tIns="45719" rIns="91439" bIns="45719">
            <a:noAutofit/>
          </a:bodyPr>
          <a:lstStyle/>
          <a:p>
            <a:endParaRPr/>
          </a:p>
        </p:txBody>
      </p:sp>
      <p:sp>
        <p:nvSpPr>
          <p:cNvPr id="584"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58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7"/>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586" name="Caption"/>
          <p:cNvSpPr txBox="1">
            <a:spLocks noGrp="1"/>
          </p:cNvSpPr>
          <p:nvPr>
            <p:ph type="body" sz="quarter" idx="28"/>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587" name="Title of section…"/>
          <p:cNvSpPr txBox="1">
            <a:spLocks noGrp="1"/>
          </p:cNvSpPr>
          <p:nvPr>
            <p:ph type="body" sz="quarter" idx="29"/>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58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itle + body + 5 imgs (4+1) – Dark">
    <p:bg>
      <p:bgPr>
        <a:solidFill>
          <a:srgbClr val="000000"/>
        </a:solidFill>
        <a:effectLst/>
      </p:bgPr>
    </p:bg>
    <p:spTree>
      <p:nvGrpSpPr>
        <p:cNvPr id="1" name=""/>
        <p:cNvGrpSpPr/>
        <p:nvPr/>
      </p:nvGrpSpPr>
      <p:grpSpPr>
        <a:xfrm>
          <a:off x="0" y="0"/>
          <a:ext cx="0" cy="0"/>
          <a:chOff x="0" y="0"/>
          <a:chExt cx="0" cy="0"/>
        </a:xfrm>
      </p:grpSpPr>
      <p:sp>
        <p:nvSpPr>
          <p:cNvPr id="595" name="Image"/>
          <p:cNvSpPr>
            <a:spLocks noGrp="1"/>
          </p:cNvSpPr>
          <p:nvPr>
            <p:ph type="pic" sz="quarter" idx="21"/>
          </p:nvPr>
        </p:nvSpPr>
        <p:spPr>
          <a:xfrm>
            <a:off x="436741" y="7940802"/>
            <a:ext cx="5762097" cy="5762098"/>
          </a:xfrm>
          <a:prstGeom prst="rect">
            <a:avLst/>
          </a:prstGeom>
        </p:spPr>
        <p:txBody>
          <a:bodyPr lIns="91439" tIns="45719" rIns="91439" bIns="45719">
            <a:noAutofit/>
          </a:bodyPr>
          <a:lstStyle/>
          <a:p>
            <a:endParaRPr/>
          </a:p>
        </p:txBody>
      </p:sp>
      <p:sp>
        <p:nvSpPr>
          <p:cNvPr id="596" name="Image"/>
          <p:cNvSpPr>
            <a:spLocks noGrp="1"/>
          </p:cNvSpPr>
          <p:nvPr>
            <p:ph type="pic" idx="22"/>
          </p:nvPr>
        </p:nvSpPr>
        <p:spPr>
          <a:xfrm>
            <a:off x="12225873" y="2394815"/>
            <a:ext cx="11827065" cy="11827065"/>
          </a:xfrm>
          <a:prstGeom prst="rect">
            <a:avLst/>
          </a:prstGeom>
        </p:spPr>
        <p:txBody>
          <a:bodyPr lIns="91439" tIns="45719" rIns="91439" bIns="45719">
            <a:noAutofit/>
          </a:bodyPr>
          <a:lstStyle/>
          <a:p>
            <a:endParaRPr/>
          </a:p>
        </p:txBody>
      </p:sp>
      <p:sp>
        <p:nvSpPr>
          <p:cNvPr id="597" name="Image"/>
          <p:cNvSpPr>
            <a:spLocks noGrp="1"/>
          </p:cNvSpPr>
          <p:nvPr>
            <p:ph type="pic" sz="quarter" idx="23"/>
          </p:nvPr>
        </p:nvSpPr>
        <p:spPr>
          <a:xfrm>
            <a:off x="436751" y="2913847"/>
            <a:ext cx="5761486" cy="5761486"/>
          </a:xfrm>
          <a:prstGeom prst="rect">
            <a:avLst/>
          </a:prstGeom>
        </p:spPr>
        <p:txBody>
          <a:bodyPr lIns="91439" tIns="45719" rIns="91439" bIns="45719">
            <a:noAutofit/>
          </a:bodyPr>
          <a:lstStyle/>
          <a:p>
            <a:endParaRPr/>
          </a:p>
        </p:txBody>
      </p:sp>
      <p:sp>
        <p:nvSpPr>
          <p:cNvPr id="598" name="Image"/>
          <p:cNvSpPr>
            <a:spLocks noGrp="1"/>
          </p:cNvSpPr>
          <p:nvPr>
            <p:ph type="pic" sz="quarter" idx="24"/>
          </p:nvPr>
        </p:nvSpPr>
        <p:spPr>
          <a:xfrm>
            <a:off x="6333474" y="7940802"/>
            <a:ext cx="5762097" cy="5762098"/>
          </a:xfrm>
          <a:prstGeom prst="rect">
            <a:avLst/>
          </a:prstGeom>
        </p:spPr>
        <p:txBody>
          <a:bodyPr lIns="91439" tIns="45719" rIns="91439" bIns="45719">
            <a:noAutofit/>
          </a:bodyPr>
          <a:lstStyle/>
          <a:p>
            <a:endParaRPr/>
          </a:p>
        </p:txBody>
      </p:sp>
      <p:sp>
        <p:nvSpPr>
          <p:cNvPr id="599" name="Image"/>
          <p:cNvSpPr>
            <a:spLocks noGrp="1"/>
          </p:cNvSpPr>
          <p:nvPr>
            <p:ph type="pic" sz="quarter" idx="25"/>
          </p:nvPr>
        </p:nvSpPr>
        <p:spPr>
          <a:xfrm>
            <a:off x="6333485" y="2913847"/>
            <a:ext cx="5761485" cy="5761486"/>
          </a:xfrm>
          <a:prstGeom prst="rect">
            <a:avLst/>
          </a:prstGeom>
        </p:spPr>
        <p:txBody>
          <a:bodyPr lIns="91439" tIns="45719" rIns="91439" bIns="45719">
            <a:noAutofit/>
          </a:bodyPr>
          <a:lstStyle/>
          <a:p>
            <a:endParaRPr/>
          </a:p>
        </p:txBody>
      </p:sp>
      <p:sp>
        <p:nvSpPr>
          <p:cNvPr id="600"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601"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7"/>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602" name="Caption"/>
          <p:cNvSpPr txBox="1">
            <a:spLocks noGrp="1"/>
          </p:cNvSpPr>
          <p:nvPr>
            <p:ph type="body" sz="quarter" idx="28"/>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603" name="Title of section…"/>
          <p:cNvSpPr txBox="1">
            <a:spLocks noGrp="1"/>
          </p:cNvSpPr>
          <p:nvPr>
            <p:ph type="body" sz="quarter" idx="29"/>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60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itle + body + 8 imgs – Grey">
    <p:bg>
      <p:bgPr>
        <a:solidFill>
          <a:srgbClr val="CCCDD1"/>
        </a:solidFill>
        <a:effectLst/>
      </p:bgPr>
    </p:bg>
    <p:spTree>
      <p:nvGrpSpPr>
        <p:cNvPr id="1" name=""/>
        <p:cNvGrpSpPr/>
        <p:nvPr/>
      </p:nvGrpSpPr>
      <p:grpSpPr>
        <a:xfrm>
          <a:off x="0" y="0"/>
          <a:ext cx="0" cy="0"/>
          <a:chOff x="0" y="0"/>
          <a:chExt cx="0" cy="0"/>
        </a:xfrm>
      </p:grpSpPr>
      <p:sp>
        <p:nvSpPr>
          <p:cNvPr id="630" name="Image"/>
          <p:cNvSpPr>
            <a:spLocks noGrp="1"/>
          </p:cNvSpPr>
          <p:nvPr>
            <p:ph type="pic" sz="quarter" idx="21"/>
          </p:nvPr>
        </p:nvSpPr>
        <p:spPr>
          <a:xfrm>
            <a:off x="12235384" y="7940802"/>
            <a:ext cx="5762098" cy="5762098"/>
          </a:xfrm>
          <a:prstGeom prst="rect">
            <a:avLst/>
          </a:prstGeom>
        </p:spPr>
        <p:txBody>
          <a:bodyPr lIns="91439" tIns="45719" rIns="91439" bIns="45719">
            <a:noAutofit/>
          </a:bodyPr>
          <a:lstStyle/>
          <a:p>
            <a:endParaRPr/>
          </a:p>
        </p:txBody>
      </p:sp>
      <p:sp>
        <p:nvSpPr>
          <p:cNvPr id="631" name="Image"/>
          <p:cNvSpPr>
            <a:spLocks noGrp="1"/>
          </p:cNvSpPr>
          <p:nvPr>
            <p:ph type="pic" sz="quarter" idx="22"/>
          </p:nvPr>
        </p:nvSpPr>
        <p:spPr>
          <a:xfrm>
            <a:off x="12235395" y="2913847"/>
            <a:ext cx="5761486" cy="5761486"/>
          </a:xfrm>
          <a:prstGeom prst="rect">
            <a:avLst/>
          </a:prstGeom>
        </p:spPr>
        <p:txBody>
          <a:bodyPr lIns="91439" tIns="45719" rIns="91439" bIns="45719">
            <a:noAutofit/>
          </a:bodyPr>
          <a:lstStyle/>
          <a:p>
            <a:endParaRPr/>
          </a:p>
        </p:txBody>
      </p:sp>
      <p:sp>
        <p:nvSpPr>
          <p:cNvPr id="632" name="Image"/>
          <p:cNvSpPr>
            <a:spLocks noGrp="1"/>
          </p:cNvSpPr>
          <p:nvPr>
            <p:ph type="pic" sz="quarter" idx="23"/>
          </p:nvPr>
        </p:nvSpPr>
        <p:spPr>
          <a:xfrm>
            <a:off x="18132118" y="7940802"/>
            <a:ext cx="5762097" cy="5762098"/>
          </a:xfrm>
          <a:prstGeom prst="rect">
            <a:avLst/>
          </a:prstGeom>
        </p:spPr>
        <p:txBody>
          <a:bodyPr lIns="91439" tIns="45719" rIns="91439" bIns="45719">
            <a:noAutofit/>
          </a:bodyPr>
          <a:lstStyle/>
          <a:p>
            <a:endParaRPr/>
          </a:p>
        </p:txBody>
      </p:sp>
      <p:sp>
        <p:nvSpPr>
          <p:cNvPr id="633" name="Image"/>
          <p:cNvSpPr>
            <a:spLocks noGrp="1"/>
          </p:cNvSpPr>
          <p:nvPr>
            <p:ph type="pic" sz="quarter" idx="24"/>
          </p:nvPr>
        </p:nvSpPr>
        <p:spPr>
          <a:xfrm>
            <a:off x="18132128" y="2913847"/>
            <a:ext cx="5761486" cy="5761486"/>
          </a:xfrm>
          <a:prstGeom prst="rect">
            <a:avLst/>
          </a:prstGeom>
        </p:spPr>
        <p:txBody>
          <a:bodyPr lIns="91439" tIns="45719" rIns="91439" bIns="45719">
            <a:noAutofit/>
          </a:bodyPr>
          <a:lstStyle/>
          <a:p>
            <a:endParaRPr/>
          </a:p>
        </p:txBody>
      </p:sp>
      <p:sp>
        <p:nvSpPr>
          <p:cNvPr id="634" name="Image"/>
          <p:cNvSpPr>
            <a:spLocks noGrp="1"/>
          </p:cNvSpPr>
          <p:nvPr>
            <p:ph type="pic" sz="quarter" idx="25"/>
          </p:nvPr>
        </p:nvSpPr>
        <p:spPr>
          <a:xfrm>
            <a:off x="436741" y="7940802"/>
            <a:ext cx="5762097" cy="5762098"/>
          </a:xfrm>
          <a:prstGeom prst="rect">
            <a:avLst/>
          </a:prstGeom>
        </p:spPr>
        <p:txBody>
          <a:bodyPr lIns="91439" tIns="45719" rIns="91439" bIns="45719">
            <a:noAutofit/>
          </a:bodyPr>
          <a:lstStyle/>
          <a:p>
            <a:endParaRPr/>
          </a:p>
        </p:txBody>
      </p:sp>
      <p:sp>
        <p:nvSpPr>
          <p:cNvPr id="635" name="Image"/>
          <p:cNvSpPr>
            <a:spLocks noGrp="1"/>
          </p:cNvSpPr>
          <p:nvPr>
            <p:ph type="pic" sz="quarter" idx="26"/>
          </p:nvPr>
        </p:nvSpPr>
        <p:spPr>
          <a:xfrm>
            <a:off x="436751" y="2913847"/>
            <a:ext cx="5761486" cy="5761486"/>
          </a:xfrm>
          <a:prstGeom prst="rect">
            <a:avLst/>
          </a:prstGeom>
        </p:spPr>
        <p:txBody>
          <a:bodyPr lIns="91439" tIns="45719" rIns="91439" bIns="45719">
            <a:noAutofit/>
          </a:bodyPr>
          <a:lstStyle/>
          <a:p>
            <a:endParaRPr/>
          </a:p>
        </p:txBody>
      </p:sp>
      <p:sp>
        <p:nvSpPr>
          <p:cNvPr id="636" name="Image"/>
          <p:cNvSpPr>
            <a:spLocks noGrp="1"/>
          </p:cNvSpPr>
          <p:nvPr>
            <p:ph type="pic" sz="quarter" idx="27"/>
          </p:nvPr>
        </p:nvSpPr>
        <p:spPr>
          <a:xfrm>
            <a:off x="6333474" y="7940802"/>
            <a:ext cx="5762097" cy="5762098"/>
          </a:xfrm>
          <a:prstGeom prst="rect">
            <a:avLst/>
          </a:prstGeom>
        </p:spPr>
        <p:txBody>
          <a:bodyPr lIns="91439" tIns="45719" rIns="91439" bIns="45719">
            <a:noAutofit/>
          </a:bodyPr>
          <a:lstStyle/>
          <a:p>
            <a:endParaRPr/>
          </a:p>
        </p:txBody>
      </p:sp>
      <p:sp>
        <p:nvSpPr>
          <p:cNvPr id="637" name="Image"/>
          <p:cNvSpPr>
            <a:spLocks noGrp="1"/>
          </p:cNvSpPr>
          <p:nvPr>
            <p:ph type="pic" sz="quarter" idx="28"/>
          </p:nvPr>
        </p:nvSpPr>
        <p:spPr>
          <a:xfrm>
            <a:off x="6333485" y="2913847"/>
            <a:ext cx="5761485" cy="5761486"/>
          </a:xfrm>
          <a:prstGeom prst="rect">
            <a:avLst/>
          </a:prstGeom>
        </p:spPr>
        <p:txBody>
          <a:bodyPr lIns="91439" tIns="45719" rIns="91439" bIns="45719">
            <a:noAutofit/>
          </a:bodyPr>
          <a:lstStyle/>
          <a:p>
            <a:endParaRPr/>
          </a:p>
        </p:txBody>
      </p:sp>
      <p:sp>
        <p:nvSpPr>
          <p:cNvPr id="638" name="Text"/>
          <p:cNvSpPr txBox="1">
            <a:spLocks noGrp="1"/>
          </p:cNvSpPr>
          <p:nvPr>
            <p:ph type="body" sz="quarter" idx="2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639"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30"/>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640" name="Caption"/>
          <p:cNvSpPr txBox="1">
            <a:spLocks noGrp="1"/>
          </p:cNvSpPr>
          <p:nvPr>
            <p:ph type="body" sz="quarter" idx="31"/>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641" name="Title of section…"/>
          <p:cNvSpPr txBox="1">
            <a:spLocks noGrp="1"/>
          </p:cNvSpPr>
          <p:nvPr>
            <p:ph type="body" sz="quarter" idx="32"/>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64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Title + body + 8 imgs – Dark">
    <p:bg>
      <p:bgPr>
        <a:solidFill>
          <a:srgbClr val="000000"/>
        </a:solidFill>
        <a:effectLst/>
      </p:bgPr>
    </p:bg>
    <p:spTree>
      <p:nvGrpSpPr>
        <p:cNvPr id="1" name=""/>
        <p:cNvGrpSpPr/>
        <p:nvPr/>
      </p:nvGrpSpPr>
      <p:grpSpPr>
        <a:xfrm>
          <a:off x="0" y="0"/>
          <a:ext cx="0" cy="0"/>
          <a:chOff x="0" y="0"/>
          <a:chExt cx="0" cy="0"/>
        </a:xfrm>
      </p:grpSpPr>
      <p:sp>
        <p:nvSpPr>
          <p:cNvPr id="649" name="Image"/>
          <p:cNvSpPr>
            <a:spLocks noGrp="1"/>
          </p:cNvSpPr>
          <p:nvPr>
            <p:ph type="pic" sz="quarter" idx="21"/>
          </p:nvPr>
        </p:nvSpPr>
        <p:spPr>
          <a:xfrm>
            <a:off x="12235384" y="7940802"/>
            <a:ext cx="5762098" cy="5762098"/>
          </a:xfrm>
          <a:prstGeom prst="rect">
            <a:avLst/>
          </a:prstGeom>
        </p:spPr>
        <p:txBody>
          <a:bodyPr lIns="91439" tIns="45719" rIns="91439" bIns="45719">
            <a:noAutofit/>
          </a:bodyPr>
          <a:lstStyle/>
          <a:p>
            <a:endParaRPr/>
          </a:p>
        </p:txBody>
      </p:sp>
      <p:sp>
        <p:nvSpPr>
          <p:cNvPr id="650" name="Image"/>
          <p:cNvSpPr>
            <a:spLocks noGrp="1"/>
          </p:cNvSpPr>
          <p:nvPr>
            <p:ph type="pic" sz="quarter" idx="22"/>
          </p:nvPr>
        </p:nvSpPr>
        <p:spPr>
          <a:xfrm>
            <a:off x="12235395" y="2913847"/>
            <a:ext cx="5761486" cy="5761486"/>
          </a:xfrm>
          <a:prstGeom prst="rect">
            <a:avLst/>
          </a:prstGeom>
        </p:spPr>
        <p:txBody>
          <a:bodyPr lIns="91439" tIns="45719" rIns="91439" bIns="45719">
            <a:noAutofit/>
          </a:bodyPr>
          <a:lstStyle/>
          <a:p>
            <a:endParaRPr/>
          </a:p>
        </p:txBody>
      </p:sp>
      <p:sp>
        <p:nvSpPr>
          <p:cNvPr id="651" name="Image"/>
          <p:cNvSpPr>
            <a:spLocks noGrp="1"/>
          </p:cNvSpPr>
          <p:nvPr>
            <p:ph type="pic" sz="quarter" idx="23"/>
          </p:nvPr>
        </p:nvSpPr>
        <p:spPr>
          <a:xfrm>
            <a:off x="18132118" y="7940802"/>
            <a:ext cx="5762097" cy="5762098"/>
          </a:xfrm>
          <a:prstGeom prst="rect">
            <a:avLst/>
          </a:prstGeom>
        </p:spPr>
        <p:txBody>
          <a:bodyPr lIns="91439" tIns="45719" rIns="91439" bIns="45719">
            <a:noAutofit/>
          </a:bodyPr>
          <a:lstStyle/>
          <a:p>
            <a:endParaRPr/>
          </a:p>
        </p:txBody>
      </p:sp>
      <p:sp>
        <p:nvSpPr>
          <p:cNvPr id="652" name="Image"/>
          <p:cNvSpPr>
            <a:spLocks noGrp="1"/>
          </p:cNvSpPr>
          <p:nvPr>
            <p:ph type="pic" sz="quarter" idx="24"/>
          </p:nvPr>
        </p:nvSpPr>
        <p:spPr>
          <a:xfrm>
            <a:off x="18132128" y="2913847"/>
            <a:ext cx="5761486" cy="5761486"/>
          </a:xfrm>
          <a:prstGeom prst="rect">
            <a:avLst/>
          </a:prstGeom>
        </p:spPr>
        <p:txBody>
          <a:bodyPr lIns="91439" tIns="45719" rIns="91439" bIns="45719">
            <a:noAutofit/>
          </a:bodyPr>
          <a:lstStyle/>
          <a:p>
            <a:endParaRPr/>
          </a:p>
        </p:txBody>
      </p:sp>
      <p:sp>
        <p:nvSpPr>
          <p:cNvPr id="653" name="Image"/>
          <p:cNvSpPr>
            <a:spLocks noGrp="1"/>
          </p:cNvSpPr>
          <p:nvPr>
            <p:ph type="pic" sz="quarter" idx="25"/>
          </p:nvPr>
        </p:nvSpPr>
        <p:spPr>
          <a:xfrm>
            <a:off x="436741" y="7940802"/>
            <a:ext cx="5762097" cy="5762098"/>
          </a:xfrm>
          <a:prstGeom prst="rect">
            <a:avLst/>
          </a:prstGeom>
        </p:spPr>
        <p:txBody>
          <a:bodyPr lIns="91439" tIns="45719" rIns="91439" bIns="45719">
            <a:noAutofit/>
          </a:bodyPr>
          <a:lstStyle/>
          <a:p>
            <a:endParaRPr/>
          </a:p>
        </p:txBody>
      </p:sp>
      <p:sp>
        <p:nvSpPr>
          <p:cNvPr id="654" name="Image"/>
          <p:cNvSpPr>
            <a:spLocks noGrp="1"/>
          </p:cNvSpPr>
          <p:nvPr>
            <p:ph type="pic" sz="quarter" idx="26"/>
          </p:nvPr>
        </p:nvSpPr>
        <p:spPr>
          <a:xfrm>
            <a:off x="436751" y="2913847"/>
            <a:ext cx="5761486" cy="5761486"/>
          </a:xfrm>
          <a:prstGeom prst="rect">
            <a:avLst/>
          </a:prstGeom>
        </p:spPr>
        <p:txBody>
          <a:bodyPr lIns="91439" tIns="45719" rIns="91439" bIns="45719">
            <a:noAutofit/>
          </a:bodyPr>
          <a:lstStyle/>
          <a:p>
            <a:endParaRPr/>
          </a:p>
        </p:txBody>
      </p:sp>
      <p:sp>
        <p:nvSpPr>
          <p:cNvPr id="655" name="Image"/>
          <p:cNvSpPr>
            <a:spLocks noGrp="1"/>
          </p:cNvSpPr>
          <p:nvPr>
            <p:ph type="pic" sz="quarter" idx="27"/>
          </p:nvPr>
        </p:nvSpPr>
        <p:spPr>
          <a:xfrm>
            <a:off x="6333474" y="7940802"/>
            <a:ext cx="5762097" cy="5762098"/>
          </a:xfrm>
          <a:prstGeom prst="rect">
            <a:avLst/>
          </a:prstGeom>
        </p:spPr>
        <p:txBody>
          <a:bodyPr lIns="91439" tIns="45719" rIns="91439" bIns="45719">
            <a:noAutofit/>
          </a:bodyPr>
          <a:lstStyle/>
          <a:p>
            <a:endParaRPr/>
          </a:p>
        </p:txBody>
      </p:sp>
      <p:sp>
        <p:nvSpPr>
          <p:cNvPr id="656" name="Image"/>
          <p:cNvSpPr>
            <a:spLocks noGrp="1"/>
          </p:cNvSpPr>
          <p:nvPr>
            <p:ph type="pic" sz="quarter" idx="28"/>
          </p:nvPr>
        </p:nvSpPr>
        <p:spPr>
          <a:xfrm>
            <a:off x="6333485" y="2913847"/>
            <a:ext cx="5761485" cy="5761486"/>
          </a:xfrm>
          <a:prstGeom prst="rect">
            <a:avLst/>
          </a:prstGeom>
        </p:spPr>
        <p:txBody>
          <a:bodyPr lIns="91439" tIns="45719" rIns="91439" bIns="45719">
            <a:noAutofit/>
          </a:bodyPr>
          <a:lstStyle/>
          <a:p>
            <a:endParaRPr/>
          </a:p>
        </p:txBody>
      </p:sp>
      <p:sp>
        <p:nvSpPr>
          <p:cNvPr id="657" name="Text"/>
          <p:cNvSpPr txBox="1">
            <a:spLocks noGrp="1"/>
          </p:cNvSpPr>
          <p:nvPr>
            <p:ph type="body" sz="quarter" idx="2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658"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30"/>
          </p:nvPr>
        </p:nvSpPr>
        <p:spPr>
          <a:xfrm>
            <a:off x="9712403" y="500555"/>
            <a:ext cx="14130011" cy="2171876"/>
          </a:xfrm>
          <a:prstGeom prst="rect">
            <a:avLst/>
          </a:prstGeom>
        </p:spPr>
        <p:txBody>
          <a:bodyPr>
            <a:spAutoFit/>
          </a:bodyPr>
          <a:lstStyle>
            <a:lvl1pPr defTabSz="457200">
              <a:lnSpc>
                <a:spcPct val="100000"/>
              </a:lnSpc>
              <a:defRPr sz="3400" spc="-34">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659" name="Caption"/>
          <p:cNvSpPr txBox="1">
            <a:spLocks noGrp="1"/>
          </p:cNvSpPr>
          <p:nvPr>
            <p:ph type="body" sz="quarter" idx="31"/>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660" name="Title of section…"/>
          <p:cNvSpPr txBox="1">
            <a:spLocks noGrp="1"/>
          </p:cNvSpPr>
          <p:nvPr>
            <p:ph type="body" sz="quarter" idx="32"/>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66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3 imgs + body – Grey">
    <p:bg>
      <p:bgPr>
        <a:solidFill>
          <a:srgbClr val="CCCDD1"/>
        </a:solidFill>
        <a:effectLst/>
      </p:bgPr>
    </p:bg>
    <p:spTree>
      <p:nvGrpSpPr>
        <p:cNvPr id="1" name=""/>
        <p:cNvGrpSpPr/>
        <p:nvPr/>
      </p:nvGrpSpPr>
      <p:grpSpPr>
        <a:xfrm>
          <a:off x="0" y="0"/>
          <a:ext cx="0" cy="0"/>
          <a:chOff x="0" y="0"/>
          <a:chExt cx="0" cy="0"/>
        </a:xfrm>
      </p:grpSpPr>
      <p:sp>
        <p:nvSpPr>
          <p:cNvPr id="682"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683" name="Image"/>
          <p:cNvSpPr>
            <a:spLocks noGrp="1"/>
          </p:cNvSpPr>
          <p:nvPr>
            <p:ph type="pic" sz="half" idx="22"/>
          </p:nvPr>
        </p:nvSpPr>
        <p:spPr>
          <a:xfrm>
            <a:off x="15072075" y="420180"/>
            <a:ext cx="9963729" cy="9963729"/>
          </a:xfrm>
          <a:prstGeom prst="rect">
            <a:avLst/>
          </a:prstGeom>
        </p:spPr>
        <p:txBody>
          <a:bodyPr lIns="91439" tIns="45719" rIns="91439" bIns="45719">
            <a:noAutofit/>
          </a:bodyPr>
          <a:lstStyle/>
          <a:p>
            <a:endParaRPr/>
          </a:p>
        </p:txBody>
      </p:sp>
      <p:sp>
        <p:nvSpPr>
          <p:cNvPr id="684" name="Image"/>
          <p:cNvSpPr>
            <a:spLocks noGrp="1"/>
          </p:cNvSpPr>
          <p:nvPr>
            <p:ph type="pic" sz="half" idx="23"/>
          </p:nvPr>
        </p:nvSpPr>
        <p:spPr>
          <a:xfrm>
            <a:off x="7210149" y="420180"/>
            <a:ext cx="9963729" cy="9963729"/>
          </a:xfrm>
          <a:prstGeom prst="rect">
            <a:avLst/>
          </a:prstGeom>
        </p:spPr>
        <p:txBody>
          <a:bodyPr lIns="91439" tIns="45719" rIns="91439" bIns="45719">
            <a:noAutofit/>
          </a:bodyPr>
          <a:lstStyle/>
          <a:p>
            <a:endParaRPr/>
          </a:p>
        </p:txBody>
      </p:sp>
      <p:sp>
        <p:nvSpPr>
          <p:cNvPr id="685"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686"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537007" y="10656670"/>
            <a:ext cx="7586267" cy="2154299"/>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 Ut enim ad minim veniam, quis nostrud exercitation ullamco laboris nisi ut aliquip ex ea commodo consequat.</a:t>
            </a:r>
          </a:p>
        </p:txBody>
      </p:sp>
      <p:sp>
        <p:nvSpPr>
          <p:cNvPr id="687"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8398867" y="10656670"/>
            <a:ext cx="7586266" cy="2154299"/>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 Ut enim ad minim veniam, quis nostrud exercitation ullamco laboris nisi ut aliquip ex ea commodo consequat.</a:t>
            </a:r>
          </a:p>
        </p:txBody>
      </p:sp>
      <p:sp>
        <p:nvSpPr>
          <p:cNvPr id="688"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7"/>
          </p:nvPr>
        </p:nvSpPr>
        <p:spPr>
          <a:xfrm>
            <a:off x="16260861" y="10656670"/>
            <a:ext cx="7586267" cy="2154299"/>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 Ut enim ad minim veniam, quis nostrud exercitation ullamco laboris nisi ut aliquip ex ea commodo consequat.</a:t>
            </a:r>
          </a:p>
        </p:txBody>
      </p:sp>
      <p:sp>
        <p:nvSpPr>
          <p:cNvPr id="68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3 imgs + body – Dark">
    <p:bg>
      <p:bgPr>
        <a:solidFill>
          <a:srgbClr val="000000"/>
        </a:solidFill>
        <a:effectLst/>
      </p:bgPr>
    </p:bg>
    <p:spTree>
      <p:nvGrpSpPr>
        <p:cNvPr id="1" name=""/>
        <p:cNvGrpSpPr/>
        <p:nvPr/>
      </p:nvGrpSpPr>
      <p:grpSpPr>
        <a:xfrm>
          <a:off x="0" y="0"/>
          <a:ext cx="0" cy="0"/>
          <a:chOff x="0" y="0"/>
          <a:chExt cx="0" cy="0"/>
        </a:xfrm>
      </p:grpSpPr>
      <p:sp>
        <p:nvSpPr>
          <p:cNvPr id="696"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697" name="Image"/>
          <p:cNvSpPr>
            <a:spLocks noGrp="1"/>
          </p:cNvSpPr>
          <p:nvPr>
            <p:ph type="pic" sz="half" idx="22"/>
          </p:nvPr>
        </p:nvSpPr>
        <p:spPr>
          <a:xfrm>
            <a:off x="15072075" y="420180"/>
            <a:ext cx="9963729" cy="9963729"/>
          </a:xfrm>
          <a:prstGeom prst="rect">
            <a:avLst/>
          </a:prstGeom>
        </p:spPr>
        <p:txBody>
          <a:bodyPr lIns="91439" tIns="45719" rIns="91439" bIns="45719">
            <a:noAutofit/>
          </a:bodyPr>
          <a:lstStyle/>
          <a:p>
            <a:endParaRPr/>
          </a:p>
        </p:txBody>
      </p:sp>
      <p:sp>
        <p:nvSpPr>
          <p:cNvPr id="698" name="Image"/>
          <p:cNvSpPr>
            <a:spLocks noGrp="1"/>
          </p:cNvSpPr>
          <p:nvPr>
            <p:ph type="pic" sz="half" idx="23"/>
          </p:nvPr>
        </p:nvSpPr>
        <p:spPr>
          <a:xfrm>
            <a:off x="7210149" y="420180"/>
            <a:ext cx="9963729" cy="9963729"/>
          </a:xfrm>
          <a:prstGeom prst="rect">
            <a:avLst/>
          </a:prstGeom>
        </p:spPr>
        <p:txBody>
          <a:bodyPr lIns="91439" tIns="45719" rIns="91439" bIns="45719">
            <a:noAutofit/>
          </a:bodyPr>
          <a:lstStyle/>
          <a:p>
            <a:endParaRPr/>
          </a:p>
        </p:txBody>
      </p:sp>
      <p:sp>
        <p:nvSpPr>
          <p:cNvPr id="699"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537007" y="10656670"/>
            <a:ext cx="7586267" cy="2154299"/>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700"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701"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8398867" y="10656670"/>
            <a:ext cx="7586266" cy="2154299"/>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702"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7"/>
          </p:nvPr>
        </p:nvSpPr>
        <p:spPr>
          <a:xfrm>
            <a:off x="16260861" y="10656670"/>
            <a:ext cx="7586267" cy="2154299"/>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70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3 imgs + titles – Grey">
    <p:bg>
      <p:bgPr>
        <a:solidFill>
          <a:srgbClr val="CCCDD1"/>
        </a:solidFill>
        <a:effectLst/>
      </p:bgPr>
    </p:bg>
    <p:spTree>
      <p:nvGrpSpPr>
        <p:cNvPr id="1" name=""/>
        <p:cNvGrpSpPr/>
        <p:nvPr/>
      </p:nvGrpSpPr>
      <p:grpSpPr>
        <a:xfrm>
          <a:off x="0" y="0"/>
          <a:ext cx="0" cy="0"/>
          <a:chOff x="0" y="0"/>
          <a:chExt cx="0" cy="0"/>
        </a:xfrm>
      </p:grpSpPr>
      <p:sp>
        <p:nvSpPr>
          <p:cNvPr id="724"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725" name="Image"/>
          <p:cNvSpPr>
            <a:spLocks noGrp="1"/>
          </p:cNvSpPr>
          <p:nvPr>
            <p:ph type="pic" sz="half" idx="22"/>
          </p:nvPr>
        </p:nvSpPr>
        <p:spPr>
          <a:xfrm>
            <a:off x="15072075" y="420180"/>
            <a:ext cx="9963729" cy="9963729"/>
          </a:xfrm>
          <a:prstGeom prst="rect">
            <a:avLst/>
          </a:prstGeom>
        </p:spPr>
        <p:txBody>
          <a:bodyPr lIns="91439" tIns="45719" rIns="91439" bIns="45719">
            <a:noAutofit/>
          </a:bodyPr>
          <a:lstStyle/>
          <a:p>
            <a:endParaRPr/>
          </a:p>
        </p:txBody>
      </p:sp>
      <p:sp>
        <p:nvSpPr>
          <p:cNvPr id="726" name="Image"/>
          <p:cNvSpPr>
            <a:spLocks noGrp="1"/>
          </p:cNvSpPr>
          <p:nvPr>
            <p:ph type="pic" sz="half" idx="23"/>
          </p:nvPr>
        </p:nvSpPr>
        <p:spPr>
          <a:xfrm>
            <a:off x="7210149" y="420180"/>
            <a:ext cx="9963729" cy="9963729"/>
          </a:xfrm>
          <a:prstGeom prst="rect">
            <a:avLst/>
          </a:prstGeom>
        </p:spPr>
        <p:txBody>
          <a:bodyPr lIns="91439" tIns="45719" rIns="91439" bIns="45719">
            <a:noAutofit/>
          </a:bodyPr>
          <a:lstStyle/>
          <a:p>
            <a:endParaRPr/>
          </a:p>
        </p:txBody>
      </p:sp>
      <p:sp>
        <p:nvSpPr>
          <p:cNvPr id="727"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728" name="Name…"/>
          <p:cNvSpPr txBox="1">
            <a:spLocks noGrp="1"/>
          </p:cNvSpPr>
          <p:nvPr>
            <p:ph type="body" sz="quarter" idx="25"/>
          </p:nvPr>
        </p:nvSpPr>
        <p:spPr>
          <a:xfrm>
            <a:off x="537007" y="10656670"/>
            <a:ext cx="7586267"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729" name="Name…"/>
          <p:cNvSpPr txBox="1">
            <a:spLocks noGrp="1"/>
          </p:cNvSpPr>
          <p:nvPr>
            <p:ph type="body" sz="quarter" idx="26"/>
          </p:nvPr>
        </p:nvSpPr>
        <p:spPr>
          <a:xfrm>
            <a:off x="8398867" y="10656670"/>
            <a:ext cx="7586266"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730" name="Name…"/>
          <p:cNvSpPr txBox="1">
            <a:spLocks noGrp="1"/>
          </p:cNvSpPr>
          <p:nvPr>
            <p:ph type="body" sz="quarter" idx="27"/>
          </p:nvPr>
        </p:nvSpPr>
        <p:spPr>
          <a:xfrm>
            <a:off x="16260795" y="10656670"/>
            <a:ext cx="7586266"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73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3 imgs + titles – Dark">
    <p:bg>
      <p:bgPr>
        <a:solidFill>
          <a:srgbClr val="000000"/>
        </a:solidFill>
        <a:effectLst/>
      </p:bgPr>
    </p:bg>
    <p:spTree>
      <p:nvGrpSpPr>
        <p:cNvPr id="1" name=""/>
        <p:cNvGrpSpPr/>
        <p:nvPr/>
      </p:nvGrpSpPr>
      <p:grpSpPr>
        <a:xfrm>
          <a:off x="0" y="0"/>
          <a:ext cx="0" cy="0"/>
          <a:chOff x="0" y="0"/>
          <a:chExt cx="0" cy="0"/>
        </a:xfrm>
      </p:grpSpPr>
      <p:sp>
        <p:nvSpPr>
          <p:cNvPr id="738"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739" name="Image"/>
          <p:cNvSpPr>
            <a:spLocks noGrp="1"/>
          </p:cNvSpPr>
          <p:nvPr>
            <p:ph type="pic" sz="half" idx="22"/>
          </p:nvPr>
        </p:nvSpPr>
        <p:spPr>
          <a:xfrm>
            <a:off x="15072075" y="420180"/>
            <a:ext cx="9963729" cy="9963729"/>
          </a:xfrm>
          <a:prstGeom prst="rect">
            <a:avLst/>
          </a:prstGeom>
        </p:spPr>
        <p:txBody>
          <a:bodyPr lIns="91439" tIns="45719" rIns="91439" bIns="45719">
            <a:noAutofit/>
          </a:bodyPr>
          <a:lstStyle/>
          <a:p>
            <a:endParaRPr/>
          </a:p>
        </p:txBody>
      </p:sp>
      <p:sp>
        <p:nvSpPr>
          <p:cNvPr id="740" name="Image"/>
          <p:cNvSpPr>
            <a:spLocks noGrp="1"/>
          </p:cNvSpPr>
          <p:nvPr>
            <p:ph type="pic" sz="half" idx="23"/>
          </p:nvPr>
        </p:nvSpPr>
        <p:spPr>
          <a:xfrm>
            <a:off x="7210149" y="420180"/>
            <a:ext cx="9963729" cy="9963729"/>
          </a:xfrm>
          <a:prstGeom prst="rect">
            <a:avLst/>
          </a:prstGeom>
        </p:spPr>
        <p:txBody>
          <a:bodyPr lIns="91439" tIns="45719" rIns="91439" bIns="45719">
            <a:noAutofit/>
          </a:bodyPr>
          <a:lstStyle/>
          <a:p>
            <a:endParaRPr/>
          </a:p>
        </p:txBody>
      </p:sp>
      <p:sp>
        <p:nvSpPr>
          <p:cNvPr id="741"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742" name="Name…"/>
          <p:cNvSpPr txBox="1">
            <a:spLocks noGrp="1"/>
          </p:cNvSpPr>
          <p:nvPr>
            <p:ph type="body" sz="quarter" idx="25"/>
          </p:nvPr>
        </p:nvSpPr>
        <p:spPr>
          <a:xfrm>
            <a:off x="537007" y="10656670"/>
            <a:ext cx="7586267"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743" name="Name…"/>
          <p:cNvSpPr txBox="1">
            <a:spLocks noGrp="1"/>
          </p:cNvSpPr>
          <p:nvPr>
            <p:ph type="body" sz="quarter" idx="26"/>
          </p:nvPr>
        </p:nvSpPr>
        <p:spPr>
          <a:xfrm>
            <a:off x="8398867" y="10656670"/>
            <a:ext cx="7586266"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744" name="Name…"/>
          <p:cNvSpPr txBox="1">
            <a:spLocks noGrp="1"/>
          </p:cNvSpPr>
          <p:nvPr>
            <p:ph type="body" sz="quarter" idx="27"/>
          </p:nvPr>
        </p:nvSpPr>
        <p:spPr>
          <a:xfrm>
            <a:off x="16260795" y="10656670"/>
            <a:ext cx="7586266"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74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4 imgs + body – Grey">
    <p:bg>
      <p:bgPr>
        <a:solidFill>
          <a:srgbClr val="CCCDD1"/>
        </a:solidFill>
        <a:effectLst/>
      </p:bgPr>
    </p:bg>
    <p:spTree>
      <p:nvGrpSpPr>
        <p:cNvPr id="1" name=""/>
        <p:cNvGrpSpPr/>
        <p:nvPr/>
      </p:nvGrpSpPr>
      <p:grpSpPr>
        <a:xfrm>
          <a:off x="0" y="0"/>
          <a:ext cx="0" cy="0"/>
          <a:chOff x="0" y="0"/>
          <a:chExt cx="0" cy="0"/>
        </a:xfrm>
      </p:grpSpPr>
      <p:sp>
        <p:nvSpPr>
          <p:cNvPr id="768"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769"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770" name="Image"/>
          <p:cNvSpPr>
            <a:spLocks noGrp="1"/>
          </p:cNvSpPr>
          <p:nvPr>
            <p:ph type="pic" sz="half" idx="23"/>
          </p:nvPr>
        </p:nvSpPr>
        <p:spPr>
          <a:xfrm>
            <a:off x="17038590" y="420180"/>
            <a:ext cx="9963730" cy="9963729"/>
          </a:xfrm>
          <a:prstGeom prst="rect">
            <a:avLst/>
          </a:prstGeom>
        </p:spPr>
        <p:txBody>
          <a:bodyPr lIns="91439" tIns="45719" rIns="91439" bIns="45719">
            <a:noAutofit/>
          </a:bodyPr>
          <a:lstStyle/>
          <a:p>
            <a:endParaRPr/>
          </a:p>
        </p:txBody>
      </p:sp>
      <p:sp>
        <p:nvSpPr>
          <p:cNvPr id="771" name="Image"/>
          <p:cNvSpPr>
            <a:spLocks noGrp="1"/>
          </p:cNvSpPr>
          <p:nvPr>
            <p:ph type="pic" sz="half" idx="24"/>
          </p:nvPr>
        </p:nvSpPr>
        <p:spPr>
          <a:xfrm>
            <a:off x="11141801" y="420180"/>
            <a:ext cx="9963729" cy="9963729"/>
          </a:xfrm>
          <a:prstGeom prst="rect">
            <a:avLst/>
          </a:prstGeom>
        </p:spPr>
        <p:txBody>
          <a:bodyPr lIns="91439" tIns="45719" rIns="91439" bIns="45719">
            <a:noAutofit/>
          </a:bodyPr>
          <a:lstStyle/>
          <a:p>
            <a:endParaRPr/>
          </a:p>
        </p:txBody>
      </p:sp>
      <p:sp>
        <p:nvSpPr>
          <p:cNvPr id="772" name="Image"/>
          <p:cNvSpPr>
            <a:spLocks noGrp="1"/>
          </p:cNvSpPr>
          <p:nvPr>
            <p:ph type="pic" sz="half" idx="25"/>
          </p:nvPr>
        </p:nvSpPr>
        <p:spPr>
          <a:xfrm>
            <a:off x="5245011" y="420180"/>
            <a:ext cx="9963729" cy="9963729"/>
          </a:xfrm>
          <a:prstGeom prst="rect">
            <a:avLst/>
          </a:prstGeom>
        </p:spPr>
        <p:txBody>
          <a:bodyPr lIns="91439" tIns="45719" rIns="91439" bIns="45719">
            <a:noAutofit/>
          </a:bodyPr>
          <a:lstStyle/>
          <a:p>
            <a:endParaRPr/>
          </a:p>
        </p:txBody>
      </p:sp>
      <p:sp>
        <p:nvSpPr>
          <p:cNvPr id="773" name="Title  Lorem ipsum dolor sit amet, consectetur adipiscing elit, sed do eiusmod tempor incididunt ut labore et dolore magna aliqua."/>
          <p:cNvSpPr txBox="1">
            <a:spLocks noGrp="1"/>
          </p:cNvSpPr>
          <p:nvPr>
            <p:ph type="body" sz="quarter" idx="26"/>
          </p:nvPr>
        </p:nvSpPr>
        <p:spPr>
          <a:xfrm>
            <a:off x="537007" y="10656670"/>
            <a:ext cx="5619751"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774" name="Title  Lorem ipsum dolor sit amet, consectetur adipiscing elit, sed do eiusmod tempor incididunt ut labore et dolore magna aliqua."/>
          <p:cNvSpPr txBox="1">
            <a:spLocks noGrp="1"/>
          </p:cNvSpPr>
          <p:nvPr>
            <p:ph type="body" sz="quarter" idx="27"/>
          </p:nvPr>
        </p:nvSpPr>
        <p:spPr>
          <a:xfrm>
            <a:off x="6433797" y="10656670"/>
            <a:ext cx="5619751"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775" name="Title  Lorem ipsum dolor sit amet, consectetur adipiscing elit, sed do eiusmod tempor incididunt ut labore et dolore magna aliqua."/>
          <p:cNvSpPr txBox="1">
            <a:spLocks noGrp="1"/>
          </p:cNvSpPr>
          <p:nvPr>
            <p:ph type="body" sz="quarter" idx="28"/>
          </p:nvPr>
        </p:nvSpPr>
        <p:spPr>
          <a:xfrm>
            <a:off x="12330586" y="10656670"/>
            <a:ext cx="5619751"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776" name="Title  Lorem ipsum dolor sit amet, consectetur adipiscing elit, sed do eiusmod tempor incididunt ut labore et dolore magna aliqua."/>
          <p:cNvSpPr txBox="1">
            <a:spLocks noGrp="1"/>
          </p:cNvSpPr>
          <p:nvPr>
            <p:ph type="body" sz="quarter" idx="29"/>
          </p:nvPr>
        </p:nvSpPr>
        <p:spPr>
          <a:xfrm>
            <a:off x="18227377" y="10656670"/>
            <a:ext cx="561975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77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4 imgs + body – Dark">
    <p:bg>
      <p:bgPr>
        <a:solidFill>
          <a:srgbClr val="000000"/>
        </a:solidFill>
        <a:effectLst/>
      </p:bgPr>
    </p:bg>
    <p:spTree>
      <p:nvGrpSpPr>
        <p:cNvPr id="1" name=""/>
        <p:cNvGrpSpPr/>
        <p:nvPr/>
      </p:nvGrpSpPr>
      <p:grpSpPr>
        <a:xfrm>
          <a:off x="0" y="0"/>
          <a:ext cx="0" cy="0"/>
          <a:chOff x="0" y="0"/>
          <a:chExt cx="0" cy="0"/>
        </a:xfrm>
      </p:grpSpPr>
      <p:sp>
        <p:nvSpPr>
          <p:cNvPr id="784"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785" name="Image"/>
          <p:cNvSpPr>
            <a:spLocks noGrp="1"/>
          </p:cNvSpPr>
          <p:nvPr>
            <p:ph type="pic" sz="half" idx="22"/>
          </p:nvPr>
        </p:nvSpPr>
        <p:spPr>
          <a:xfrm>
            <a:off x="17038590" y="420180"/>
            <a:ext cx="9963730" cy="9963729"/>
          </a:xfrm>
          <a:prstGeom prst="rect">
            <a:avLst/>
          </a:prstGeom>
        </p:spPr>
        <p:txBody>
          <a:bodyPr lIns="91439" tIns="45719" rIns="91439" bIns="45719">
            <a:noAutofit/>
          </a:bodyPr>
          <a:lstStyle/>
          <a:p>
            <a:endParaRPr/>
          </a:p>
        </p:txBody>
      </p:sp>
      <p:sp>
        <p:nvSpPr>
          <p:cNvPr id="786" name="Image"/>
          <p:cNvSpPr>
            <a:spLocks noGrp="1"/>
          </p:cNvSpPr>
          <p:nvPr>
            <p:ph type="pic" sz="half" idx="23"/>
          </p:nvPr>
        </p:nvSpPr>
        <p:spPr>
          <a:xfrm>
            <a:off x="11141801" y="420180"/>
            <a:ext cx="9963729" cy="9963729"/>
          </a:xfrm>
          <a:prstGeom prst="rect">
            <a:avLst/>
          </a:prstGeom>
        </p:spPr>
        <p:txBody>
          <a:bodyPr lIns="91439" tIns="45719" rIns="91439" bIns="45719">
            <a:noAutofit/>
          </a:bodyPr>
          <a:lstStyle/>
          <a:p>
            <a:endParaRPr/>
          </a:p>
        </p:txBody>
      </p:sp>
      <p:sp>
        <p:nvSpPr>
          <p:cNvPr id="787" name="Image"/>
          <p:cNvSpPr>
            <a:spLocks noGrp="1"/>
          </p:cNvSpPr>
          <p:nvPr>
            <p:ph type="pic" sz="half" idx="24"/>
          </p:nvPr>
        </p:nvSpPr>
        <p:spPr>
          <a:xfrm>
            <a:off x="5245011" y="420180"/>
            <a:ext cx="9963729" cy="9963729"/>
          </a:xfrm>
          <a:prstGeom prst="rect">
            <a:avLst/>
          </a:prstGeom>
        </p:spPr>
        <p:txBody>
          <a:bodyPr lIns="91439" tIns="45719" rIns="91439" bIns="45719">
            <a:noAutofit/>
          </a:bodyPr>
          <a:lstStyle/>
          <a:p>
            <a:endParaRPr/>
          </a:p>
        </p:txBody>
      </p:sp>
      <p:sp>
        <p:nvSpPr>
          <p:cNvPr id="788"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789" name="Title  Lorem ipsum dolor sit amet, consectetur adipiscing elit, sed do eiusmod tempor incididunt ut labore et dolore magna aliqua."/>
          <p:cNvSpPr txBox="1">
            <a:spLocks noGrp="1"/>
          </p:cNvSpPr>
          <p:nvPr>
            <p:ph type="body" sz="quarter" idx="26"/>
          </p:nvPr>
        </p:nvSpPr>
        <p:spPr>
          <a:xfrm>
            <a:off x="537007" y="10656670"/>
            <a:ext cx="5619751" cy="180578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790" name="Title  Lorem ipsum dolor sit amet, consectetur adipiscing elit, sed do eiusmod tempor incididunt ut labore et dolore magna aliqua."/>
          <p:cNvSpPr txBox="1">
            <a:spLocks noGrp="1"/>
          </p:cNvSpPr>
          <p:nvPr>
            <p:ph type="body" sz="quarter" idx="27"/>
          </p:nvPr>
        </p:nvSpPr>
        <p:spPr>
          <a:xfrm>
            <a:off x="6433797" y="10656670"/>
            <a:ext cx="5619751" cy="180578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791" name="Title  Lorem ipsum dolor sit amet, consectetur adipiscing elit, sed do eiusmod tempor incididunt ut labore et dolore magna aliqua."/>
          <p:cNvSpPr txBox="1">
            <a:spLocks noGrp="1"/>
          </p:cNvSpPr>
          <p:nvPr>
            <p:ph type="body" sz="quarter" idx="28"/>
          </p:nvPr>
        </p:nvSpPr>
        <p:spPr>
          <a:xfrm>
            <a:off x="12330586" y="10656670"/>
            <a:ext cx="5619751" cy="180578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792" name="Title  Lorem ipsum dolor sit amet, consectetur adipiscing elit, sed do eiusmod tempor incididunt ut labore et dolore magna aliqua."/>
          <p:cNvSpPr txBox="1">
            <a:spLocks noGrp="1"/>
          </p:cNvSpPr>
          <p:nvPr>
            <p:ph type="body" sz="quarter" idx="29"/>
          </p:nvPr>
        </p:nvSpPr>
        <p:spPr>
          <a:xfrm>
            <a:off x="18227377" y="10656670"/>
            <a:ext cx="5619751" cy="180578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79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4 imgs + titles – Grey">
    <p:bg>
      <p:bgPr>
        <a:solidFill>
          <a:srgbClr val="CCCDD1"/>
        </a:solidFill>
        <a:effectLst/>
      </p:bgPr>
    </p:bg>
    <p:spTree>
      <p:nvGrpSpPr>
        <p:cNvPr id="1" name=""/>
        <p:cNvGrpSpPr/>
        <p:nvPr/>
      </p:nvGrpSpPr>
      <p:grpSpPr>
        <a:xfrm>
          <a:off x="0" y="0"/>
          <a:ext cx="0" cy="0"/>
          <a:chOff x="0" y="0"/>
          <a:chExt cx="0" cy="0"/>
        </a:xfrm>
      </p:grpSpPr>
      <p:sp>
        <p:nvSpPr>
          <p:cNvPr id="816"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817"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818" name="Image"/>
          <p:cNvSpPr>
            <a:spLocks noGrp="1"/>
          </p:cNvSpPr>
          <p:nvPr>
            <p:ph type="pic" sz="half" idx="23"/>
          </p:nvPr>
        </p:nvSpPr>
        <p:spPr>
          <a:xfrm>
            <a:off x="17038590" y="420180"/>
            <a:ext cx="9963730" cy="9963729"/>
          </a:xfrm>
          <a:prstGeom prst="rect">
            <a:avLst/>
          </a:prstGeom>
        </p:spPr>
        <p:txBody>
          <a:bodyPr lIns="91439" tIns="45719" rIns="91439" bIns="45719">
            <a:noAutofit/>
          </a:bodyPr>
          <a:lstStyle/>
          <a:p>
            <a:endParaRPr/>
          </a:p>
        </p:txBody>
      </p:sp>
      <p:sp>
        <p:nvSpPr>
          <p:cNvPr id="819" name="Image"/>
          <p:cNvSpPr>
            <a:spLocks noGrp="1"/>
          </p:cNvSpPr>
          <p:nvPr>
            <p:ph type="pic" sz="half" idx="24"/>
          </p:nvPr>
        </p:nvSpPr>
        <p:spPr>
          <a:xfrm>
            <a:off x="11141801" y="420180"/>
            <a:ext cx="9963729" cy="9963729"/>
          </a:xfrm>
          <a:prstGeom prst="rect">
            <a:avLst/>
          </a:prstGeom>
        </p:spPr>
        <p:txBody>
          <a:bodyPr lIns="91439" tIns="45719" rIns="91439" bIns="45719">
            <a:noAutofit/>
          </a:bodyPr>
          <a:lstStyle/>
          <a:p>
            <a:endParaRPr/>
          </a:p>
        </p:txBody>
      </p:sp>
      <p:sp>
        <p:nvSpPr>
          <p:cNvPr id="820" name="Image"/>
          <p:cNvSpPr>
            <a:spLocks noGrp="1"/>
          </p:cNvSpPr>
          <p:nvPr>
            <p:ph type="pic" sz="half" idx="25"/>
          </p:nvPr>
        </p:nvSpPr>
        <p:spPr>
          <a:xfrm>
            <a:off x="5245011" y="420180"/>
            <a:ext cx="9963729" cy="9963729"/>
          </a:xfrm>
          <a:prstGeom prst="rect">
            <a:avLst/>
          </a:prstGeom>
        </p:spPr>
        <p:txBody>
          <a:bodyPr lIns="91439" tIns="45719" rIns="91439" bIns="45719">
            <a:noAutofit/>
          </a:bodyPr>
          <a:lstStyle/>
          <a:p>
            <a:endParaRPr/>
          </a:p>
        </p:txBody>
      </p:sp>
      <p:sp>
        <p:nvSpPr>
          <p:cNvPr id="821" name="Name…"/>
          <p:cNvSpPr txBox="1">
            <a:spLocks noGrp="1"/>
          </p:cNvSpPr>
          <p:nvPr>
            <p:ph type="body" sz="quarter" idx="26"/>
          </p:nvPr>
        </p:nvSpPr>
        <p:spPr>
          <a:xfrm>
            <a:off x="537007" y="10656670"/>
            <a:ext cx="5619751"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822" name="Name…"/>
          <p:cNvSpPr txBox="1">
            <a:spLocks noGrp="1"/>
          </p:cNvSpPr>
          <p:nvPr>
            <p:ph type="body" sz="quarter" idx="27"/>
          </p:nvPr>
        </p:nvSpPr>
        <p:spPr>
          <a:xfrm>
            <a:off x="6433797" y="10656670"/>
            <a:ext cx="5619751"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823" name="Name…"/>
          <p:cNvSpPr txBox="1">
            <a:spLocks noGrp="1"/>
          </p:cNvSpPr>
          <p:nvPr>
            <p:ph type="body" sz="quarter" idx="28"/>
          </p:nvPr>
        </p:nvSpPr>
        <p:spPr>
          <a:xfrm>
            <a:off x="12330586" y="10656670"/>
            <a:ext cx="5619751"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824" name="Name…"/>
          <p:cNvSpPr txBox="1">
            <a:spLocks noGrp="1"/>
          </p:cNvSpPr>
          <p:nvPr>
            <p:ph type="body" sz="quarter" idx="29"/>
          </p:nvPr>
        </p:nvSpPr>
        <p:spPr>
          <a:xfrm>
            <a:off x="18227375" y="10656670"/>
            <a:ext cx="5619751"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82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tx">
  <p:cSld name="4 imgs + titles – Dark">
    <p:bg>
      <p:bgPr>
        <a:solidFill>
          <a:srgbClr val="000000"/>
        </a:solidFill>
        <a:effectLst/>
      </p:bgPr>
    </p:bg>
    <p:spTree>
      <p:nvGrpSpPr>
        <p:cNvPr id="1" name=""/>
        <p:cNvGrpSpPr/>
        <p:nvPr/>
      </p:nvGrpSpPr>
      <p:grpSpPr>
        <a:xfrm>
          <a:off x="0" y="0"/>
          <a:ext cx="0" cy="0"/>
          <a:chOff x="0" y="0"/>
          <a:chExt cx="0" cy="0"/>
        </a:xfrm>
      </p:grpSpPr>
      <p:sp>
        <p:nvSpPr>
          <p:cNvPr id="832"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833" name="Image"/>
          <p:cNvSpPr>
            <a:spLocks noGrp="1"/>
          </p:cNvSpPr>
          <p:nvPr>
            <p:ph type="pic" sz="half" idx="22"/>
          </p:nvPr>
        </p:nvSpPr>
        <p:spPr>
          <a:xfrm>
            <a:off x="17038590" y="420180"/>
            <a:ext cx="9963730" cy="9963729"/>
          </a:xfrm>
          <a:prstGeom prst="rect">
            <a:avLst/>
          </a:prstGeom>
        </p:spPr>
        <p:txBody>
          <a:bodyPr lIns="91439" tIns="45719" rIns="91439" bIns="45719">
            <a:noAutofit/>
          </a:bodyPr>
          <a:lstStyle/>
          <a:p>
            <a:endParaRPr/>
          </a:p>
        </p:txBody>
      </p:sp>
      <p:sp>
        <p:nvSpPr>
          <p:cNvPr id="834" name="Image"/>
          <p:cNvSpPr>
            <a:spLocks noGrp="1"/>
          </p:cNvSpPr>
          <p:nvPr>
            <p:ph type="pic" sz="half" idx="23"/>
          </p:nvPr>
        </p:nvSpPr>
        <p:spPr>
          <a:xfrm>
            <a:off x="11141801" y="420180"/>
            <a:ext cx="9963729" cy="9963729"/>
          </a:xfrm>
          <a:prstGeom prst="rect">
            <a:avLst/>
          </a:prstGeom>
        </p:spPr>
        <p:txBody>
          <a:bodyPr lIns="91439" tIns="45719" rIns="91439" bIns="45719">
            <a:noAutofit/>
          </a:bodyPr>
          <a:lstStyle/>
          <a:p>
            <a:endParaRPr/>
          </a:p>
        </p:txBody>
      </p:sp>
      <p:sp>
        <p:nvSpPr>
          <p:cNvPr id="835" name="Image"/>
          <p:cNvSpPr>
            <a:spLocks noGrp="1"/>
          </p:cNvSpPr>
          <p:nvPr>
            <p:ph type="pic" sz="half" idx="24"/>
          </p:nvPr>
        </p:nvSpPr>
        <p:spPr>
          <a:xfrm>
            <a:off x="5245011" y="420180"/>
            <a:ext cx="9963729" cy="9963729"/>
          </a:xfrm>
          <a:prstGeom prst="rect">
            <a:avLst/>
          </a:prstGeom>
        </p:spPr>
        <p:txBody>
          <a:bodyPr lIns="91439" tIns="45719" rIns="91439" bIns="45719">
            <a:noAutofit/>
          </a:bodyPr>
          <a:lstStyle/>
          <a:p>
            <a:endParaRPr/>
          </a:p>
        </p:txBody>
      </p:sp>
      <p:sp>
        <p:nvSpPr>
          <p:cNvPr id="836"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837" name="Name…"/>
          <p:cNvSpPr txBox="1">
            <a:spLocks noGrp="1"/>
          </p:cNvSpPr>
          <p:nvPr>
            <p:ph type="body" sz="quarter" idx="26"/>
          </p:nvPr>
        </p:nvSpPr>
        <p:spPr>
          <a:xfrm>
            <a:off x="537007" y="10656670"/>
            <a:ext cx="5619751"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838" name="Name…"/>
          <p:cNvSpPr txBox="1">
            <a:spLocks noGrp="1"/>
          </p:cNvSpPr>
          <p:nvPr>
            <p:ph type="body" sz="quarter" idx="27"/>
          </p:nvPr>
        </p:nvSpPr>
        <p:spPr>
          <a:xfrm>
            <a:off x="6433797" y="10656670"/>
            <a:ext cx="5619751"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839" name="Name…"/>
          <p:cNvSpPr txBox="1">
            <a:spLocks noGrp="1"/>
          </p:cNvSpPr>
          <p:nvPr>
            <p:ph type="body" sz="quarter" idx="28"/>
          </p:nvPr>
        </p:nvSpPr>
        <p:spPr>
          <a:xfrm>
            <a:off x="12330586" y="10656670"/>
            <a:ext cx="5619751"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840" name="Name…"/>
          <p:cNvSpPr txBox="1">
            <a:spLocks noGrp="1"/>
          </p:cNvSpPr>
          <p:nvPr>
            <p:ph type="body" sz="quarter" idx="29"/>
          </p:nvPr>
        </p:nvSpPr>
        <p:spPr>
          <a:xfrm>
            <a:off x="18227375" y="10656670"/>
            <a:ext cx="5619751"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84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5 imgs + body – Grey">
    <p:bg>
      <p:bgPr>
        <a:solidFill>
          <a:srgbClr val="CCCDD1"/>
        </a:solidFill>
        <a:effectLst/>
      </p:bgPr>
    </p:bg>
    <p:spTree>
      <p:nvGrpSpPr>
        <p:cNvPr id="1" name=""/>
        <p:cNvGrpSpPr/>
        <p:nvPr/>
      </p:nvGrpSpPr>
      <p:grpSpPr>
        <a:xfrm>
          <a:off x="0" y="0"/>
          <a:ext cx="0" cy="0"/>
          <a:chOff x="0" y="0"/>
          <a:chExt cx="0" cy="0"/>
        </a:xfrm>
      </p:grpSpPr>
      <p:sp>
        <p:nvSpPr>
          <p:cNvPr id="866"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867"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868" name="Image"/>
          <p:cNvSpPr>
            <a:spLocks noGrp="1"/>
          </p:cNvSpPr>
          <p:nvPr>
            <p:ph type="pic" sz="half" idx="23"/>
          </p:nvPr>
        </p:nvSpPr>
        <p:spPr>
          <a:xfrm>
            <a:off x="4062318" y="420180"/>
            <a:ext cx="9963729" cy="9963729"/>
          </a:xfrm>
          <a:prstGeom prst="rect">
            <a:avLst/>
          </a:prstGeom>
        </p:spPr>
        <p:txBody>
          <a:bodyPr lIns="91439" tIns="45719" rIns="91439" bIns="45719">
            <a:noAutofit/>
          </a:bodyPr>
          <a:lstStyle/>
          <a:p>
            <a:endParaRPr/>
          </a:p>
        </p:txBody>
      </p:sp>
      <p:sp>
        <p:nvSpPr>
          <p:cNvPr id="869" name="Image"/>
          <p:cNvSpPr>
            <a:spLocks noGrp="1"/>
          </p:cNvSpPr>
          <p:nvPr>
            <p:ph type="pic" sz="half" idx="24"/>
          </p:nvPr>
        </p:nvSpPr>
        <p:spPr>
          <a:xfrm>
            <a:off x="8776416" y="420180"/>
            <a:ext cx="9963729" cy="9963729"/>
          </a:xfrm>
          <a:prstGeom prst="rect">
            <a:avLst/>
          </a:prstGeom>
        </p:spPr>
        <p:txBody>
          <a:bodyPr lIns="91439" tIns="45719" rIns="91439" bIns="45719">
            <a:noAutofit/>
          </a:bodyPr>
          <a:lstStyle/>
          <a:p>
            <a:endParaRPr/>
          </a:p>
        </p:txBody>
      </p:sp>
      <p:sp>
        <p:nvSpPr>
          <p:cNvPr id="870" name="Image"/>
          <p:cNvSpPr>
            <a:spLocks noGrp="1"/>
          </p:cNvSpPr>
          <p:nvPr>
            <p:ph type="pic" sz="half" idx="25"/>
          </p:nvPr>
        </p:nvSpPr>
        <p:spPr>
          <a:xfrm>
            <a:off x="13490512" y="420180"/>
            <a:ext cx="9963730" cy="9963729"/>
          </a:xfrm>
          <a:prstGeom prst="rect">
            <a:avLst/>
          </a:prstGeom>
        </p:spPr>
        <p:txBody>
          <a:bodyPr lIns="91439" tIns="45719" rIns="91439" bIns="45719">
            <a:noAutofit/>
          </a:bodyPr>
          <a:lstStyle/>
          <a:p>
            <a:endParaRPr/>
          </a:p>
        </p:txBody>
      </p:sp>
      <p:sp>
        <p:nvSpPr>
          <p:cNvPr id="871" name="Image"/>
          <p:cNvSpPr>
            <a:spLocks noGrp="1"/>
          </p:cNvSpPr>
          <p:nvPr>
            <p:ph type="pic" sz="half" idx="26"/>
          </p:nvPr>
        </p:nvSpPr>
        <p:spPr>
          <a:xfrm>
            <a:off x="18204609" y="420180"/>
            <a:ext cx="9963730" cy="9963729"/>
          </a:xfrm>
          <a:prstGeom prst="rect">
            <a:avLst/>
          </a:prstGeom>
        </p:spPr>
        <p:txBody>
          <a:bodyPr lIns="91439" tIns="45719" rIns="91439" bIns="45719">
            <a:noAutofit/>
          </a:bodyPr>
          <a:lstStyle/>
          <a:p>
            <a:endParaRPr/>
          </a:p>
        </p:txBody>
      </p:sp>
      <p:sp>
        <p:nvSpPr>
          <p:cNvPr id="872" name="Title  Lorem ipsum dolor sit amet, consectetur adipiscing elit, sed do eiusmod tempor incididunt ut labore et dolore magna aliqua."/>
          <p:cNvSpPr txBox="1">
            <a:spLocks noGrp="1"/>
          </p:cNvSpPr>
          <p:nvPr>
            <p:ph type="body" sz="quarter" idx="27"/>
          </p:nvPr>
        </p:nvSpPr>
        <p:spPr>
          <a:xfrm>
            <a:off x="537007" y="10656670"/>
            <a:ext cx="4453733" cy="2154299"/>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873" name="Title  Lorem ipsum dolor sit amet, consectetur adipiscing elit, sed do eiusmod tempor incididunt ut labore et dolore magna aliqua."/>
          <p:cNvSpPr txBox="1">
            <a:spLocks noGrp="1"/>
          </p:cNvSpPr>
          <p:nvPr>
            <p:ph type="body" sz="quarter" idx="28"/>
          </p:nvPr>
        </p:nvSpPr>
        <p:spPr>
          <a:xfrm>
            <a:off x="5251037" y="10656670"/>
            <a:ext cx="4453732" cy="2154299"/>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874" name="Title  Lorem ipsum dolor sit amet, consectetur adipiscing elit, sed do eiusmod tempor incididunt ut labore et dolore magna aliqua."/>
          <p:cNvSpPr txBox="1">
            <a:spLocks noGrp="1"/>
          </p:cNvSpPr>
          <p:nvPr>
            <p:ph type="body" sz="quarter" idx="29"/>
          </p:nvPr>
        </p:nvSpPr>
        <p:spPr>
          <a:xfrm>
            <a:off x="9965201" y="10656670"/>
            <a:ext cx="4453733" cy="2154299"/>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875" name="Title  Lorem ipsum dolor sit amet, consectetur adipiscing elit, sed do eiusmod tempor incididunt ut labore et dolore magna aliqua."/>
          <p:cNvSpPr txBox="1">
            <a:spLocks noGrp="1"/>
          </p:cNvSpPr>
          <p:nvPr>
            <p:ph type="body" sz="quarter" idx="30"/>
          </p:nvPr>
        </p:nvSpPr>
        <p:spPr>
          <a:xfrm>
            <a:off x="14679299" y="10656670"/>
            <a:ext cx="4453732" cy="2154299"/>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876" name="Title  Lorem ipsum dolor sit amet, consectetur adipiscing elit, sed do eiusmod tempor incididunt ut labore et dolore magna aliqua."/>
          <p:cNvSpPr txBox="1">
            <a:spLocks noGrp="1"/>
          </p:cNvSpPr>
          <p:nvPr>
            <p:ph type="body" sz="quarter" idx="31"/>
          </p:nvPr>
        </p:nvSpPr>
        <p:spPr>
          <a:xfrm>
            <a:off x="19393396" y="10656670"/>
            <a:ext cx="4453732" cy="2154299"/>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87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5 imgs + body – Dark">
    <p:bg>
      <p:bgPr>
        <a:solidFill>
          <a:srgbClr val="000000"/>
        </a:solidFill>
        <a:effectLst/>
      </p:bgPr>
    </p:bg>
    <p:spTree>
      <p:nvGrpSpPr>
        <p:cNvPr id="1" name=""/>
        <p:cNvGrpSpPr/>
        <p:nvPr/>
      </p:nvGrpSpPr>
      <p:grpSpPr>
        <a:xfrm>
          <a:off x="0" y="0"/>
          <a:ext cx="0" cy="0"/>
          <a:chOff x="0" y="0"/>
          <a:chExt cx="0" cy="0"/>
        </a:xfrm>
      </p:grpSpPr>
      <p:sp>
        <p:nvSpPr>
          <p:cNvPr id="884"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885" name="Image"/>
          <p:cNvSpPr>
            <a:spLocks noGrp="1"/>
          </p:cNvSpPr>
          <p:nvPr>
            <p:ph type="pic" sz="half" idx="22"/>
          </p:nvPr>
        </p:nvSpPr>
        <p:spPr>
          <a:xfrm>
            <a:off x="4062318" y="420180"/>
            <a:ext cx="9963729" cy="9963729"/>
          </a:xfrm>
          <a:prstGeom prst="rect">
            <a:avLst/>
          </a:prstGeom>
        </p:spPr>
        <p:txBody>
          <a:bodyPr lIns="91439" tIns="45719" rIns="91439" bIns="45719">
            <a:noAutofit/>
          </a:bodyPr>
          <a:lstStyle/>
          <a:p>
            <a:endParaRPr/>
          </a:p>
        </p:txBody>
      </p:sp>
      <p:sp>
        <p:nvSpPr>
          <p:cNvPr id="886" name="Image"/>
          <p:cNvSpPr>
            <a:spLocks noGrp="1"/>
          </p:cNvSpPr>
          <p:nvPr>
            <p:ph type="pic" sz="half" idx="23"/>
          </p:nvPr>
        </p:nvSpPr>
        <p:spPr>
          <a:xfrm>
            <a:off x="8776416" y="420180"/>
            <a:ext cx="9963729" cy="9963729"/>
          </a:xfrm>
          <a:prstGeom prst="rect">
            <a:avLst/>
          </a:prstGeom>
        </p:spPr>
        <p:txBody>
          <a:bodyPr lIns="91439" tIns="45719" rIns="91439" bIns="45719">
            <a:noAutofit/>
          </a:bodyPr>
          <a:lstStyle/>
          <a:p>
            <a:endParaRPr/>
          </a:p>
        </p:txBody>
      </p:sp>
      <p:sp>
        <p:nvSpPr>
          <p:cNvPr id="887" name="Image"/>
          <p:cNvSpPr>
            <a:spLocks noGrp="1"/>
          </p:cNvSpPr>
          <p:nvPr>
            <p:ph type="pic" sz="half" idx="24"/>
          </p:nvPr>
        </p:nvSpPr>
        <p:spPr>
          <a:xfrm>
            <a:off x="13490512" y="420180"/>
            <a:ext cx="9963730" cy="9963729"/>
          </a:xfrm>
          <a:prstGeom prst="rect">
            <a:avLst/>
          </a:prstGeom>
        </p:spPr>
        <p:txBody>
          <a:bodyPr lIns="91439" tIns="45719" rIns="91439" bIns="45719">
            <a:noAutofit/>
          </a:bodyPr>
          <a:lstStyle/>
          <a:p>
            <a:endParaRPr/>
          </a:p>
        </p:txBody>
      </p:sp>
      <p:sp>
        <p:nvSpPr>
          <p:cNvPr id="888" name="Image"/>
          <p:cNvSpPr>
            <a:spLocks noGrp="1"/>
          </p:cNvSpPr>
          <p:nvPr>
            <p:ph type="pic" sz="half" idx="25"/>
          </p:nvPr>
        </p:nvSpPr>
        <p:spPr>
          <a:xfrm>
            <a:off x="18204609" y="420180"/>
            <a:ext cx="9963730" cy="9963729"/>
          </a:xfrm>
          <a:prstGeom prst="rect">
            <a:avLst/>
          </a:prstGeom>
        </p:spPr>
        <p:txBody>
          <a:bodyPr lIns="91439" tIns="45719" rIns="91439" bIns="45719">
            <a:noAutofit/>
          </a:bodyPr>
          <a:lstStyle/>
          <a:p>
            <a:endParaRPr/>
          </a:p>
        </p:txBody>
      </p:sp>
      <p:sp>
        <p:nvSpPr>
          <p:cNvPr id="889"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890" name="Title  Lorem ipsum dolor sit amet, consectetur adipiscing elit, sed do eiusmod tempor incididunt ut labore et dolore magna aliqua."/>
          <p:cNvSpPr txBox="1">
            <a:spLocks noGrp="1"/>
          </p:cNvSpPr>
          <p:nvPr>
            <p:ph type="body" sz="quarter" idx="27"/>
          </p:nvPr>
        </p:nvSpPr>
        <p:spPr>
          <a:xfrm>
            <a:off x="537007" y="10656670"/>
            <a:ext cx="4453733" cy="2154299"/>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891" name="Title  Lorem ipsum dolor sit amet, consectetur adipiscing elit, sed do eiusmod tempor incididunt ut labore et dolore magna aliqua."/>
          <p:cNvSpPr txBox="1">
            <a:spLocks noGrp="1"/>
          </p:cNvSpPr>
          <p:nvPr>
            <p:ph type="body" sz="quarter" idx="28"/>
          </p:nvPr>
        </p:nvSpPr>
        <p:spPr>
          <a:xfrm>
            <a:off x="5251037" y="10656670"/>
            <a:ext cx="4453732" cy="2154299"/>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892" name="Title  Lorem ipsum dolor sit amet, consectetur adipiscing elit, sed do eiusmod tempor incididunt ut labore et dolore magna aliqua."/>
          <p:cNvSpPr txBox="1">
            <a:spLocks noGrp="1"/>
          </p:cNvSpPr>
          <p:nvPr>
            <p:ph type="body" sz="quarter" idx="29"/>
          </p:nvPr>
        </p:nvSpPr>
        <p:spPr>
          <a:xfrm>
            <a:off x="9965134" y="10656670"/>
            <a:ext cx="4453732" cy="2154299"/>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893" name="Title  Lorem ipsum dolor sit amet, consectetur adipiscing elit, sed do eiusmod tempor incididunt ut labore et dolore magna aliqua."/>
          <p:cNvSpPr txBox="1">
            <a:spLocks noGrp="1"/>
          </p:cNvSpPr>
          <p:nvPr>
            <p:ph type="body" sz="quarter" idx="30"/>
          </p:nvPr>
        </p:nvSpPr>
        <p:spPr>
          <a:xfrm>
            <a:off x="14679299" y="10656670"/>
            <a:ext cx="4453732" cy="2154299"/>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894" name="Title  Lorem ipsum dolor sit amet, consectetur adipiscing elit, sed do eiusmod tempor incididunt ut labore et dolore magna aliqua."/>
          <p:cNvSpPr txBox="1">
            <a:spLocks noGrp="1"/>
          </p:cNvSpPr>
          <p:nvPr>
            <p:ph type="body" sz="quarter" idx="31"/>
          </p:nvPr>
        </p:nvSpPr>
        <p:spPr>
          <a:xfrm>
            <a:off x="19393396" y="10656670"/>
            <a:ext cx="4453732" cy="2154299"/>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89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5 imgs + titles – Grey">
    <p:bg>
      <p:bgPr>
        <a:solidFill>
          <a:srgbClr val="CCCDD1"/>
        </a:solidFill>
        <a:effectLst/>
      </p:bgPr>
    </p:bg>
    <p:spTree>
      <p:nvGrpSpPr>
        <p:cNvPr id="1" name=""/>
        <p:cNvGrpSpPr/>
        <p:nvPr/>
      </p:nvGrpSpPr>
      <p:grpSpPr>
        <a:xfrm>
          <a:off x="0" y="0"/>
          <a:ext cx="0" cy="0"/>
          <a:chOff x="0" y="0"/>
          <a:chExt cx="0" cy="0"/>
        </a:xfrm>
      </p:grpSpPr>
      <p:sp>
        <p:nvSpPr>
          <p:cNvPr id="920"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921" name="Image"/>
          <p:cNvSpPr>
            <a:spLocks noGrp="1"/>
          </p:cNvSpPr>
          <p:nvPr>
            <p:ph type="pic" sz="half" idx="22"/>
          </p:nvPr>
        </p:nvSpPr>
        <p:spPr>
          <a:xfrm>
            <a:off x="4062318" y="420180"/>
            <a:ext cx="9963729" cy="9963729"/>
          </a:xfrm>
          <a:prstGeom prst="rect">
            <a:avLst/>
          </a:prstGeom>
        </p:spPr>
        <p:txBody>
          <a:bodyPr lIns="91439" tIns="45719" rIns="91439" bIns="45719">
            <a:noAutofit/>
          </a:bodyPr>
          <a:lstStyle/>
          <a:p>
            <a:endParaRPr/>
          </a:p>
        </p:txBody>
      </p:sp>
      <p:sp>
        <p:nvSpPr>
          <p:cNvPr id="922" name="Image"/>
          <p:cNvSpPr>
            <a:spLocks noGrp="1"/>
          </p:cNvSpPr>
          <p:nvPr>
            <p:ph type="pic" sz="half" idx="23"/>
          </p:nvPr>
        </p:nvSpPr>
        <p:spPr>
          <a:xfrm>
            <a:off x="8776416" y="420180"/>
            <a:ext cx="9963729" cy="9963729"/>
          </a:xfrm>
          <a:prstGeom prst="rect">
            <a:avLst/>
          </a:prstGeom>
        </p:spPr>
        <p:txBody>
          <a:bodyPr lIns="91439" tIns="45719" rIns="91439" bIns="45719">
            <a:noAutofit/>
          </a:bodyPr>
          <a:lstStyle/>
          <a:p>
            <a:endParaRPr/>
          </a:p>
        </p:txBody>
      </p:sp>
      <p:sp>
        <p:nvSpPr>
          <p:cNvPr id="923" name="Image"/>
          <p:cNvSpPr>
            <a:spLocks noGrp="1"/>
          </p:cNvSpPr>
          <p:nvPr>
            <p:ph type="pic" sz="half" idx="24"/>
          </p:nvPr>
        </p:nvSpPr>
        <p:spPr>
          <a:xfrm>
            <a:off x="13490512" y="420180"/>
            <a:ext cx="9963730" cy="9963729"/>
          </a:xfrm>
          <a:prstGeom prst="rect">
            <a:avLst/>
          </a:prstGeom>
        </p:spPr>
        <p:txBody>
          <a:bodyPr lIns="91439" tIns="45719" rIns="91439" bIns="45719">
            <a:noAutofit/>
          </a:bodyPr>
          <a:lstStyle/>
          <a:p>
            <a:endParaRPr/>
          </a:p>
        </p:txBody>
      </p:sp>
      <p:sp>
        <p:nvSpPr>
          <p:cNvPr id="924" name="Image"/>
          <p:cNvSpPr>
            <a:spLocks noGrp="1"/>
          </p:cNvSpPr>
          <p:nvPr>
            <p:ph type="pic" sz="half" idx="25"/>
          </p:nvPr>
        </p:nvSpPr>
        <p:spPr>
          <a:xfrm>
            <a:off x="18204609" y="420180"/>
            <a:ext cx="9963730" cy="9963729"/>
          </a:xfrm>
          <a:prstGeom prst="rect">
            <a:avLst/>
          </a:prstGeom>
        </p:spPr>
        <p:txBody>
          <a:bodyPr lIns="91439" tIns="45719" rIns="91439" bIns="45719">
            <a:noAutofit/>
          </a:bodyPr>
          <a:lstStyle/>
          <a:p>
            <a:endParaRPr/>
          </a:p>
        </p:txBody>
      </p:sp>
      <p:sp>
        <p:nvSpPr>
          <p:cNvPr id="925"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926" name="Name…"/>
          <p:cNvSpPr txBox="1">
            <a:spLocks noGrp="1"/>
          </p:cNvSpPr>
          <p:nvPr>
            <p:ph type="body" sz="quarter" idx="27"/>
          </p:nvPr>
        </p:nvSpPr>
        <p:spPr>
          <a:xfrm>
            <a:off x="537007" y="10656670"/>
            <a:ext cx="4453733"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27" name="Name…"/>
          <p:cNvSpPr txBox="1">
            <a:spLocks noGrp="1"/>
          </p:cNvSpPr>
          <p:nvPr>
            <p:ph type="body" sz="quarter" idx="28"/>
          </p:nvPr>
        </p:nvSpPr>
        <p:spPr>
          <a:xfrm>
            <a:off x="5251104" y="10656670"/>
            <a:ext cx="4453732"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28" name="Name…"/>
          <p:cNvSpPr txBox="1">
            <a:spLocks noGrp="1"/>
          </p:cNvSpPr>
          <p:nvPr>
            <p:ph type="body" sz="quarter" idx="29"/>
          </p:nvPr>
        </p:nvSpPr>
        <p:spPr>
          <a:xfrm>
            <a:off x="9965134" y="10656670"/>
            <a:ext cx="4453732"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29" name="Name…"/>
          <p:cNvSpPr txBox="1">
            <a:spLocks noGrp="1"/>
          </p:cNvSpPr>
          <p:nvPr>
            <p:ph type="body" sz="quarter" idx="30"/>
          </p:nvPr>
        </p:nvSpPr>
        <p:spPr>
          <a:xfrm>
            <a:off x="14679299" y="10656670"/>
            <a:ext cx="4453732"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30" name="Name…"/>
          <p:cNvSpPr txBox="1">
            <a:spLocks noGrp="1"/>
          </p:cNvSpPr>
          <p:nvPr>
            <p:ph type="body" sz="quarter" idx="31"/>
          </p:nvPr>
        </p:nvSpPr>
        <p:spPr>
          <a:xfrm>
            <a:off x="19393396" y="10656670"/>
            <a:ext cx="4453732"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3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5 imgs + titles – Dark">
    <p:bg>
      <p:bgPr>
        <a:solidFill>
          <a:srgbClr val="000000"/>
        </a:solidFill>
        <a:effectLst/>
      </p:bgPr>
    </p:bg>
    <p:spTree>
      <p:nvGrpSpPr>
        <p:cNvPr id="1" name=""/>
        <p:cNvGrpSpPr/>
        <p:nvPr/>
      </p:nvGrpSpPr>
      <p:grpSpPr>
        <a:xfrm>
          <a:off x="0" y="0"/>
          <a:ext cx="0" cy="0"/>
          <a:chOff x="0" y="0"/>
          <a:chExt cx="0" cy="0"/>
        </a:xfrm>
      </p:grpSpPr>
      <p:sp>
        <p:nvSpPr>
          <p:cNvPr id="938" name="Image"/>
          <p:cNvSpPr>
            <a:spLocks noGrp="1"/>
          </p:cNvSpPr>
          <p:nvPr>
            <p:ph type="pic" sz="half" idx="21"/>
          </p:nvPr>
        </p:nvSpPr>
        <p:spPr>
          <a:xfrm>
            <a:off x="-651779" y="420180"/>
            <a:ext cx="9963730" cy="9963729"/>
          </a:xfrm>
          <a:prstGeom prst="rect">
            <a:avLst/>
          </a:prstGeom>
        </p:spPr>
        <p:txBody>
          <a:bodyPr lIns="91439" tIns="45719" rIns="91439" bIns="45719">
            <a:noAutofit/>
          </a:bodyPr>
          <a:lstStyle/>
          <a:p>
            <a:endParaRPr/>
          </a:p>
        </p:txBody>
      </p:sp>
      <p:sp>
        <p:nvSpPr>
          <p:cNvPr id="939" name="Image"/>
          <p:cNvSpPr>
            <a:spLocks noGrp="1"/>
          </p:cNvSpPr>
          <p:nvPr>
            <p:ph type="pic" sz="half" idx="22"/>
          </p:nvPr>
        </p:nvSpPr>
        <p:spPr>
          <a:xfrm>
            <a:off x="4062318" y="420180"/>
            <a:ext cx="9963729" cy="9963729"/>
          </a:xfrm>
          <a:prstGeom prst="rect">
            <a:avLst/>
          </a:prstGeom>
        </p:spPr>
        <p:txBody>
          <a:bodyPr lIns="91439" tIns="45719" rIns="91439" bIns="45719">
            <a:noAutofit/>
          </a:bodyPr>
          <a:lstStyle/>
          <a:p>
            <a:endParaRPr/>
          </a:p>
        </p:txBody>
      </p:sp>
      <p:sp>
        <p:nvSpPr>
          <p:cNvPr id="940" name="Image"/>
          <p:cNvSpPr>
            <a:spLocks noGrp="1"/>
          </p:cNvSpPr>
          <p:nvPr>
            <p:ph type="pic" sz="half" idx="23"/>
          </p:nvPr>
        </p:nvSpPr>
        <p:spPr>
          <a:xfrm>
            <a:off x="8776416" y="420180"/>
            <a:ext cx="9963729" cy="9963729"/>
          </a:xfrm>
          <a:prstGeom prst="rect">
            <a:avLst/>
          </a:prstGeom>
        </p:spPr>
        <p:txBody>
          <a:bodyPr lIns="91439" tIns="45719" rIns="91439" bIns="45719">
            <a:noAutofit/>
          </a:bodyPr>
          <a:lstStyle/>
          <a:p>
            <a:endParaRPr/>
          </a:p>
        </p:txBody>
      </p:sp>
      <p:sp>
        <p:nvSpPr>
          <p:cNvPr id="941" name="Image"/>
          <p:cNvSpPr>
            <a:spLocks noGrp="1"/>
          </p:cNvSpPr>
          <p:nvPr>
            <p:ph type="pic" sz="half" idx="24"/>
          </p:nvPr>
        </p:nvSpPr>
        <p:spPr>
          <a:xfrm>
            <a:off x="13490512" y="420180"/>
            <a:ext cx="9963730" cy="9963729"/>
          </a:xfrm>
          <a:prstGeom prst="rect">
            <a:avLst/>
          </a:prstGeom>
        </p:spPr>
        <p:txBody>
          <a:bodyPr lIns="91439" tIns="45719" rIns="91439" bIns="45719">
            <a:noAutofit/>
          </a:bodyPr>
          <a:lstStyle/>
          <a:p>
            <a:endParaRPr/>
          </a:p>
        </p:txBody>
      </p:sp>
      <p:sp>
        <p:nvSpPr>
          <p:cNvPr id="942" name="Image"/>
          <p:cNvSpPr>
            <a:spLocks noGrp="1"/>
          </p:cNvSpPr>
          <p:nvPr>
            <p:ph type="pic" sz="half" idx="25"/>
          </p:nvPr>
        </p:nvSpPr>
        <p:spPr>
          <a:xfrm>
            <a:off x="18204609" y="420180"/>
            <a:ext cx="9963730" cy="9963729"/>
          </a:xfrm>
          <a:prstGeom prst="rect">
            <a:avLst/>
          </a:prstGeom>
        </p:spPr>
        <p:txBody>
          <a:bodyPr lIns="91439" tIns="45719" rIns="91439" bIns="45719">
            <a:noAutofit/>
          </a:bodyPr>
          <a:lstStyle/>
          <a:p>
            <a:endParaRPr/>
          </a:p>
        </p:txBody>
      </p:sp>
      <p:sp>
        <p:nvSpPr>
          <p:cNvPr id="943"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944" name="Name…"/>
          <p:cNvSpPr txBox="1">
            <a:spLocks noGrp="1"/>
          </p:cNvSpPr>
          <p:nvPr>
            <p:ph type="body" sz="quarter" idx="27"/>
          </p:nvPr>
        </p:nvSpPr>
        <p:spPr>
          <a:xfrm>
            <a:off x="537007" y="10656670"/>
            <a:ext cx="4453733"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45" name="Name…"/>
          <p:cNvSpPr txBox="1">
            <a:spLocks noGrp="1"/>
          </p:cNvSpPr>
          <p:nvPr>
            <p:ph type="body" sz="quarter" idx="28"/>
          </p:nvPr>
        </p:nvSpPr>
        <p:spPr>
          <a:xfrm>
            <a:off x="5251104" y="10656670"/>
            <a:ext cx="4453732"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46" name="Name…"/>
          <p:cNvSpPr txBox="1">
            <a:spLocks noGrp="1"/>
          </p:cNvSpPr>
          <p:nvPr>
            <p:ph type="body" sz="quarter" idx="29"/>
          </p:nvPr>
        </p:nvSpPr>
        <p:spPr>
          <a:xfrm>
            <a:off x="9965134" y="10656670"/>
            <a:ext cx="4453732"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47" name="Name…"/>
          <p:cNvSpPr txBox="1">
            <a:spLocks noGrp="1"/>
          </p:cNvSpPr>
          <p:nvPr>
            <p:ph type="body" sz="quarter" idx="30"/>
          </p:nvPr>
        </p:nvSpPr>
        <p:spPr>
          <a:xfrm>
            <a:off x="14679299" y="10656670"/>
            <a:ext cx="4453732"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48" name="Name…"/>
          <p:cNvSpPr txBox="1">
            <a:spLocks noGrp="1"/>
          </p:cNvSpPr>
          <p:nvPr>
            <p:ph type="body" sz="quarter" idx="31"/>
          </p:nvPr>
        </p:nvSpPr>
        <p:spPr>
          <a:xfrm>
            <a:off x="19393396" y="10656670"/>
            <a:ext cx="4453732" cy="1130476"/>
          </a:xfrm>
          <a:prstGeom prst="rect">
            <a:avLst/>
          </a:prstGeom>
        </p:spPr>
        <p:txBody>
          <a:bodyPr>
            <a:spAutoFit/>
          </a:bodyPr>
          <a:lstStyle/>
          <a:p>
            <a:pPr defTabSz="457200">
              <a:lnSpc>
                <a:spcPct val="100000"/>
              </a:lnSpc>
              <a:defRPr sz="3400" spc="-34">
                <a:solidFill>
                  <a:srgbClr val="FFFFFF"/>
                </a:solidFill>
              </a:defRPr>
            </a:pPr>
            <a:r>
              <a:t>Name</a:t>
            </a:r>
          </a:p>
          <a:p>
            <a:pPr>
              <a:defRPr sz="3400" spc="-34">
                <a:solidFill>
                  <a:srgbClr val="FFFFFF">
                    <a:alpha val="50000"/>
                  </a:srgbClr>
                </a:solidFill>
              </a:defRPr>
            </a:pPr>
            <a:r>
              <a:t>Subtitle</a:t>
            </a:r>
          </a:p>
        </p:txBody>
      </p:sp>
      <p:sp>
        <p:nvSpPr>
          <p:cNvPr id="94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4 imgs grid – Grey">
    <p:bg>
      <p:bgPr>
        <a:solidFill>
          <a:srgbClr val="CCCDD1"/>
        </a:solidFill>
        <a:effectLst/>
      </p:bgPr>
    </p:bg>
    <p:spTree>
      <p:nvGrpSpPr>
        <p:cNvPr id="1" name=""/>
        <p:cNvGrpSpPr/>
        <p:nvPr/>
      </p:nvGrpSpPr>
      <p:grpSpPr>
        <a:xfrm>
          <a:off x="0" y="0"/>
          <a:ext cx="0" cy="0"/>
          <a:chOff x="0" y="0"/>
          <a:chExt cx="0" cy="0"/>
        </a:xfrm>
      </p:grpSpPr>
      <p:sp>
        <p:nvSpPr>
          <p:cNvPr id="968" name="Image"/>
          <p:cNvSpPr>
            <a:spLocks noGrp="1"/>
          </p:cNvSpPr>
          <p:nvPr>
            <p:ph type="pic" idx="21"/>
          </p:nvPr>
        </p:nvSpPr>
        <p:spPr>
          <a:xfrm>
            <a:off x="8726337" y="443953"/>
            <a:ext cx="12828094" cy="12828094"/>
          </a:xfrm>
          <a:prstGeom prst="rect">
            <a:avLst/>
          </a:prstGeom>
        </p:spPr>
        <p:txBody>
          <a:bodyPr lIns="91439" tIns="45719" rIns="91439" bIns="45719">
            <a:noAutofit/>
          </a:bodyPr>
          <a:lstStyle/>
          <a:p>
            <a:endParaRPr/>
          </a:p>
        </p:txBody>
      </p:sp>
      <p:sp>
        <p:nvSpPr>
          <p:cNvPr id="969" name="Image"/>
          <p:cNvSpPr>
            <a:spLocks noGrp="1"/>
          </p:cNvSpPr>
          <p:nvPr>
            <p:ph type="pic" idx="22"/>
          </p:nvPr>
        </p:nvSpPr>
        <p:spPr>
          <a:xfrm>
            <a:off x="14623127" y="443953"/>
            <a:ext cx="12828094" cy="12828094"/>
          </a:xfrm>
          <a:prstGeom prst="rect">
            <a:avLst/>
          </a:prstGeom>
        </p:spPr>
        <p:txBody>
          <a:bodyPr lIns="91439" tIns="45719" rIns="91439" bIns="45719">
            <a:noAutofit/>
          </a:bodyPr>
          <a:lstStyle/>
          <a:p>
            <a:endParaRPr/>
          </a:p>
        </p:txBody>
      </p:sp>
      <p:sp>
        <p:nvSpPr>
          <p:cNvPr id="970" name="Image"/>
          <p:cNvSpPr>
            <a:spLocks noGrp="1"/>
          </p:cNvSpPr>
          <p:nvPr>
            <p:ph type="pic" idx="23"/>
          </p:nvPr>
        </p:nvSpPr>
        <p:spPr>
          <a:xfrm>
            <a:off x="-131574" y="432863"/>
            <a:ext cx="12850274" cy="12850274"/>
          </a:xfrm>
          <a:prstGeom prst="rect">
            <a:avLst/>
          </a:prstGeom>
        </p:spPr>
        <p:txBody>
          <a:bodyPr lIns="91439" tIns="45719" rIns="91439" bIns="45719">
            <a:noAutofit/>
          </a:bodyPr>
          <a:lstStyle/>
          <a:p>
            <a:endParaRPr/>
          </a:p>
        </p:txBody>
      </p:sp>
      <p:sp>
        <p:nvSpPr>
          <p:cNvPr id="971"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972" name="Image"/>
          <p:cNvSpPr>
            <a:spLocks noGrp="1"/>
          </p:cNvSpPr>
          <p:nvPr>
            <p:ph type="pic" idx="25"/>
          </p:nvPr>
        </p:nvSpPr>
        <p:spPr>
          <a:xfrm>
            <a:off x="12225873" y="-511488"/>
            <a:ext cx="11827065" cy="11827065"/>
          </a:xfrm>
          <a:prstGeom prst="rect">
            <a:avLst/>
          </a:prstGeom>
        </p:spPr>
        <p:txBody>
          <a:bodyPr lIns="91439" tIns="45719" rIns="91439" bIns="45719">
            <a:noAutofit/>
          </a:bodyPr>
          <a:lstStyle/>
          <a:p>
            <a:endParaRPr/>
          </a:p>
        </p:txBody>
      </p:sp>
      <p:sp>
        <p:nvSpPr>
          <p:cNvPr id="97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4 imgs grid – Dark">
    <p:bg>
      <p:bgPr>
        <a:solidFill>
          <a:srgbClr val="000000"/>
        </a:solidFill>
        <a:effectLst/>
      </p:bgPr>
    </p:bg>
    <p:spTree>
      <p:nvGrpSpPr>
        <p:cNvPr id="1" name=""/>
        <p:cNvGrpSpPr/>
        <p:nvPr/>
      </p:nvGrpSpPr>
      <p:grpSpPr>
        <a:xfrm>
          <a:off x="0" y="0"/>
          <a:ext cx="0" cy="0"/>
          <a:chOff x="0" y="0"/>
          <a:chExt cx="0" cy="0"/>
        </a:xfrm>
      </p:grpSpPr>
      <p:sp>
        <p:nvSpPr>
          <p:cNvPr id="980" name="Image"/>
          <p:cNvSpPr>
            <a:spLocks noGrp="1"/>
          </p:cNvSpPr>
          <p:nvPr>
            <p:ph type="pic" idx="21"/>
          </p:nvPr>
        </p:nvSpPr>
        <p:spPr>
          <a:xfrm>
            <a:off x="8726337" y="443953"/>
            <a:ext cx="12828094" cy="12828094"/>
          </a:xfrm>
          <a:prstGeom prst="rect">
            <a:avLst/>
          </a:prstGeom>
        </p:spPr>
        <p:txBody>
          <a:bodyPr lIns="91439" tIns="45719" rIns="91439" bIns="45719">
            <a:noAutofit/>
          </a:bodyPr>
          <a:lstStyle/>
          <a:p>
            <a:endParaRPr/>
          </a:p>
        </p:txBody>
      </p:sp>
      <p:sp>
        <p:nvSpPr>
          <p:cNvPr id="981" name="Image"/>
          <p:cNvSpPr>
            <a:spLocks noGrp="1"/>
          </p:cNvSpPr>
          <p:nvPr>
            <p:ph type="pic" idx="22"/>
          </p:nvPr>
        </p:nvSpPr>
        <p:spPr>
          <a:xfrm>
            <a:off x="14623127" y="443953"/>
            <a:ext cx="12828094" cy="12828094"/>
          </a:xfrm>
          <a:prstGeom prst="rect">
            <a:avLst/>
          </a:prstGeom>
        </p:spPr>
        <p:txBody>
          <a:bodyPr lIns="91439" tIns="45719" rIns="91439" bIns="45719">
            <a:noAutofit/>
          </a:bodyPr>
          <a:lstStyle/>
          <a:p>
            <a:endParaRPr/>
          </a:p>
        </p:txBody>
      </p:sp>
      <p:sp>
        <p:nvSpPr>
          <p:cNvPr id="982" name="Image"/>
          <p:cNvSpPr>
            <a:spLocks noGrp="1"/>
          </p:cNvSpPr>
          <p:nvPr>
            <p:ph type="pic" idx="23"/>
          </p:nvPr>
        </p:nvSpPr>
        <p:spPr>
          <a:xfrm>
            <a:off x="-131574" y="432863"/>
            <a:ext cx="12850274" cy="12850274"/>
          </a:xfrm>
          <a:prstGeom prst="rect">
            <a:avLst/>
          </a:prstGeom>
        </p:spPr>
        <p:txBody>
          <a:bodyPr lIns="91439" tIns="45719" rIns="91439" bIns="45719">
            <a:noAutofit/>
          </a:bodyPr>
          <a:lstStyle/>
          <a:p>
            <a:endParaRPr/>
          </a:p>
        </p:txBody>
      </p:sp>
      <p:sp>
        <p:nvSpPr>
          <p:cNvPr id="983" name="Image"/>
          <p:cNvSpPr>
            <a:spLocks noGrp="1"/>
          </p:cNvSpPr>
          <p:nvPr>
            <p:ph type="pic" idx="24"/>
          </p:nvPr>
        </p:nvSpPr>
        <p:spPr>
          <a:xfrm>
            <a:off x="12225873" y="-511488"/>
            <a:ext cx="11827065" cy="11827065"/>
          </a:xfrm>
          <a:prstGeom prst="rect">
            <a:avLst/>
          </a:prstGeom>
        </p:spPr>
        <p:txBody>
          <a:bodyPr lIns="91439" tIns="45719" rIns="91439" bIns="45719">
            <a:noAutofit/>
          </a:bodyPr>
          <a:lstStyle/>
          <a:p>
            <a:endParaRPr/>
          </a:p>
        </p:txBody>
      </p:sp>
      <p:sp>
        <p:nvSpPr>
          <p:cNvPr id="984"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98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name="3 imgs grid – Grey">
    <p:bg>
      <p:bgPr>
        <a:solidFill>
          <a:srgbClr val="CCCDD1"/>
        </a:solidFill>
        <a:effectLst/>
      </p:bgPr>
    </p:bg>
    <p:spTree>
      <p:nvGrpSpPr>
        <p:cNvPr id="1" name=""/>
        <p:cNvGrpSpPr/>
        <p:nvPr/>
      </p:nvGrpSpPr>
      <p:grpSpPr>
        <a:xfrm>
          <a:off x="0" y="0"/>
          <a:ext cx="0" cy="0"/>
          <a:chOff x="0" y="0"/>
          <a:chExt cx="0" cy="0"/>
        </a:xfrm>
      </p:grpSpPr>
      <p:sp>
        <p:nvSpPr>
          <p:cNvPr id="1003" name="Image"/>
          <p:cNvSpPr>
            <a:spLocks noGrp="1"/>
          </p:cNvSpPr>
          <p:nvPr>
            <p:ph type="pic" idx="21"/>
          </p:nvPr>
        </p:nvSpPr>
        <p:spPr>
          <a:xfrm>
            <a:off x="-131574" y="432863"/>
            <a:ext cx="12850274" cy="12850274"/>
          </a:xfrm>
          <a:prstGeom prst="rect">
            <a:avLst/>
          </a:prstGeom>
        </p:spPr>
        <p:txBody>
          <a:bodyPr lIns="91439" tIns="45719" rIns="91439" bIns="45719">
            <a:noAutofit/>
          </a:bodyPr>
          <a:lstStyle/>
          <a:p>
            <a:endParaRPr/>
          </a:p>
        </p:txBody>
      </p:sp>
      <p:sp>
        <p:nvSpPr>
          <p:cNvPr id="1004" name="Image"/>
          <p:cNvSpPr>
            <a:spLocks noGrp="1"/>
          </p:cNvSpPr>
          <p:nvPr>
            <p:ph type="pic" idx="22"/>
          </p:nvPr>
        </p:nvSpPr>
        <p:spPr>
          <a:xfrm>
            <a:off x="14623127" y="443953"/>
            <a:ext cx="12828094" cy="12828094"/>
          </a:xfrm>
          <a:prstGeom prst="rect">
            <a:avLst/>
          </a:prstGeom>
        </p:spPr>
        <p:txBody>
          <a:bodyPr lIns="91439" tIns="45719" rIns="91439" bIns="45719">
            <a:noAutofit/>
          </a:bodyPr>
          <a:lstStyle/>
          <a:p>
            <a:endParaRPr/>
          </a:p>
        </p:txBody>
      </p:sp>
      <p:sp>
        <p:nvSpPr>
          <p:cNvPr id="1005"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006" name="Image"/>
          <p:cNvSpPr>
            <a:spLocks noGrp="1"/>
          </p:cNvSpPr>
          <p:nvPr>
            <p:ph type="pic" idx="24"/>
          </p:nvPr>
        </p:nvSpPr>
        <p:spPr>
          <a:xfrm>
            <a:off x="8726337" y="443953"/>
            <a:ext cx="12828094" cy="12828094"/>
          </a:xfrm>
          <a:prstGeom prst="rect">
            <a:avLst/>
          </a:prstGeom>
        </p:spPr>
        <p:txBody>
          <a:bodyPr lIns="91439" tIns="45719" rIns="91439" bIns="45719">
            <a:noAutofit/>
          </a:bodyPr>
          <a:lstStyle/>
          <a:p>
            <a:endParaRPr/>
          </a:p>
        </p:txBody>
      </p:sp>
      <p:sp>
        <p:nvSpPr>
          <p:cNvPr id="100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3 imgs grid – Dark">
    <p:bg>
      <p:bgPr>
        <a:solidFill>
          <a:srgbClr val="000000"/>
        </a:solidFill>
        <a:effectLst/>
      </p:bgPr>
    </p:bg>
    <p:spTree>
      <p:nvGrpSpPr>
        <p:cNvPr id="1" name=""/>
        <p:cNvGrpSpPr/>
        <p:nvPr/>
      </p:nvGrpSpPr>
      <p:grpSpPr>
        <a:xfrm>
          <a:off x="0" y="0"/>
          <a:ext cx="0" cy="0"/>
          <a:chOff x="0" y="0"/>
          <a:chExt cx="0" cy="0"/>
        </a:xfrm>
      </p:grpSpPr>
      <p:sp>
        <p:nvSpPr>
          <p:cNvPr id="1014" name="Image"/>
          <p:cNvSpPr>
            <a:spLocks noGrp="1"/>
          </p:cNvSpPr>
          <p:nvPr>
            <p:ph type="pic" idx="21"/>
          </p:nvPr>
        </p:nvSpPr>
        <p:spPr>
          <a:xfrm>
            <a:off x="-131574" y="432863"/>
            <a:ext cx="12850274" cy="12850274"/>
          </a:xfrm>
          <a:prstGeom prst="rect">
            <a:avLst/>
          </a:prstGeom>
        </p:spPr>
        <p:txBody>
          <a:bodyPr lIns="91439" tIns="45719" rIns="91439" bIns="45719">
            <a:noAutofit/>
          </a:bodyPr>
          <a:lstStyle/>
          <a:p>
            <a:endParaRPr/>
          </a:p>
        </p:txBody>
      </p:sp>
      <p:sp>
        <p:nvSpPr>
          <p:cNvPr id="1015" name="Image"/>
          <p:cNvSpPr>
            <a:spLocks noGrp="1"/>
          </p:cNvSpPr>
          <p:nvPr>
            <p:ph type="pic" idx="22"/>
          </p:nvPr>
        </p:nvSpPr>
        <p:spPr>
          <a:xfrm>
            <a:off x="14623127" y="443953"/>
            <a:ext cx="12828094" cy="12828094"/>
          </a:xfrm>
          <a:prstGeom prst="rect">
            <a:avLst/>
          </a:prstGeom>
        </p:spPr>
        <p:txBody>
          <a:bodyPr lIns="91439" tIns="45719" rIns="91439" bIns="45719">
            <a:noAutofit/>
          </a:bodyPr>
          <a:lstStyle/>
          <a:p>
            <a:endParaRPr/>
          </a:p>
        </p:txBody>
      </p:sp>
      <p:sp>
        <p:nvSpPr>
          <p:cNvPr id="1016" name="Image"/>
          <p:cNvSpPr>
            <a:spLocks noGrp="1"/>
          </p:cNvSpPr>
          <p:nvPr>
            <p:ph type="pic" idx="23"/>
          </p:nvPr>
        </p:nvSpPr>
        <p:spPr>
          <a:xfrm>
            <a:off x="8726337" y="443953"/>
            <a:ext cx="12828094" cy="12828094"/>
          </a:xfrm>
          <a:prstGeom prst="rect">
            <a:avLst/>
          </a:prstGeom>
        </p:spPr>
        <p:txBody>
          <a:bodyPr lIns="91439" tIns="45719" rIns="91439" bIns="45719">
            <a:noAutofit/>
          </a:bodyPr>
          <a:lstStyle/>
          <a:p>
            <a:endParaRPr/>
          </a:p>
        </p:txBody>
      </p:sp>
      <p:sp>
        <p:nvSpPr>
          <p:cNvPr id="1017"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01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3 imgs grid + body – Grey">
    <p:bg>
      <p:bgPr>
        <a:solidFill>
          <a:srgbClr val="CCCDD1"/>
        </a:solidFill>
        <a:effectLst/>
      </p:bgPr>
    </p:bg>
    <p:spTree>
      <p:nvGrpSpPr>
        <p:cNvPr id="1" name=""/>
        <p:cNvGrpSpPr/>
        <p:nvPr/>
      </p:nvGrpSpPr>
      <p:grpSpPr>
        <a:xfrm>
          <a:off x="0" y="0"/>
          <a:ext cx="0" cy="0"/>
          <a:chOff x="0" y="0"/>
          <a:chExt cx="0" cy="0"/>
        </a:xfrm>
      </p:grpSpPr>
      <p:sp>
        <p:nvSpPr>
          <p:cNvPr id="1038" name="Image"/>
          <p:cNvSpPr>
            <a:spLocks noGrp="1"/>
          </p:cNvSpPr>
          <p:nvPr>
            <p:ph type="pic" idx="21"/>
          </p:nvPr>
        </p:nvSpPr>
        <p:spPr>
          <a:xfrm>
            <a:off x="-131574" y="432863"/>
            <a:ext cx="12850274" cy="12850274"/>
          </a:xfrm>
          <a:prstGeom prst="rect">
            <a:avLst/>
          </a:prstGeom>
        </p:spPr>
        <p:txBody>
          <a:bodyPr lIns="91439" tIns="45719" rIns="91439" bIns="45719">
            <a:noAutofit/>
          </a:bodyPr>
          <a:lstStyle/>
          <a:p>
            <a:endParaRPr/>
          </a:p>
        </p:txBody>
      </p:sp>
      <p:sp>
        <p:nvSpPr>
          <p:cNvPr id="1039" name="Image"/>
          <p:cNvSpPr>
            <a:spLocks noGrp="1"/>
          </p:cNvSpPr>
          <p:nvPr>
            <p:ph type="pic" idx="22"/>
          </p:nvPr>
        </p:nvSpPr>
        <p:spPr>
          <a:xfrm>
            <a:off x="14623127" y="4602964"/>
            <a:ext cx="12828094" cy="12828094"/>
          </a:xfrm>
          <a:prstGeom prst="rect">
            <a:avLst/>
          </a:prstGeom>
        </p:spPr>
        <p:txBody>
          <a:bodyPr lIns="91439" tIns="45719" rIns="91439" bIns="45719">
            <a:noAutofit/>
          </a:bodyPr>
          <a:lstStyle/>
          <a:p>
            <a:endParaRPr/>
          </a:p>
        </p:txBody>
      </p:sp>
      <p:sp>
        <p:nvSpPr>
          <p:cNvPr id="1040"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041" name="Image"/>
          <p:cNvSpPr>
            <a:spLocks noGrp="1"/>
          </p:cNvSpPr>
          <p:nvPr>
            <p:ph type="pic" idx="24"/>
          </p:nvPr>
        </p:nvSpPr>
        <p:spPr>
          <a:xfrm>
            <a:off x="8726337" y="-4614304"/>
            <a:ext cx="12828094" cy="12828094"/>
          </a:xfrm>
          <a:prstGeom prst="rect">
            <a:avLst/>
          </a:prstGeom>
        </p:spPr>
        <p:txBody>
          <a:bodyPr lIns="91439" tIns="45719" rIns="91439" bIns="45719">
            <a:noAutofit/>
          </a:bodyPr>
          <a:lstStyle/>
          <a:p>
            <a:endParaRPr/>
          </a:p>
        </p:txBody>
      </p:sp>
      <p:sp>
        <p:nvSpPr>
          <p:cNvPr id="1042"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12342298" y="8510963"/>
            <a:ext cx="5596261" cy="285132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 Ut enim ad minim veniam, quis nostrud exercitation ullamco laboris nisi ut aliquip ex ea commodo consequat.</a:t>
            </a:r>
          </a:p>
        </p:txBody>
      </p:sp>
      <p:sp>
        <p:nvSpPr>
          <p:cNvPr id="1043"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18239122" y="1392805"/>
            <a:ext cx="5596260" cy="285132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 Ut enim ad minim veniam, quis nostrud exercitation ullamco laboris nisi ut aliquip ex ea commodo consequat.</a:t>
            </a:r>
          </a:p>
        </p:txBody>
      </p:sp>
      <p:sp>
        <p:nvSpPr>
          <p:cNvPr id="104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3 imgs grid + body – Dark">
    <p:bg>
      <p:bgPr>
        <a:solidFill>
          <a:srgbClr val="000000"/>
        </a:solidFill>
        <a:effectLst/>
      </p:bgPr>
    </p:bg>
    <p:spTree>
      <p:nvGrpSpPr>
        <p:cNvPr id="1" name=""/>
        <p:cNvGrpSpPr/>
        <p:nvPr/>
      </p:nvGrpSpPr>
      <p:grpSpPr>
        <a:xfrm>
          <a:off x="0" y="0"/>
          <a:ext cx="0" cy="0"/>
          <a:chOff x="0" y="0"/>
          <a:chExt cx="0" cy="0"/>
        </a:xfrm>
      </p:grpSpPr>
      <p:sp>
        <p:nvSpPr>
          <p:cNvPr id="1051" name="Image"/>
          <p:cNvSpPr>
            <a:spLocks noGrp="1"/>
          </p:cNvSpPr>
          <p:nvPr>
            <p:ph type="pic" idx="21"/>
          </p:nvPr>
        </p:nvSpPr>
        <p:spPr>
          <a:xfrm>
            <a:off x="-131574" y="432863"/>
            <a:ext cx="12850274" cy="12850274"/>
          </a:xfrm>
          <a:prstGeom prst="rect">
            <a:avLst/>
          </a:prstGeom>
        </p:spPr>
        <p:txBody>
          <a:bodyPr lIns="91439" tIns="45719" rIns="91439" bIns="45719">
            <a:noAutofit/>
          </a:bodyPr>
          <a:lstStyle/>
          <a:p>
            <a:endParaRPr/>
          </a:p>
        </p:txBody>
      </p:sp>
      <p:sp>
        <p:nvSpPr>
          <p:cNvPr id="1052" name="Image"/>
          <p:cNvSpPr>
            <a:spLocks noGrp="1"/>
          </p:cNvSpPr>
          <p:nvPr>
            <p:ph type="pic" idx="22"/>
          </p:nvPr>
        </p:nvSpPr>
        <p:spPr>
          <a:xfrm>
            <a:off x="14623127" y="4602964"/>
            <a:ext cx="12828094" cy="12828094"/>
          </a:xfrm>
          <a:prstGeom prst="rect">
            <a:avLst/>
          </a:prstGeom>
        </p:spPr>
        <p:txBody>
          <a:bodyPr lIns="91439" tIns="45719" rIns="91439" bIns="45719">
            <a:noAutofit/>
          </a:bodyPr>
          <a:lstStyle/>
          <a:p>
            <a:endParaRPr/>
          </a:p>
        </p:txBody>
      </p:sp>
      <p:sp>
        <p:nvSpPr>
          <p:cNvPr id="1053" name="Image"/>
          <p:cNvSpPr>
            <a:spLocks noGrp="1"/>
          </p:cNvSpPr>
          <p:nvPr>
            <p:ph type="pic" idx="23"/>
          </p:nvPr>
        </p:nvSpPr>
        <p:spPr>
          <a:xfrm>
            <a:off x="8726337" y="-4614304"/>
            <a:ext cx="12828094" cy="12828094"/>
          </a:xfrm>
          <a:prstGeom prst="rect">
            <a:avLst/>
          </a:prstGeom>
        </p:spPr>
        <p:txBody>
          <a:bodyPr lIns="91439" tIns="45719" rIns="91439" bIns="45719">
            <a:noAutofit/>
          </a:bodyPr>
          <a:lstStyle/>
          <a:p>
            <a:endParaRPr/>
          </a:p>
        </p:txBody>
      </p:sp>
      <p:sp>
        <p:nvSpPr>
          <p:cNvPr id="1054"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12342298" y="8510963"/>
            <a:ext cx="5596261" cy="285132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1055"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18239122" y="1392805"/>
            <a:ext cx="5596260" cy="285132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1056"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05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3 imgs grid + title + body – Grey">
    <p:bg>
      <p:bgPr>
        <a:solidFill>
          <a:srgbClr val="CCCDD1"/>
        </a:solidFill>
        <a:effectLst/>
      </p:bgPr>
    </p:bg>
    <p:spTree>
      <p:nvGrpSpPr>
        <p:cNvPr id="1" name=""/>
        <p:cNvGrpSpPr/>
        <p:nvPr/>
      </p:nvGrpSpPr>
      <p:grpSpPr>
        <a:xfrm>
          <a:off x="0" y="0"/>
          <a:ext cx="0" cy="0"/>
          <a:chOff x="0" y="0"/>
          <a:chExt cx="0" cy="0"/>
        </a:xfrm>
      </p:grpSpPr>
      <p:sp>
        <p:nvSpPr>
          <p:cNvPr id="1079" name="Image"/>
          <p:cNvSpPr>
            <a:spLocks noGrp="1"/>
          </p:cNvSpPr>
          <p:nvPr>
            <p:ph type="pic" idx="21"/>
          </p:nvPr>
        </p:nvSpPr>
        <p:spPr>
          <a:xfrm>
            <a:off x="331204" y="2394815"/>
            <a:ext cx="11827064" cy="11827065"/>
          </a:xfrm>
          <a:prstGeom prst="rect">
            <a:avLst/>
          </a:prstGeom>
        </p:spPr>
        <p:txBody>
          <a:bodyPr lIns="91439" tIns="45719" rIns="91439" bIns="45719">
            <a:noAutofit/>
          </a:bodyPr>
          <a:lstStyle/>
          <a:p>
            <a:endParaRPr/>
          </a:p>
        </p:txBody>
      </p:sp>
      <p:sp>
        <p:nvSpPr>
          <p:cNvPr id="1080"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081" name="Image"/>
          <p:cNvSpPr>
            <a:spLocks noGrp="1"/>
          </p:cNvSpPr>
          <p:nvPr>
            <p:ph type="pic" idx="23"/>
          </p:nvPr>
        </p:nvSpPr>
        <p:spPr>
          <a:xfrm>
            <a:off x="14623127" y="4602964"/>
            <a:ext cx="12828094" cy="12828094"/>
          </a:xfrm>
          <a:prstGeom prst="rect">
            <a:avLst/>
          </a:prstGeom>
        </p:spPr>
        <p:txBody>
          <a:bodyPr lIns="91439" tIns="45719" rIns="91439" bIns="45719">
            <a:noAutofit/>
          </a:bodyPr>
          <a:lstStyle/>
          <a:p>
            <a:endParaRPr/>
          </a:p>
        </p:txBody>
      </p:sp>
      <p:sp>
        <p:nvSpPr>
          <p:cNvPr id="1082" name="Image"/>
          <p:cNvSpPr>
            <a:spLocks noGrp="1"/>
          </p:cNvSpPr>
          <p:nvPr>
            <p:ph type="pic" idx="24"/>
          </p:nvPr>
        </p:nvSpPr>
        <p:spPr>
          <a:xfrm>
            <a:off x="8726337" y="-4614304"/>
            <a:ext cx="12828094" cy="12828094"/>
          </a:xfrm>
          <a:prstGeom prst="rect">
            <a:avLst/>
          </a:prstGeom>
        </p:spPr>
        <p:txBody>
          <a:bodyPr lIns="91439" tIns="45719" rIns="91439" bIns="45719">
            <a:noAutofit/>
          </a:bodyPr>
          <a:lstStyle/>
          <a:p>
            <a:endParaRPr/>
          </a:p>
        </p:txBody>
      </p:sp>
      <p:sp>
        <p:nvSpPr>
          <p:cNvPr id="1083"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12342298" y="8510963"/>
            <a:ext cx="5596261" cy="285132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 Ut enim ad minim veniam, quis nostrud exercitation ullamco laboris nisi ut aliquip ex ea commodo consequat.</a:t>
            </a:r>
          </a:p>
        </p:txBody>
      </p:sp>
      <p:sp>
        <p:nvSpPr>
          <p:cNvPr id="1084"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18239122" y="1392805"/>
            <a:ext cx="5596260" cy="285132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 Ut enim ad minim veniam, quis nostrud exercitation ullamco laboris nisi ut aliquip ex ea commodo consequat.</a:t>
            </a:r>
          </a:p>
        </p:txBody>
      </p:sp>
      <p:sp>
        <p:nvSpPr>
          <p:cNvPr id="1085" name="Caption"/>
          <p:cNvSpPr txBox="1">
            <a:spLocks noGrp="1"/>
          </p:cNvSpPr>
          <p:nvPr>
            <p:ph type="body" sz="quarter" idx="27"/>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1086" name="Title of section…"/>
          <p:cNvSpPr txBox="1">
            <a:spLocks noGrp="1"/>
          </p:cNvSpPr>
          <p:nvPr>
            <p:ph type="body" sz="quarter" idx="28"/>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108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3 imgs grid + title + body – Dark">
    <p:bg>
      <p:bgPr>
        <a:solidFill>
          <a:srgbClr val="000000"/>
        </a:solidFill>
        <a:effectLst/>
      </p:bgPr>
    </p:bg>
    <p:spTree>
      <p:nvGrpSpPr>
        <p:cNvPr id="1" name=""/>
        <p:cNvGrpSpPr/>
        <p:nvPr/>
      </p:nvGrpSpPr>
      <p:grpSpPr>
        <a:xfrm>
          <a:off x="0" y="0"/>
          <a:ext cx="0" cy="0"/>
          <a:chOff x="0" y="0"/>
          <a:chExt cx="0" cy="0"/>
        </a:xfrm>
      </p:grpSpPr>
      <p:sp>
        <p:nvSpPr>
          <p:cNvPr id="1094" name="Image"/>
          <p:cNvSpPr>
            <a:spLocks noGrp="1"/>
          </p:cNvSpPr>
          <p:nvPr>
            <p:ph type="pic" idx="21"/>
          </p:nvPr>
        </p:nvSpPr>
        <p:spPr>
          <a:xfrm>
            <a:off x="331204" y="2394815"/>
            <a:ext cx="11827064" cy="11827065"/>
          </a:xfrm>
          <a:prstGeom prst="rect">
            <a:avLst/>
          </a:prstGeom>
        </p:spPr>
        <p:txBody>
          <a:bodyPr lIns="91439" tIns="45719" rIns="91439" bIns="45719">
            <a:noAutofit/>
          </a:bodyPr>
          <a:lstStyle/>
          <a:p>
            <a:endParaRPr/>
          </a:p>
        </p:txBody>
      </p:sp>
      <p:sp>
        <p:nvSpPr>
          <p:cNvPr id="1095" name="Image"/>
          <p:cNvSpPr>
            <a:spLocks noGrp="1"/>
          </p:cNvSpPr>
          <p:nvPr>
            <p:ph type="pic" idx="22"/>
          </p:nvPr>
        </p:nvSpPr>
        <p:spPr>
          <a:xfrm>
            <a:off x="14623127" y="4602964"/>
            <a:ext cx="12828094" cy="12828094"/>
          </a:xfrm>
          <a:prstGeom prst="rect">
            <a:avLst/>
          </a:prstGeom>
        </p:spPr>
        <p:txBody>
          <a:bodyPr lIns="91439" tIns="45719" rIns="91439" bIns="45719">
            <a:noAutofit/>
          </a:bodyPr>
          <a:lstStyle/>
          <a:p>
            <a:endParaRPr/>
          </a:p>
        </p:txBody>
      </p:sp>
      <p:sp>
        <p:nvSpPr>
          <p:cNvPr id="1096" name="Image"/>
          <p:cNvSpPr>
            <a:spLocks noGrp="1"/>
          </p:cNvSpPr>
          <p:nvPr>
            <p:ph type="pic" idx="23"/>
          </p:nvPr>
        </p:nvSpPr>
        <p:spPr>
          <a:xfrm>
            <a:off x="8726337" y="-4614304"/>
            <a:ext cx="12828094" cy="12828094"/>
          </a:xfrm>
          <a:prstGeom prst="rect">
            <a:avLst/>
          </a:prstGeom>
        </p:spPr>
        <p:txBody>
          <a:bodyPr lIns="91439" tIns="45719" rIns="91439" bIns="45719">
            <a:noAutofit/>
          </a:bodyPr>
          <a:lstStyle/>
          <a:p>
            <a:endParaRPr/>
          </a:p>
        </p:txBody>
      </p:sp>
      <p:sp>
        <p:nvSpPr>
          <p:cNvPr id="1097"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098"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12342298" y="8510963"/>
            <a:ext cx="5596261" cy="285132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1099"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18239122" y="1392805"/>
            <a:ext cx="5596260" cy="285132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1100" name="Caption"/>
          <p:cNvSpPr txBox="1">
            <a:spLocks noGrp="1"/>
          </p:cNvSpPr>
          <p:nvPr>
            <p:ph type="body" sz="quarter" idx="27"/>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1101" name="Title of section…"/>
          <p:cNvSpPr txBox="1">
            <a:spLocks noGrp="1"/>
          </p:cNvSpPr>
          <p:nvPr>
            <p:ph type="body" sz="quarter" idx="28"/>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110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3 imgs grid + title + body 2 – Grey">
    <p:bg>
      <p:bgPr>
        <a:solidFill>
          <a:srgbClr val="CCCDD1"/>
        </a:solidFill>
        <a:effectLst/>
      </p:bgPr>
    </p:bg>
    <p:spTree>
      <p:nvGrpSpPr>
        <p:cNvPr id="1" name=""/>
        <p:cNvGrpSpPr/>
        <p:nvPr/>
      </p:nvGrpSpPr>
      <p:grpSpPr>
        <a:xfrm>
          <a:off x="0" y="0"/>
          <a:ext cx="0" cy="0"/>
          <a:chOff x="0" y="0"/>
          <a:chExt cx="0" cy="0"/>
        </a:xfrm>
      </p:grpSpPr>
      <p:sp>
        <p:nvSpPr>
          <p:cNvPr id="1124" name="Image"/>
          <p:cNvSpPr>
            <a:spLocks noGrp="1"/>
          </p:cNvSpPr>
          <p:nvPr>
            <p:ph type="pic" sz="half" idx="21"/>
          </p:nvPr>
        </p:nvSpPr>
        <p:spPr>
          <a:xfrm>
            <a:off x="15072075" y="4073347"/>
            <a:ext cx="9963729" cy="9963729"/>
          </a:xfrm>
          <a:prstGeom prst="rect">
            <a:avLst/>
          </a:prstGeom>
        </p:spPr>
        <p:txBody>
          <a:bodyPr lIns="91439" tIns="45719" rIns="91439" bIns="45719">
            <a:noAutofit/>
          </a:bodyPr>
          <a:lstStyle/>
          <a:p>
            <a:endParaRPr/>
          </a:p>
        </p:txBody>
      </p:sp>
      <p:sp>
        <p:nvSpPr>
          <p:cNvPr id="1125" name="Image"/>
          <p:cNvSpPr>
            <a:spLocks noGrp="1"/>
          </p:cNvSpPr>
          <p:nvPr>
            <p:ph type="pic" sz="half" idx="22"/>
          </p:nvPr>
        </p:nvSpPr>
        <p:spPr>
          <a:xfrm>
            <a:off x="7210149" y="-397671"/>
            <a:ext cx="9963729" cy="9963729"/>
          </a:xfrm>
          <a:prstGeom prst="rect">
            <a:avLst/>
          </a:prstGeom>
        </p:spPr>
        <p:txBody>
          <a:bodyPr lIns="91439" tIns="45719" rIns="91439" bIns="45719">
            <a:noAutofit/>
          </a:bodyPr>
          <a:lstStyle/>
          <a:p>
            <a:endParaRPr/>
          </a:p>
        </p:txBody>
      </p:sp>
      <p:sp>
        <p:nvSpPr>
          <p:cNvPr id="1126"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127"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8413737" y="9799333"/>
            <a:ext cx="7556526" cy="2154300"/>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 Ut enim ad minim veniam, quis nostrud exercitation ullamco laboris nisi ut aliquip ex ea commodo consequat.</a:t>
            </a:r>
          </a:p>
        </p:txBody>
      </p:sp>
      <p:sp>
        <p:nvSpPr>
          <p:cNvPr id="1128"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16275732" y="1709085"/>
            <a:ext cx="7556525" cy="2154299"/>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 Ut enim ad minim veniam, quis nostrud exercitation ullamco laboris nisi ut aliquip ex ea commodo consequat.</a:t>
            </a:r>
          </a:p>
        </p:txBody>
      </p:sp>
      <p:sp>
        <p:nvSpPr>
          <p:cNvPr id="1129" name="Image"/>
          <p:cNvSpPr>
            <a:spLocks noGrp="1"/>
          </p:cNvSpPr>
          <p:nvPr>
            <p:ph type="pic" sz="half" idx="26"/>
          </p:nvPr>
        </p:nvSpPr>
        <p:spPr>
          <a:xfrm>
            <a:off x="-651779" y="4142101"/>
            <a:ext cx="9963730" cy="9963729"/>
          </a:xfrm>
          <a:prstGeom prst="rect">
            <a:avLst/>
          </a:prstGeom>
        </p:spPr>
        <p:txBody>
          <a:bodyPr lIns="91439" tIns="45719" rIns="91439" bIns="45719">
            <a:noAutofit/>
          </a:bodyPr>
          <a:lstStyle/>
          <a:p>
            <a:endParaRPr/>
          </a:p>
        </p:txBody>
      </p:sp>
      <p:sp>
        <p:nvSpPr>
          <p:cNvPr id="1130" name="Caption"/>
          <p:cNvSpPr txBox="1">
            <a:spLocks noGrp="1"/>
          </p:cNvSpPr>
          <p:nvPr>
            <p:ph type="body" sz="quarter" idx="27"/>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1131" name="Title of section…"/>
          <p:cNvSpPr txBox="1">
            <a:spLocks noGrp="1"/>
          </p:cNvSpPr>
          <p:nvPr>
            <p:ph type="body" sz="quarter" idx="28"/>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113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3 imgs grid + title + body 2 – Dark">
    <p:bg>
      <p:bgPr>
        <a:solidFill>
          <a:srgbClr val="000000"/>
        </a:solidFill>
        <a:effectLst/>
      </p:bgPr>
    </p:bg>
    <p:spTree>
      <p:nvGrpSpPr>
        <p:cNvPr id="1" name=""/>
        <p:cNvGrpSpPr/>
        <p:nvPr/>
      </p:nvGrpSpPr>
      <p:grpSpPr>
        <a:xfrm>
          <a:off x="0" y="0"/>
          <a:ext cx="0" cy="0"/>
          <a:chOff x="0" y="0"/>
          <a:chExt cx="0" cy="0"/>
        </a:xfrm>
      </p:grpSpPr>
      <p:sp>
        <p:nvSpPr>
          <p:cNvPr id="1139" name="Image"/>
          <p:cNvSpPr>
            <a:spLocks noGrp="1"/>
          </p:cNvSpPr>
          <p:nvPr>
            <p:ph type="pic" sz="half" idx="21"/>
          </p:nvPr>
        </p:nvSpPr>
        <p:spPr>
          <a:xfrm>
            <a:off x="15072075" y="4073347"/>
            <a:ext cx="9963729" cy="9963729"/>
          </a:xfrm>
          <a:prstGeom prst="rect">
            <a:avLst/>
          </a:prstGeom>
        </p:spPr>
        <p:txBody>
          <a:bodyPr lIns="91439" tIns="45719" rIns="91439" bIns="45719">
            <a:noAutofit/>
          </a:bodyPr>
          <a:lstStyle/>
          <a:p>
            <a:endParaRPr/>
          </a:p>
        </p:txBody>
      </p:sp>
      <p:sp>
        <p:nvSpPr>
          <p:cNvPr id="1140" name="Image"/>
          <p:cNvSpPr>
            <a:spLocks noGrp="1"/>
          </p:cNvSpPr>
          <p:nvPr>
            <p:ph type="pic" sz="half" idx="22"/>
          </p:nvPr>
        </p:nvSpPr>
        <p:spPr>
          <a:xfrm>
            <a:off x="7210149" y="-397671"/>
            <a:ext cx="9963729" cy="9963729"/>
          </a:xfrm>
          <a:prstGeom prst="rect">
            <a:avLst/>
          </a:prstGeom>
        </p:spPr>
        <p:txBody>
          <a:bodyPr lIns="91439" tIns="45719" rIns="91439" bIns="45719">
            <a:noAutofit/>
          </a:bodyPr>
          <a:lstStyle/>
          <a:p>
            <a:endParaRPr/>
          </a:p>
        </p:txBody>
      </p:sp>
      <p:sp>
        <p:nvSpPr>
          <p:cNvPr id="1141"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8413737" y="9799333"/>
            <a:ext cx="7556526" cy="2154300"/>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1142"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16275732" y="1709085"/>
            <a:ext cx="7556525" cy="2154299"/>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1143" name="Image"/>
          <p:cNvSpPr>
            <a:spLocks noGrp="1"/>
          </p:cNvSpPr>
          <p:nvPr>
            <p:ph type="pic" sz="half" idx="25"/>
          </p:nvPr>
        </p:nvSpPr>
        <p:spPr>
          <a:xfrm>
            <a:off x="-651779" y="4142101"/>
            <a:ext cx="9963730" cy="9963729"/>
          </a:xfrm>
          <a:prstGeom prst="rect">
            <a:avLst/>
          </a:prstGeom>
        </p:spPr>
        <p:txBody>
          <a:bodyPr lIns="91439" tIns="45719" rIns="91439" bIns="45719">
            <a:noAutofit/>
          </a:bodyPr>
          <a:lstStyle/>
          <a:p>
            <a:endParaRPr/>
          </a:p>
        </p:txBody>
      </p:sp>
      <p:sp>
        <p:nvSpPr>
          <p:cNvPr id="1144"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145" name="Caption"/>
          <p:cNvSpPr txBox="1">
            <a:spLocks noGrp="1"/>
          </p:cNvSpPr>
          <p:nvPr>
            <p:ph type="body" sz="quarter" idx="27"/>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1146" name="Title of section…"/>
          <p:cNvSpPr txBox="1">
            <a:spLocks noGrp="1"/>
          </p:cNvSpPr>
          <p:nvPr>
            <p:ph type="body" sz="quarter" idx="28"/>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114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name="8 imgs grid + body – Grey">
    <p:bg>
      <p:bgPr>
        <a:solidFill>
          <a:srgbClr val="CCCDD1"/>
        </a:solidFill>
        <a:effectLst/>
      </p:bgPr>
    </p:bg>
    <p:spTree>
      <p:nvGrpSpPr>
        <p:cNvPr id="1" name=""/>
        <p:cNvGrpSpPr/>
        <p:nvPr/>
      </p:nvGrpSpPr>
      <p:grpSpPr>
        <a:xfrm>
          <a:off x="0" y="0"/>
          <a:ext cx="0" cy="0"/>
          <a:chOff x="0" y="0"/>
          <a:chExt cx="0" cy="0"/>
        </a:xfrm>
      </p:grpSpPr>
      <p:sp>
        <p:nvSpPr>
          <p:cNvPr id="1178" name="Image"/>
          <p:cNvSpPr>
            <a:spLocks noGrp="1"/>
          </p:cNvSpPr>
          <p:nvPr>
            <p:ph type="pic" sz="half" idx="21"/>
          </p:nvPr>
        </p:nvSpPr>
        <p:spPr>
          <a:xfrm>
            <a:off x="5243215" y="420180"/>
            <a:ext cx="9963729" cy="9963729"/>
          </a:xfrm>
          <a:prstGeom prst="rect">
            <a:avLst/>
          </a:prstGeom>
        </p:spPr>
        <p:txBody>
          <a:bodyPr lIns="91439" tIns="45719" rIns="91439" bIns="45719">
            <a:noAutofit/>
          </a:bodyPr>
          <a:lstStyle/>
          <a:p>
            <a:endParaRPr/>
          </a:p>
        </p:txBody>
      </p:sp>
      <p:sp>
        <p:nvSpPr>
          <p:cNvPr id="1179" name="Title  Lorem ipsum dolor sit amet, consectetur adipiscing elit, sed do eiusmod tempor."/>
          <p:cNvSpPr txBox="1">
            <a:spLocks noGrp="1"/>
          </p:cNvSpPr>
          <p:nvPr>
            <p:ph type="body" sz="quarter" idx="22"/>
          </p:nvPr>
        </p:nvSpPr>
        <p:spPr>
          <a:xfrm>
            <a:off x="6455491" y="4864367"/>
            <a:ext cx="5596261"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180" name="Image"/>
          <p:cNvSpPr>
            <a:spLocks noGrp="1"/>
          </p:cNvSpPr>
          <p:nvPr>
            <p:ph type="pic" sz="half" idx="23"/>
          </p:nvPr>
        </p:nvSpPr>
        <p:spPr>
          <a:xfrm>
            <a:off x="5243215" y="6936552"/>
            <a:ext cx="9963729" cy="9963729"/>
          </a:xfrm>
          <a:prstGeom prst="rect">
            <a:avLst/>
          </a:prstGeom>
        </p:spPr>
        <p:txBody>
          <a:bodyPr lIns="91439" tIns="45719" rIns="91439" bIns="45719">
            <a:noAutofit/>
          </a:bodyPr>
          <a:lstStyle/>
          <a:p>
            <a:endParaRPr/>
          </a:p>
        </p:txBody>
      </p:sp>
      <p:sp>
        <p:nvSpPr>
          <p:cNvPr id="1181" name="Title  Lorem ipsum dolor sit amet, consectetur adipiscing elit, sed do eiusmod tempor."/>
          <p:cNvSpPr txBox="1">
            <a:spLocks noGrp="1"/>
          </p:cNvSpPr>
          <p:nvPr>
            <p:ph type="body" sz="quarter" idx="24"/>
          </p:nvPr>
        </p:nvSpPr>
        <p:spPr>
          <a:xfrm>
            <a:off x="6455491" y="11380739"/>
            <a:ext cx="5596261"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182" name="Image"/>
          <p:cNvSpPr>
            <a:spLocks noGrp="1"/>
          </p:cNvSpPr>
          <p:nvPr>
            <p:ph type="pic" sz="half" idx="25"/>
          </p:nvPr>
        </p:nvSpPr>
        <p:spPr>
          <a:xfrm>
            <a:off x="-651779" y="420180"/>
            <a:ext cx="9963730" cy="9963729"/>
          </a:xfrm>
          <a:prstGeom prst="rect">
            <a:avLst/>
          </a:prstGeom>
        </p:spPr>
        <p:txBody>
          <a:bodyPr lIns="91439" tIns="45719" rIns="91439" bIns="45719">
            <a:noAutofit/>
          </a:bodyPr>
          <a:lstStyle/>
          <a:p>
            <a:endParaRPr/>
          </a:p>
        </p:txBody>
      </p:sp>
      <p:sp>
        <p:nvSpPr>
          <p:cNvPr id="1183" name="Title  Lorem ipsum dolor sit amet, consectetur adipiscing elit, sed do eiusmod tempor."/>
          <p:cNvSpPr txBox="1">
            <a:spLocks noGrp="1"/>
          </p:cNvSpPr>
          <p:nvPr>
            <p:ph type="body" sz="quarter" idx="26"/>
          </p:nvPr>
        </p:nvSpPr>
        <p:spPr>
          <a:xfrm>
            <a:off x="560498" y="4864367"/>
            <a:ext cx="5596260"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184" name="Image"/>
          <p:cNvSpPr>
            <a:spLocks noGrp="1"/>
          </p:cNvSpPr>
          <p:nvPr>
            <p:ph type="pic" sz="half" idx="27"/>
          </p:nvPr>
        </p:nvSpPr>
        <p:spPr>
          <a:xfrm>
            <a:off x="-651779" y="6936552"/>
            <a:ext cx="9963730" cy="9963729"/>
          </a:xfrm>
          <a:prstGeom prst="rect">
            <a:avLst/>
          </a:prstGeom>
        </p:spPr>
        <p:txBody>
          <a:bodyPr lIns="91439" tIns="45719" rIns="91439" bIns="45719">
            <a:noAutofit/>
          </a:bodyPr>
          <a:lstStyle/>
          <a:p>
            <a:endParaRPr/>
          </a:p>
        </p:txBody>
      </p:sp>
      <p:sp>
        <p:nvSpPr>
          <p:cNvPr id="1185" name="Title  Lorem ipsum dolor sit amet, consectetur adipiscing elit, sed do eiusmod tempor."/>
          <p:cNvSpPr txBox="1">
            <a:spLocks noGrp="1"/>
          </p:cNvSpPr>
          <p:nvPr>
            <p:ph type="body" sz="quarter" idx="28"/>
          </p:nvPr>
        </p:nvSpPr>
        <p:spPr>
          <a:xfrm>
            <a:off x="560498" y="11380739"/>
            <a:ext cx="5596260"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186" name="Image"/>
          <p:cNvSpPr>
            <a:spLocks noGrp="1"/>
          </p:cNvSpPr>
          <p:nvPr>
            <p:ph type="pic" sz="half" idx="29"/>
          </p:nvPr>
        </p:nvSpPr>
        <p:spPr>
          <a:xfrm>
            <a:off x="11140902" y="420180"/>
            <a:ext cx="9963730" cy="9963729"/>
          </a:xfrm>
          <a:prstGeom prst="rect">
            <a:avLst/>
          </a:prstGeom>
        </p:spPr>
        <p:txBody>
          <a:bodyPr lIns="91439" tIns="45719" rIns="91439" bIns="45719">
            <a:noAutofit/>
          </a:bodyPr>
          <a:lstStyle/>
          <a:p>
            <a:endParaRPr/>
          </a:p>
        </p:txBody>
      </p:sp>
      <p:sp>
        <p:nvSpPr>
          <p:cNvPr id="1187" name="Title  Lorem ipsum dolor sit amet, consectetur adipiscing elit, sed do eiusmod tempor."/>
          <p:cNvSpPr txBox="1">
            <a:spLocks noGrp="1"/>
          </p:cNvSpPr>
          <p:nvPr>
            <p:ph type="body" sz="quarter" idx="30"/>
          </p:nvPr>
        </p:nvSpPr>
        <p:spPr>
          <a:xfrm>
            <a:off x="12353179" y="4864367"/>
            <a:ext cx="5596260"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188" name="Image"/>
          <p:cNvSpPr>
            <a:spLocks noGrp="1"/>
          </p:cNvSpPr>
          <p:nvPr>
            <p:ph type="pic" sz="half" idx="31"/>
          </p:nvPr>
        </p:nvSpPr>
        <p:spPr>
          <a:xfrm>
            <a:off x="11140902" y="6936552"/>
            <a:ext cx="9963730" cy="9963729"/>
          </a:xfrm>
          <a:prstGeom prst="rect">
            <a:avLst/>
          </a:prstGeom>
        </p:spPr>
        <p:txBody>
          <a:bodyPr lIns="91439" tIns="45719" rIns="91439" bIns="45719">
            <a:noAutofit/>
          </a:bodyPr>
          <a:lstStyle/>
          <a:p>
            <a:endParaRPr/>
          </a:p>
        </p:txBody>
      </p:sp>
      <p:sp>
        <p:nvSpPr>
          <p:cNvPr id="1189" name="Title  Lorem ipsum dolor sit amet, consectetur adipiscing elit, sed do eiusmod tempor."/>
          <p:cNvSpPr txBox="1">
            <a:spLocks noGrp="1"/>
          </p:cNvSpPr>
          <p:nvPr>
            <p:ph type="body" sz="quarter" idx="32"/>
          </p:nvPr>
        </p:nvSpPr>
        <p:spPr>
          <a:xfrm>
            <a:off x="12353179" y="11380739"/>
            <a:ext cx="5596260"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190" name="Image"/>
          <p:cNvSpPr>
            <a:spLocks noGrp="1"/>
          </p:cNvSpPr>
          <p:nvPr>
            <p:ph type="pic" sz="half" idx="33"/>
          </p:nvPr>
        </p:nvSpPr>
        <p:spPr>
          <a:xfrm>
            <a:off x="17038590" y="420180"/>
            <a:ext cx="9963730" cy="9963729"/>
          </a:xfrm>
          <a:prstGeom prst="rect">
            <a:avLst/>
          </a:prstGeom>
        </p:spPr>
        <p:txBody>
          <a:bodyPr lIns="91439" tIns="45719" rIns="91439" bIns="45719">
            <a:noAutofit/>
          </a:bodyPr>
          <a:lstStyle/>
          <a:p>
            <a:endParaRPr/>
          </a:p>
        </p:txBody>
      </p:sp>
      <p:sp>
        <p:nvSpPr>
          <p:cNvPr id="1191" name="Title  Lorem ipsum dolor sit amet, consectetur adipiscing elit, sed do eiusmod tempor."/>
          <p:cNvSpPr txBox="1">
            <a:spLocks noGrp="1"/>
          </p:cNvSpPr>
          <p:nvPr>
            <p:ph type="body" sz="quarter" idx="34"/>
          </p:nvPr>
        </p:nvSpPr>
        <p:spPr>
          <a:xfrm>
            <a:off x="18250867" y="4864367"/>
            <a:ext cx="5596260"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192" name="Image"/>
          <p:cNvSpPr>
            <a:spLocks noGrp="1"/>
          </p:cNvSpPr>
          <p:nvPr>
            <p:ph type="pic" sz="half" idx="35"/>
          </p:nvPr>
        </p:nvSpPr>
        <p:spPr>
          <a:xfrm>
            <a:off x="17038590" y="6936552"/>
            <a:ext cx="9963730" cy="9963729"/>
          </a:xfrm>
          <a:prstGeom prst="rect">
            <a:avLst/>
          </a:prstGeom>
        </p:spPr>
        <p:txBody>
          <a:bodyPr lIns="91439" tIns="45719" rIns="91439" bIns="45719">
            <a:noAutofit/>
          </a:bodyPr>
          <a:lstStyle/>
          <a:p>
            <a:endParaRPr/>
          </a:p>
        </p:txBody>
      </p:sp>
      <p:sp>
        <p:nvSpPr>
          <p:cNvPr id="1193" name="Title  Lorem ipsum dolor sit amet, consectetur adipiscing elit, sed do eiusmod tempor."/>
          <p:cNvSpPr txBox="1">
            <a:spLocks noGrp="1"/>
          </p:cNvSpPr>
          <p:nvPr>
            <p:ph type="body" sz="quarter" idx="36"/>
          </p:nvPr>
        </p:nvSpPr>
        <p:spPr>
          <a:xfrm>
            <a:off x="18250867" y="11380739"/>
            <a:ext cx="5596260"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194" name="Text"/>
          <p:cNvSpPr txBox="1">
            <a:spLocks noGrp="1"/>
          </p:cNvSpPr>
          <p:nvPr>
            <p:ph type="body" sz="quarter" idx="37"/>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19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name="8 imgs grid + body – Dark">
    <p:bg>
      <p:bgPr>
        <a:solidFill>
          <a:srgbClr val="000000"/>
        </a:solidFill>
        <a:effectLst/>
      </p:bgPr>
    </p:bg>
    <p:spTree>
      <p:nvGrpSpPr>
        <p:cNvPr id="1" name=""/>
        <p:cNvGrpSpPr/>
        <p:nvPr/>
      </p:nvGrpSpPr>
      <p:grpSpPr>
        <a:xfrm>
          <a:off x="0" y="0"/>
          <a:ext cx="0" cy="0"/>
          <a:chOff x="0" y="0"/>
          <a:chExt cx="0" cy="0"/>
        </a:xfrm>
      </p:grpSpPr>
      <p:sp>
        <p:nvSpPr>
          <p:cNvPr id="1202" name="Image"/>
          <p:cNvSpPr>
            <a:spLocks noGrp="1"/>
          </p:cNvSpPr>
          <p:nvPr>
            <p:ph type="pic" sz="half" idx="21"/>
          </p:nvPr>
        </p:nvSpPr>
        <p:spPr>
          <a:xfrm>
            <a:off x="5243215" y="420180"/>
            <a:ext cx="9963729" cy="9963729"/>
          </a:xfrm>
          <a:prstGeom prst="rect">
            <a:avLst/>
          </a:prstGeom>
        </p:spPr>
        <p:txBody>
          <a:bodyPr lIns="91439" tIns="45719" rIns="91439" bIns="45719">
            <a:noAutofit/>
          </a:bodyPr>
          <a:lstStyle/>
          <a:p>
            <a:endParaRPr/>
          </a:p>
        </p:txBody>
      </p:sp>
      <p:sp>
        <p:nvSpPr>
          <p:cNvPr id="1203" name="Image"/>
          <p:cNvSpPr>
            <a:spLocks noGrp="1"/>
          </p:cNvSpPr>
          <p:nvPr>
            <p:ph type="pic" sz="half" idx="22"/>
          </p:nvPr>
        </p:nvSpPr>
        <p:spPr>
          <a:xfrm>
            <a:off x="5243215" y="6936552"/>
            <a:ext cx="9963729" cy="9963729"/>
          </a:xfrm>
          <a:prstGeom prst="rect">
            <a:avLst/>
          </a:prstGeom>
        </p:spPr>
        <p:txBody>
          <a:bodyPr lIns="91439" tIns="45719" rIns="91439" bIns="45719">
            <a:noAutofit/>
          </a:bodyPr>
          <a:lstStyle/>
          <a:p>
            <a:endParaRPr/>
          </a:p>
        </p:txBody>
      </p:sp>
      <p:sp>
        <p:nvSpPr>
          <p:cNvPr id="1204" name="Image"/>
          <p:cNvSpPr>
            <a:spLocks noGrp="1"/>
          </p:cNvSpPr>
          <p:nvPr>
            <p:ph type="pic" sz="half" idx="23"/>
          </p:nvPr>
        </p:nvSpPr>
        <p:spPr>
          <a:xfrm>
            <a:off x="-651779" y="420180"/>
            <a:ext cx="9963730" cy="9963729"/>
          </a:xfrm>
          <a:prstGeom prst="rect">
            <a:avLst/>
          </a:prstGeom>
        </p:spPr>
        <p:txBody>
          <a:bodyPr lIns="91439" tIns="45719" rIns="91439" bIns="45719">
            <a:noAutofit/>
          </a:bodyPr>
          <a:lstStyle/>
          <a:p>
            <a:endParaRPr/>
          </a:p>
        </p:txBody>
      </p:sp>
      <p:sp>
        <p:nvSpPr>
          <p:cNvPr id="1205" name="Title  Lorem ipsum dolor sit amet, consectetur adipiscing elit, sed do eiusmod tempor."/>
          <p:cNvSpPr txBox="1">
            <a:spLocks noGrp="1"/>
          </p:cNvSpPr>
          <p:nvPr>
            <p:ph type="body" sz="quarter" idx="24"/>
          </p:nvPr>
        </p:nvSpPr>
        <p:spPr>
          <a:xfrm>
            <a:off x="560498" y="4864367"/>
            <a:ext cx="5596260" cy="1457273"/>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a:t>
            </a:r>
          </a:p>
        </p:txBody>
      </p:sp>
      <p:sp>
        <p:nvSpPr>
          <p:cNvPr id="1206" name="Image"/>
          <p:cNvSpPr>
            <a:spLocks noGrp="1"/>
          </p:cNvSpPr>
          <p:nvPr>
            <p:ph type="pic" sz="half" idx="25"/>
          </p:nvPr>
        </p:nvSpPr>
        <p:spPr>
          <a:xfrm>
            <a:off x="-651779" y="6936552"/>
            <a:ext cx="9963730" cy="9963729"/>
          </a:xfrm>
          <a:prstGeom prst="rect">
            <a:avLst/>
          </a:prstGeom>
        </p:spPr>
        <p:txBody>
          <a:bodyPr lIns="91439" tIns="45719" rIns="91439" bIns="45719">
            <a:noAutofit/>
          </a:bodyPr>
          <a:lstStyle/>
          <a:p>
            <a:endParaRPr/>
          </a:p>
        </p:txBody>
      </p:sp>
      <p:sp>
        <p:nvSpPr>
          <p:cNvPr id="1207" name="Image"/>
          <p:cNvSpPr>
            <a:spLocks noGrp="1"/>
          </p:cNvSpPr>
          <p:nvPr>
            <p:ph type="pic" sz="half" idx="26"/>
          </p:nvPr>
        </p:nvSpPr>
        <p:spPr>
          <a:xfrm>
            <a:off x="11140902" y="420180"/>
            <a:ext cx="9963730" cy="9963729"/>
          </a:xfrm>
          <a:prstGeom prst="rect">
            <a:avLst/>
          </a:prstGeom>
        </p:spPr>
        <p:txBody>
          <a:bodyPr lIns="91439" tIns="45719" rIns="91439" bIns="45719">
            <a:noAutofit/>
          </a:bodyPr>
          <a:lstStyle/>
          <a:p>
            <a:endParaRPr/>
          </a:p>
        </p:txBody>
      </p:sp>
      <p:sp>
        <p:nvSpPr>
          <p:cNvPr id="1208" name="Image"/>
          <p:cNvSpPr>
            <a:spLocks noGrp="1"/>
          </p:cNvSpPr>
          <p:nvPr>
            <p:ph type="pic" sz="half" idx="27"/>
          </p:nvPr>
        </p:nvSpPr>
        <p:spPr>
          <a:xfrm>
            <a:off x="11140902" y="6936552"/>
            <a:ext cx="9963730" cy="9963729"/>
          </a:xfrm>
          <a:prstGeom prst="rect">
            <a:avLst/>
          </a:prstGeom>
        </p:spPr>
        <p:txBody>
          <a:bodyPr lIns="91439" tIns="45719" rIns="91439" bIns="45719">
            <a:noAutofit/>
          </a:bodyPr>
          <a:lstStyle/>
          <a:p>
            <a:endParaRPr/>
          </a:p>
        </p:txBody>
      </p:sp>
      <p:sp>
        <p:nvSpPr>
          <p:cNvPr id="1209" name="Image"/>
          <p:cNvSpPr>
            <a:spLocks noGrp="1"/>
          </p:cNvSpPr>
          <p:nvPr>
            <p:ph type="pic" sz="half" idx="28"/>
          </p:nvPr>
        </p:nvSpPr>
        <p:spPr>
          <a:xfrm>
            <a:off x="17038590" y="420180"/>
            <a:ext cx="9963730" cy="9963729"/>
          </a:xfrm>
          <a:prstGeom prst="rect">
            <a:avLst/>
          </a:prstGeom>
        </p:spPr>
        <p:txBody>
          <a:bodyPr lIns="91439" tIns="45719" rIns="91439" bIns="45719">
            <a:noAutofit/>
          </a:bodyPr>
          <a:lstStyle/>
          <a:p>
            <a:endParaRPr/>
          </a:p>
        </p:txBody>
      </p:sp>
      <p:sp>
        <p:nvSpPr>
          <p:cNvPr id="1210" name="Image"/>
          <p:cNvSpPr>
            <a:spLocks noGrp="1"/>
          </p:cNvSpPr>
          <p:nvPr>
            <p:ph type="pic" sz="half" idx="29"/>
          </p:nvPr>
        </p:nvSpPr>
        <p:spPr>
          <a:xfrm>
            <a:off x="17038590" y="6936552"/>
            <a:ext cx="9963730" cy="9963729"/>
          </a:xfrm>
          <a:prstGeom prst="rect">
            <a:avLst/>
          </a:prstGeom>
        </p:spPr>
        <p:txBody>
          <a:bodyPr lIns="91439" tIns="45719" rIns="91439" bIns="45719">
            <a:noAutofit/>
          </a:bodyPr>
          <a:lstStyle/>
          <a:p>
            <a:endParaRPr/>
          </a:p>
        </p:txBody>
      </p:sp>
      <p:sp>
        <p:nvSpPr>
          <p:cNvPr id="1211" name="Text"/>
          <p:cNvSpPr txBox="1">
            <a:spLocks noGrp="1"/>
          </p:cNvSpPr>
          <p:nvPr>
            <p:ph type="body" sz="quarter" idx="30"/>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212" name="Title  Lorem ipsum dolor sit amet, consectetur adipiscing elit, sed do eiusmod tempor."/>
          <p:cNvSpPr txBox="1">
            <a:spLocks noGrp="1"/>
          </p:cNvSpPr>
          <p:nvPr>
            <p:ph type="body" sz="quarter" idx="31"/>
          </p:nvPr>
        </p:nvSpPr>
        <p:spPr>
          <a:xfrm>
            <a:off x="6443746" y="4864367"/>
            <a:ext cx="5596260" cy="1457273"/>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a:t>
            </a:r>
          </a:p>
        </p:txBody>
      </p:sp>
      <p:sp>
        <p:nvSpPr>
          <p:cNvPr id="1213" name="Title  Lorem ipsum dolor sit amet, consectetur adipiscing elit, sed do eiusmod tempor."/>
          <p:cNvSpPr txBox="1">
            <a:spLocks noGrp="1"/>
          </p:cNvSpPr>
          <p:nvPr>
            <p:ph type="body" sz="quarter" idx="32"/>
          </p:nvPr>
        </p:nvSpPr>
        <p:spPr>
          <a:xfrm>
            <a:off x="12353179" y="4864367"/>
            <a:ext cx="5596260" cy="1457273"/>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a:t>
            </a:r>
          </a:p>
        </p:txBody>
      </p:sp>
      <p:sp>
        <p:nvSpPr>
          <p:cNvPr id="1214" name="Title  Lorem ipsum dolor sit amet, consectetur adipiscing elit, sed do eiusmod tempor."/>
          <p:cNvSpPr txBox="1">
            <a:spLocks noGrp="1"/>
          </p:cNvSpPr>
          <p:nvPr>
            <p:ph type="body" sz="quarter" idx="33"/>
          </p:nvPr>
        </p:nvSpPr>
        <p:spPr>
          <a:xfrm>
            <a:off x="18239122" y="4864367"/>
            <a:ext cx="5596260" cy="1457273"/>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a:t>
            </a:r>
          </a:p>
        </p:txBody>
      </p:sp>
      <p:sp>
        <p:nvSpPr>
          <p:cNvPr id="1215" name="Title  Lorem ipsum dolor sit amet, consectetur adipiscing elit, sed do eiusmod tempor."/>
          <p:cNvSpPr txBox="1">
            <a:spLocks noGrp="1"/>
          </p:cNvSpPr>
          <p:nvPr>
            <p:ph type="body" sz="quarter" idx="34"/>
          </p:nvPr>
        </p:nvSpPr>
        <p:spPr>
          <a:xfrm>
            <a:off x="560498" y="11380739"/>
            <a:ext cx="5596260" cy="1457273"/>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a:t>
            </a:r>
          </a:p>
        </p:txBody>
      </p:sp>
      <p:sp>
        <p:nvSpPr>
          <p:cNvPr id="1216" name="Title  Lorem ipsum dolor sit amet, consectetur adipiscing elit, sed do eiusmod tempor."/>
          <p:cNvSpPr txBox="1">
            <a:spLocks noGrp="1"/>
          </p:cNvSpPr>
          <p:nvPr>
            <p:ph type="body" sz="quarter" idx="35"/>
          </p:nvPr>
        </p:nvSpPr>
        <p:spPr>
          <a:xfrm>
            <a:off x="6443746" y="11380739"/>
            <a:ext cx="5596260" cy="1457273"/>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a:t>
            </a:r>
          </a:p>
        </p:txBody>
      </p:sp>
      <p:sp>
        <p:nvSpPr>
          <p:cNvPr id="1217" name="Title  Lorem ipsum dolor sit amet, consectetur adipiscing elit, sed do eiusmod tempor."/>
          <p:cNvSpPr txBox="1">
            <a:spLocks noGrp="1"/>
          </p:cNvSpPr>
          <p:nvPr>
            <p:ph type="body" sz="quarter" idx="36"/>
          </p:nvPr>
        </p:nvSpPr>
        <p:spPr>
          <a:xfrm>
            <a:off x="12353179" y="11380739"/>
            <a:ext cx="5596260" cy="1457273"/>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a:t>
            </a:r>
          </a:p>
        </p:txBody>
      </p:sp>
      <p:sp>
        <p:nvSpPr>
          <p:cNvPr id="1218" name="Title  Lorem ipsum dolor sit amet, consectetur adipiscing elit, sed do eiusmod tempor."/>
          <p:cNvSpPr txBox="1">
            <a:spLocks noGrp="1"/>
          </p:cNvSpPr>
          <p:nvPr>
            <p:ph type="body" sz="quarter" idx="37"/>
          </p:nvPr>
        </p:nvSpPr>
        <p:spPr>
          <a:xfrm>
            <a:off x="18239122" y="11380739"/>
            <a:ext cx="5596260" cy="1457273"/>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a:t>
            </a:r>
          </a:p>
        </p:txBody>
      </p:sp>
      <p:sp>
        <p:nvSpPr>
          <p:cNvPr id="121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6 imgs grid – Grey">
    <p:bg>
      <p:bgPr>
        <a:solidFill>
          <a:srgbClr val="CCCDD1"/>
        </a:solidFill>
        <a:effectLst/>
      </p:bgPr>
    </p:bg>
    <p:spTree>
      <p:nvGrpSpPr>
        <p:cNvPr id="1" name=""/>
        <p:cNvGrpSpPr/>
        <p:nvPr/>
      </p:nvGrpSpPr>
      <p:grpSpPr>
        <a:xfrm>
          <a:off x="0" y="0"/>
          <a:ext cx="0" cy="0"/>
          <a:chOff x="0" y="0"/>
          <a:chExt cx="0" cy="0"/>
        </a:xfrm>
      </p:grpSpPr>
      <p:sp>
        <p:nvSpPr>
          <p:cNvPr id="1240" name="Image"/>
          <p:cNvSpPr>
            <a:spLocks noGrp="1"/>
          </p:cNvSpPr>
          <p:nvPr>
            <p:ph type="pic" sz="half" idx="21"/>
          </p:nvPr>
        </p:nvSpPr>
        <p:spPr>
          <a:xfrm>
            <a:off x="15072075" y="419812"/>
            <a:ext cx="9963729" cy="10009333"/>
          </a:xfrm>
          <a:prstGeom prst="rect">
            <a:avLst/>
          </a:prstGeom>
        </p:spPr>
        <p:txBody>
          <a:bodyPr lIns="91439" tIns="45719" rIns="91439" bIns="45719">
            <a:noAutofit/>
          </a:bodyPr>
          <a:lstStyle/>
          <a:p>
            <a:endParaRPr/>
          </a:p>
        </p:txBody>
      </p:sp>
      <p:sp>
        <p:nvSpPr>
          <p:cNvPr id="1241" name="Image"/>
          <p:cNvSpPr>
            <a:spLocks noGrp="1"/>
          </p:cNvSpPr>
          <p:nvPr>
            <p:ph type="pic" sz="half" idx="22"/>
          </p:nvPr>
        </p:nvSpPr>
        <p:spPr>
          <a:xfrm>
            <a:off x="15072075" y="6910152"/>
            <a:ext cx="9963729" cy="10009333"/>
          </a:xfrm>
          <a:prstGeom prst="rect">
            <a:avLst/>
          </a:prstGeom>
        </p:spPr>
        <p:txBody>
          <a:bodyPr lIns="91439" tIns="45719" rIns="91439" bIns="45719">
            <a:noAutofit/>
          </a:bodyPr>
          <a:lstStyle/>
          <a:p>
            <a:endParaRPr/>
          </a:p>
        </p:txBody>
      </p:sp>
      <p:sp>
        <p:nvSpPr>
          <p:cNvPr id="1242" name="Image"/>
          <p:cNvSpPr>
            <a:spLocks noGrp="1"/>
          </p:cNvSpPr>
          <p:nvPr>
            <p:ph type="pic" sz="half" idx="23"/>
          </p:nvPr>
        </p:nvSpPr>
        <p:spPr>
          <a:xfrm>
            <a:off x="7210081" y="419812"/>
            <a:ext cx="9963729" cy="10009333"/>
          </a:xfrm>
          <a:prstGeom prst="rect">
            <a:avLst/>
          </a:prstGeom>
        </p:spPr>
        <p:txBody>
          <a:bodyPr lIns="91439" tIns="45719" rIns="91439" bIns="45719">
            <a:noAutofit/>
          </a:bodyPr>
          <a:lstStyle/>
          <a:p>
            <a:endParaRPr/>
          </a:p>
        </p:txBody>
      </p:sp>
      <p:sp>
        <p:nvSpPr>
          <p:cNvPr id="1243" name="Image"/>
          <p:cNvSpPr>
            <a:spLocks noGrp="1"/>
          </p:cNvSpPr>
          <p:nvPr>
            <p:ph type="pic" sz="half" idx="24"/>
          </p:nvPr>
        </p:nvSpPr>
        <p:spPr>
          <a:xfrm>
            <a:off x="7210081" y="6910152"/>
            <a:ext cx="9963729" cy="10009333"/>
          </a:xfrm>
          <a:prstGeom prst="rect">
            <a:avLst/>
          </a:prstGeom>
        </p:spPr>
        <p:txBody>
          <a:bodyPr lIns="91439" tIns="45719" rIns="91439" bIns="45719">
            <a:noAutofit/>
          </a:bodyPr>
          <a:lstStyle/>
          <a:p>
            <a:endParaRPr/>
          </a:p>
        </p:txBody>
      </p:sp>
      <p:sp>
        <p:nvSpPr>
          <p:cNvPr id="1244" name="Image"/>
          <p:cNvSpPr>
            <a:spLocks noGrp="1"/>
          </p:cNvSpPr>
          <p:nvPr>
            <p:ph type="pic" sz="half" idx="25"/>
          </p:nvPr>
        </p:nvSpPr>
        <p:spPr>
          <a:xfrm>
            <a:off x="-651779" y="419812"/>
            <a:ext cx="9963730" cy="10009333"/>
          </a:xfrm>
          <a:prstGeom prst="rect">
            <a:avLst/>
          </a:prstGeom>
        </p:spPr>
        <p:txBody>
          <a:bodyPr lIns="91439" tIns="45719" rIns="91439" bIns="45719">
            <a:noAutofit/>
          </a:bodyPr>
          <a:lstStyle/>
          <a:p>
            <a:endParaRPr/>
          </a:p>
        </p:txBody>
      </p:sp>
      <p:sp>
        <p:nvSpPr>
          <p:cNvPr id="1245" name="Text"/>
          <p:cNvSpPr txBox="1">
            <a:spLocks noGrp="1"/>
          </p:cNvSpPr>
          <p:nvPr>
            <p:ph type="body" sz="quarter" idx="26"/>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246" name="Image"/>
          <p:cNvSpPr>
            <a:spLocks noGrp="1"/>
          </p:cNvSpPr>
          <p:nvPr>
            <p:ph type="pic" sz="half" idx="27"/>
          </p:nvPr>
        </p:nvSpPr>
        <p:spPr>
          <a:xfrm>
            <a:off x="-651779" y="6910152"/>
            <a:ext cx="9963730" cy="10009333"/>
          </a:xfrm>
          <a:prstGeom prst="rect">
            <a:avLst/>
          </a:prstGeom>
        </p:spPr>
        <p:txBody>
          <a:bodyPr lIns="91439" tIns="45719" rIns="91439" bIns="45719">
            <a:noAutofit/>
          </a:bodyPr>
          <a:lstStyle/>
          <a:p>
            <a:endParaRPr/>
          </a:p>
        </p:txBody>
      </p:sp>
      <p:sp>
        <p:nvSpPr>
          <p:cNvPr id="124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6 imgs grid – Dark">
    <p:bg>
      <p:bgPr>
        <a:solidFill>
          <a:srgbClr val="000000"/>
        </a:solidFill>
        <a:effectLst/>
      </p:bgPr>
    </p:bg>
    <p:spTree>
      <p:nvGrpSpPr>
        <p:cNvPr id="1" name=""/>
        <p:cNvGrpSpPr/>
        <p:nvPr/>
      </p:nvGrpSpPr>
      <p:grpSpPr>
        <a:xfrm>
          <a:off x="0" y="0"/>
          <a:ext cx="0" cy="0"/>
          <a:chOff x="0" y="0"/>
          <a:chExt cx="0" cy="0"/>
        </a:xfrm>
      </p:grpSpPr>
      <p:sp>
        <p:nvSpPr>
          <p:cNvPr id="1254" name="Image"/>
          <p:cNvSpPr>
            <a:spLocks noGrp="1"/>
          </p:cNvSpPr>
          <p:nvPr>
            <p:ph type="pic" sz="half" idx="21"/>
          </p:nvPr>
        </p:nvSpPr>
        <p:spPr>
          <a:xfrm>
            <a:off x="15072075" y="419812"/>
            <a:ext cx="9963729" cy="10009333"/>
          </a:xfrm>
          <a:prstGeom prst="rect">
            <a:avLst/>
          </a:prstGeom>
        </p:spPr>
        <p:txBody>
          <a:bodyPr lIns="91439" tIns="45719" rIns="91439" bIns="45719">
            <a:noAutofit/>
          </a:bodyPr>
          <a:lstStyle/>
          <a:p>
            <a:endParaRPr/>
          </a:p>
        </p:txBody>
      </p:sp>
      <p:sp>
        <p:nvSpPr>
          <p:cNvPr id="1255" name="Image"/>
          <p:cNvSpPr>
            <a:spLocks noGrp="1"/>
          </p:cNvSpPr>
          <p:nvPr>
            <p:ph type="pic" sz="half" idx="22"/>
          </p:nvPr>
        </p:nvSpPr>
        <p:spPr>
          <a:xfrm>
            <a:off x="15072075" y="6910152"/>
            <a:ext cx="9963729" cy="10009333"/>
          </a:xfrm>
          <a:prstGeom prst="rect">
            <a:avLst/>
          </a:prstGeom>
        </p:spPr>
        <p:txBody>
          <a:bodyPr lIns="91439" tIns="45719" rIns="91439" bIns="45719">
            <a:noAutofit/>
          </a:bodyPr>
          <a:lstStyle/>
          <a:p>
            <a:endParaRPr/>
          </a:p>
        </p:txBody>
      </p:sp>
      <p:sp>
        <p:nvSpPr>
          <p:cNvPr id="1256" name="Image"/>
          <p:cNvSpPr>
            <a:spLocks noGrp="1"/>
          </p:cNvSpPr>
          <p:nvPr>
            <p:ph type="pic" sz="half" idx="23"/>
          </p:nvPr>
        </p:nvSpPr>
        <p:spPr>
          <a:xfrm>
            <a:off x="7210081" y="419812"/>
            <a:ext cx="9963729" cy="10009333"/>
          </a:xfrm>
          <a:prstGeom prst="rect">
            <a:avLst/>
          </a:prstGeom>
        </p:spPr>
        <p:txBody>
          <a:bodyPr lIns="91439" tIns="45719" rIns="91439" bIns="45719">
            <a:noAutofit/>
          </a:bodyPr>
          <a:lstStyle/>
          <a:p>
            <a:endParaRPr/>
          </a:p>
        </p:txBody>
      </p:sp>
      <p:sp>
        <p:nvSpPr>
          <p:cNvPr id="1257" name="Image"/>
          <p:cNvSpPr>
            <a:spLocks noGrp="1"/>
          </p:cNvSpPr>
          <p:nvPr>
            <p:ph type="pic" sz="half" idx="24"/>
          </p:nvPr>
        </p:nvSpPr>
        <p:spPr>
          <a:xfrm>
            <a:off x="7210081" y="6910152"/>
            <a:ext cx="9963729" cy="10009333"/>
          </a:xfrm>
          <a:prstGeom prst="rect">
            <a:avLst/>
          </a:prstGeom>
        </p:spPr>
        <p:txBody>
          <a:bodyPr lIns="91439" tIns="45719" rIns="91439" bIns="45719">
            <a:noAutofit/>
          </a:bodyPr>
          <a:lstStyle/>
          <a:p>
            <a:endParaRPr/>
          </a:p>
        </p:txBody>
      </p:sp>
      <p:sp>
        <p:nvSpPr>
          <p:cNvPr id="1258" name="Image"/>
          <p:cNvSpPr>
            <a:spLocks noGrp="1"/>
          </p:cNvSpPr>
          <p:nvPr>
            <p:ph type="pic" sz="half" idx="25"/>
          </p:nvPr>
        </p:nvSpPr>
        <p:spPr>
          <a:xfrm>
            <a:off x="-651779" y="419812"/>
            <a:ext cx="9963730" cy="10009333"/>
          </a:xfrm>
          <a:prstGeom prst="rect">
            <a:avLst/>
          </a:prstGeom>
        </p:spPr>
        <p:txBody>
          <a:bodyPr lIns="91439" tIns="45719" rIns="91439" bIns="45719">
            <a:noAutofit/>
          </a:bodyPr>
          <a:lstStyle/>
          <a:p>
            <a:endParaRPr/>
          </a:p>
        </p:txBody>
      </p:sp>
      <p:sp>
        <p:nvSpPr>
          <p:cNvPr id="1259" name="Image"/>
          <p:cNvSpPr>
            <a:spLocks noGrp="1"/>
          </p:cNvSpPr>
          <p:nvPr>
            <p:ph type="pic" sz="half" idx="26"/>
          </p:nvPr>
        </p:nvSpPr>
        <p:spPr>
          <a:xfrm>
            <a:off x="-651779" y="6910152"/>
            <a:ext cx="9963730" cy="10009333"/>
          </a:xfrm>
          <a:prstGeom prst="rect">
            <a:avLst/>
          </a:prstGeom>
        </p:spPr>
        <p:txBody>
          <a:bodyPr lIns="91439" tIns="45719" rIns="91439" bIns="45719">
            <a:noAutofit/>
          </a:bodyPr>
          <a:lstStyle/>
          <a:p>
            <a:endParaRPr/>
          </a:p>
        </p:txBody>
      </p:sp>
      <p:sp>
        <p:nvSpPr>
          <p:cNvPr id="1260" name="Text"/>
          <p:cNvSpPr txBox="1">
            <a:spLocks noGrp="1"/>
          </p:cNvSpPr>
          <p:nvPr>
            <p:ph type="body" sz="quarter" idx="27"/>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26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8 imgs grid – Grey">
    <p:bg>
      <p:bgPr>
        <a:solidFill>
          <a:srgbClr val="CCCDD1"/>
        </a:solidFill>
        <a:effectLst/>
      </p:bgPr>
    </p:bg>
    <p:spTree>
      <p:nvGrpSpPr>
        <p:cNvPr id="1" name=""/>
        <p:cNvGrpSpPr/>
        <p:nvPr/>
      </p:nvGrpSpPr>
      <p:grpSpPr>
        <a:xfrm>
          <a:off x="0" y="0"/>
          <a:ext cx="0" cy="0"/>
          <a:chOff x="0" y="0"/>
          <a:chExt cx="0" cy="0"/>
        </a:xfrm>
      </p:grpSpPr>
      <p:sp>
        <p:nvSpPr>
          <p:cNvPr id="1284" name="Image"/>
          <p:cNvSpPr>
            <a:spLocks noGrp="1"/>
          </p:cNvSpPr>
          <p:nvPr>
            <p:ph type="pic" sz="half" idx="21"/>
          </p:nvPr>
        </p:nvSpPr>
        <p:spPr>
          <a:xfrm>
            <a:off x="-649441" y="196325"/>
            <a:ext cx="9944137" cy="9944138"/>
          </a:xfrm>
          <a:prstGeom prst="rect">
            <a:avLst/>
          </a:prstGeom>
        </p:spPr>
        <p:txBody>
          <a:bodyPr lIns="91439" tIns="45719" rIns="91439" bIns="45719">
            <a:noAutofit/>
          </a:bodyPr>
          <a:lstStyle/>
          <a:p>
            <a:endParaRPr/>
          </a:p>
        </p:txBody>
      </p:sp>
      <p:sp>
        <p:nvSpPr>
          <p:cNvPr id="1285" name="Image"/>
          <p:cNvSpPr>
            <a:spLocks noGrp="1"/>
          </p:cNvSpPr>
          <p:nvPr>
            <p:ph type="pic" sz="half" idx="22"/>
          </p:nvPr>
        </p:nvSpPr>
        <p:spPr>
          <a:xfrm>
            <a:off x="-649441" y="6686665"/>
            <a:ext cx="9944137" cy="9944137"/>
          </a:xfrm>
          <a:prstGeom prst="rect">
            <a:avLst/>
          </a:prstGeom>
        </p:spPr>
        <p:txBody>
          <a:bodyPr lIns="91439" tIns="45719" rIns="91439" bIns="45719">
            <a:noAutofit/>
          </a:bodyPr>
          <a:lstStyle/>
          <a:p>
            <a:endParaRPr/>
          </a:p>
        </p:txBody>
      </p:sp>
      <p:sp>
        <p:nvSpPr>
          <p:cNvPr id="1286" name="Image"/>
          <p:cNvSpPr>
            <a:spLocks noGrp="1"/>
          </p:cNvSpPr>
          <p:nvPr>
            <p:ph type="pic" sz="half" idx="23"/>
          </p:nvPr>
        </p:nvSpPr>
        <p:spPr>
          <a:xfrm>
            <a:off x="5251083" y="196325"/>
            <a:ext cx="9944138" cy="9944138"/>
          </a:xfrm>
          <a:prstGeom prst="rect">
            <a:avLst/>
          </a:prstGeom>
        </p:spPr>
        <p:txBody>
          <a:bodyPr lIns="91439" tIns="45719" rIns="91439" bIns="45719">
            <a:noAutofit/>
          </a:bodyPr>
          <a:lstStyle/>
          <a:p>
            <a:endParaRPr/>
          </a:p>
        </p:txBody>
      </p:sp>
      <p:sp>
        <p:nvSpPr>
          <p:cNvPr id="1287" name="Image"/>
          <p:cNvSpPr>
            <a:spLocks noGrp="1"/>
          </p:cNvSpPr>
          <p:nvPr>
            <p:ph type="pic" sz="half" idx="24"/>
          </p:nvPr>
        </p:nvSpPr>
        <p:spPr>
          <a:xfrm>
            <a:off x="5251084" y="6686665"/>
            <a:ext cx="9944137" cy="9944137"/>
          </a:xfrm>
          <a:prstGeom prst="rect">
            <a:avLst/>
          </a:prstGeom>
        </p:spPr>
        <p:txBody>
          <a:bodyPr lIns="91439" tIns="45719" rIns="91439" bIns="45719">
            <a:noAutofit/>
          </a:bodyPr>
          <a:lstStyle/>
          <a:p>
            <a:endParaRPr/>
          </a:p>
        </p:txBody>
      </p:sp>
      <p:sp>
        <p:nvSpPr>
          <p:cNvPr id="1288" name="Image"/>
          <p:cNvSpPr>
            <a:spLocks noGrp="1"/>
          </p:cNvSpPr>
          <p:nvPr>
            <p:ph type="pic" sz="half" idx="25"/>
          </p:nvPr>
        </p:nvSpPr>
        <p:spPr>
          <a:xfrm>
            <a:off x="11151608" y="196325"/>
            <a:ext cx="9944137" cy="9944138"/>
          </a:xfrm>
          <a:prstGeom prst="rect">
            <a:avLst/>
          </a:prstGeom>
        </p:spPr>
        <p:txBody>
          <a:bodyPr lIns="91439" tIns="45719" rIns="91439" bIns="45719">
            <a:noAutofit/>
          </a:bodyPr>
          <a:lstStyle/>
          <a:p>
            <a:endParaRPr/>
          </a:p>
        </p:txBody>
      </p:sp>
      <p:sp>
        <p:nvSpPr>
          <p:cNvPr id="1289" name="Image"/>
          <p:cNvSpPr>
            <a:spLocks noGrp="1"/>
          </p:cNvSpPr>
          <p:nvPr>
            <p:ph type="pic" sz="half" idx="26"/>
          </p:nvPr>
        </p:nvSpPr>
        <p:spPr>
          <a:xfrm>
            <a:off x="11151608" y="6686665"/>
            <a:ext cx="9944137" cy="9944137"/>
          </a:xfrm>
          <a:prstGeom prst="rect">
            <a:avLst/>
          </a:prstGeom>
        </p:spPr>
        <p:txBody>
          <a:bodyPr lIns="91439" tIns="45719" rIns="91439" bIns="45719">
            <a:noAutofit/>
          </a:bodyPr>
          <a:lstStyle/>
          <a:p>
            <a:endParaRPr/>
          </a:p>
        </p:txBody>
      </p:sp>
      <p:sp>
        <p:nvSpPr>
          <p:cNvPr id="1290" name="Image"/>
          <p:cNvSpPr>
            <a:spLocks noGrp="1"/>
          </p:cNvSpPr>
          <p:nvPr>
            <p:ph type="pic" sz="half" idx="27"/>
          </p:nvPr>
        </p:nvSpPr>
        <p:spPr>
          <a:xfrm>
            <a:off x="17052132" y="196325"/>
            <a:ext cx="9944138" cy="9944138"/>
          </a:xfrm>
          <a:prstGeom prst="rect">
            <a:avLst/>
          </a:prstGeom>
        </p:spPr>
        <p:txBody>
          <a:bodyPr lIns="91439" tIns="45719" rIns="91439" bIns="45719">
            <a:noAutofit/>
          </a:bodyPr>
          <a:lstStyle/>
          <a:p>
            <a:endParaRPr/>
          </a:p>
        </p:txBody>
      </p:sp>
      <p:sp>
        <p:nvSpPr>
          <p:cNvPr id="1291" name="Image"/>
          <p:cNvSpPr>
            <a:spLocks noGrp="1"/>
          </p:cNvSpPr>
          <p:nvPr>
            <p:ph type="pic" sz="half" idx="28"/>
          </p:nvPr>
        </p:nvSpPr>
        <p:spPr>
          <a:xfrm>
            <a:off x="17052132" y="6686665"/>
            <a:ext cx="9944138" cy="9944137"/>
          </a:xfrm>
          <a:prstGeom prst="rect">
            <a:avLst/>
          </a:prstGeom>
        </p:spPr>
        <p:txBody>
          <a:bodyPr lIns="91439" tIns="45719" rIns="91439" bIns="45719">
            <a:noAutofit/>
          </a:bodyPr>
          <a:lstStyle/>
          <a:p>
            <a:endParaRPr/>
          </a:p>
        </p:txBody>
      </p:sp>
      <p:sp>
        <p:nvSpPr>
          <p:cNvPr id="1292" name="Text"/>
          <p:cNvSpPr txBox="1">
            <a:spLocks noGrp="1"/>
          </p:cNvSpPr>
          <p:nvPr>
            <p:ph type="body" sz="quarter" idx="2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29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8 imgs grid – Dark">
    <p:bg>
      <p:bgPr>
        <a:solidFill>
          <a:srgbClr val="000000"/>
        </a:solidFill>
        <a:effectLst/>
      </p:bgPr>
    </p:bg>
    <p:spTree>
      <p:nvGrpSpPr>
        <p:cNvPr id="1" name=""/>
        <p:cNvGrpSpPr/>
        <p:nvPr/>
      </p:nvGrpSpPr>
      <p:grpSpPr>
        <a:xfrm>
          <a:off x="0" y="0"/>
          <a:ext cx="0" cy="0"/>
          <a:chOff x="0" y="0"/>
          <a:chExt cx="0" cy="0"/>
        </a:xfrm>
      </p:grpSpPr>
      <p:sp>
        <p:nvSpPr>
          <p:cNvPr id="1300" name="Image"/>
          <p:cNvSpPr>
            <a:spLocks noGrp="1"/>
          </p:cNvSpPr>
          <p:nvPr>
            <p:ph type="pic" sz="half" idx="21"/>
          </p:nvPr>
        </p:nvSpPr>
        <p:spPr>
          <a:xfrm>
            <a:off x="-649441" y="196325"/>
            <a:ext cx="9944137" cy="9944138"/>
          </a:xfrm>
          <a:prstGeom prst="rect">
            <a:avLst/>
          </a:prstGeom>
        </p:spPr>
        <p:txBody>
          <a:bodyPr lIns="91439" tIns="45719" rIns="91439" bIns="45719">
            <a:noAutofit/>
          </a:bodyPr>
          <a:lstStyle/>
          <a:p>
            <a:endParaRPr/>
          </a:p>
        </p:txBody>
      </p:sp>
      <p:sp>
        <p:nvSpPr>
          <p:cNvPr id="1301" name="Image"/>
          <p:cNvSpPr>
            <a:spLocks noGrp="1"/>
          </p:cNvSpPr>
          <p:nvPr>
            <p:ph type="pic" sz="half" idx="22"/>
          </p:nvPr>
        </p:nvSpPr>
        <p:spPr>
          <a:xfrm>
            <a:off x="-649441" y="6686665"/>
            <a:ext cx="9944137" cy="9944137"/>
          </a:xfrm>
          <a:prstGeom prst="rect">
            <a:avLst/>
          </a:prstGeom>
        </p:spPr>
        <p:txBody>
          <a:bodyPr lIns="91439" tIns="45719" rIns="91439" bIns="45719">
            <a:noAutofit/>
          </a:bodyPr>
          <a:lstStyle/>
          <a:p>
            <a:endParaRPr/>
          </a:p>
        </p:txBody>
      </p:sp>
      <p:sp>
        <p:nvSpPr>
          <p:cNvPr id="1302" name="Image"/>
          <p:cNvSpPr>
            <a:spLocks noGrp="1"/>
          </p:cNvSpPr>
          <p:nvPr>
            <p:ph type="pic" sz="half" idx="23"/>
          </p:nvPr>
        </p:nvSpPr>
        <p:spPr>
          <a:xfrm>
            <a:off x="5251083" y="196325"/>
            <a:ext cx="9944138" cy="9944138"/>
          </a:xfrm>
          <a:prstGeom prst="rect">
            <a:avLst/>
          </a:prstGeom>
        </p:spPr>
        <p:txBody>
          <a:bodyPr lIns="91439" tIns="45719" rIns="91439" bIns="45719">
            <a:noAutofit/>
          </a:bodyPr>
          <a:lstStyle/>
          <a:p>
            <a:endParaRPr/>
          </a:p>
        </p:txBody>
      </p:sp>
      <p:sp>
        <p:nvSpPr>
          <p:cNvPr id="1303" name="Image"/>
          <p:cNvSpPr>
            <a:spLocks noGrp="1"/>
          </p:cNvSpPr>
          <p:nvPr>
            <p:ph type="pic" sz="half" idx="24"/>
          </p:nvPr>
        </p:nvSpPr>
        <p:spPr>
          <a:xfrm>
            <a:off x="5251084" y="6686665"/>
            <a:ext cx="9944137" cy="9944137"/>
          </a:xfrm>
          <a:prstGeom prst="rect">
            <a:avLst/>
          </a:prstGeom>
        </p:spPr>
        <p:txBody>
          <a:bodyPr lIns="91439" tIns="45719" rIns="91439" bIns="45719">
            <a:noAutofit/>
          </a:bodyPr>
          <a:lstStyle/>
          <a:p>
            <a:endParaRPr/>
          </a:p>
        </p:txBody>
      </p:sp>
      <p:sp>
        <p:nvSpPr>
          <p:cNvPr id="1304" name="Image"/>
          <p:cNvSpPr>
            <a:spLocks noGrp="1"/>
          </p:cNvSpPr>
          <p:nvPr>
            <p:ph type="pic" sz="half" idx="25"/>
          </p:nvPr>
        </p:nvSpPr>
        <p:spPr>
          <a:xfrm>
            <a:off x="11151608" y="196325"/>
            <a:ext cx="9944137" cy="9944138"/>
          </a:xfrm>
          <a:prstGeom prst="rect">
            <a:avLst/>
          </a:prstGeom>
        </p:spPr>
        <p:txBody>
          <a:bodyPr lIns="91439" tIns="45719" rIns="91439" bIns="45719">
            <a:noAutofit/>
          </a:bodyPr>
          <a:lstStyle/>
          <a:p>
            <a:endParaRPr/>
          </a:p>
        </p:txBody>
      </p:sp>
      <p:sp>
        <p:nvSpPr>
          <p:cNvPr id="1305" name="Image"/>
          <p:cNvSpPr>
            <a:spLocks noGrp="1"/>
          </p:cNvSpPr>
          <p:nvPr>
            <p:ph type="pic" sz="half" idx="26"/>
          </p:nvPr>
        </p:nvSpPr>
        <p:spPr>
          <a:xfrm>
            <a:off x="11151608" y="6686665"/>
            <a:ext cx="9944137" cy="9944137"/>
          </a:xfrm>
          <a:prstGeom prst="rect">
            <a:avLst/>
          </a:prstGeom>
        </p:spPr>
        <p:txBody>
          <a:bodyPr lIns="91439" tIns="45719" rIns="91439" bIns="45719">
            <a:noAutofit/>
          </a:bodyPr>
          <a:lstStyle/>
          <a:p>
            <a:endParaRPr/>
          </a:p>
        </p:txBody>
      </p:sp>
      <p:sp>
        <p:nvSpPr>
          <p:cNvPr id="1306" name="Image"/>
          <p:cNvSpPr>
            <a:spLocks noGrp="1"/>
          </p:cNvSpPr>
          <p:nvPr>
            <p:ph type="pic" sz="half" idx="27"/>
          </p:nvPr>
        </p:nvSpPr>
        <p:spPr>
          <a:xfrm>
            <a:off x="17052132" y="196325"/>
            <a:ext cx="9944138" cy="9944138"/>
          </a:xfrm>
          <a:prstGeom prst="rect">
            <a:avLst/>
          </a:prstGeom>
        </p:spPr>
        <p:txBody>
          <a:bodyPr lIns="91439" tIns="45719" rIns="91439" bIns="45719">
            <a:noAutofit/>
          </a:bodyPr>
          <a:lstStyle/>
          <a:p>
            <a:endParaRPr/>
          </a:p>
        </p:txBody>
      </p:sp>
      <p:sp>
        <p:nvSpPr>
          <p:cNvPr id="1307" name="Image"/>
          <p:cNvSpPr>
            <a:spLocks noGrp="1"/>
          </p:cNvSpPr>
          <p:nvPr>
            <p:ph type="pic" sz="half" idx="28"/>
          </p:nvPr>
        </p:nvSpPr>
        <p:spPr>
          <a:xfrm>
            <a:off x="17052132" y="6686665"/>
            <a:ext cx="9944138" cy="9944137"/>
          </a:xfrm>
          <a:prstGeom prst="rect">
            <a:avLst/>
          </a:prstGeom>
        </p:spPr>
        <p:txBody>
          <a:bodyPr lIns="91439" tIns="45719" rIns="91439" bIns="45719">
            <a:noAutofit/>
          </a:bodyPr>
          <a:lstStyle/>
          <a:p>
            <a:endParaRPr/>
          </a:p>
        </p:txBody>
      </p:sp>
      <p:sp>
        <p:nvSpPr>
          <p:cNvPr id="1308" name="Text"/>
          <p:cNvSpPr txBox="1">
            <a:spLocks noGrp="1"/>
          </p:cNvSpPr>
          <p:nvPr>
            <p:ph type="body" sz="quarter" idx="2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30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name="12 imgs grid – Grey">
    <p:bg>
      <p:bgPr>
        <a:solidFill>
          <a:srgbClr val="CCCDD1"/>
        </a:solidFill>
        <a:effectLst/>
      </p:bgPr>
    </p:bg>
    <p:spTree>
      <p:nvGrpSpPr>
        <p:cNvPr id="1" name=""/>
        <p:cNvGrpSpPr/>
        <p:nvPr/>
      </p:nvGrpSpPr>
      <p:grpSpPr>
        <a:xfrm>
          <a:off x="0" y="0"/>
          <a:ext cx="0" cy="0"/>
          <a:chOff x="0" y="0"/>
          <a:chExt cx="0" cy="0"/>
        </a:xfrm>
      </p:grpSpPr>
      <p:sp>
        <p:nvSpPr>
          <p:cNvPr id="1336" name="Image"/>
          <p:cNvSpPr>
            <a:spLocks noGrp="1"/>
          </p:cNvSpPr>
          <p:nvPr>
            <p:ph type="pic" sz="half" idx="21"/>
          </p:nvPr>
        </p:nvSpPr>
        <p:spPr>
          <a:xfrm>
            <a:off x="5251083" y="3442270"/>
            <a:ext cx="9944138" cy="9944137"/>
          </a:xfrm>
          <a:prstGeom prst="rect">
            <a:avLst/>
          </a:prstGeom>
        </p:spPr>
        <p:txBody>
          <a:bodyPr lIns="91439" tIns="45719" rIns="91439" bIns="45719">
            <a:noAutofit/>
          </a:bodyPr>
          <a:lstStyle/>
          <a:p>
            <a:endParaRPr/>
          </a:p>
        </p:txBody>
      </p:sp>
      <p:sp>
        <p:nvSpPr>
          <p:cNvPr id="1337" name="Image"/>
          <p:cNvSpPr>
            <a:spLocks noGrp="1"/>
          </p:cNvSpPr>
          <p:nvPr>
            <p:ph type="pic" sz="half" idx="22"/>
          </p:nvPr>
        </p:nvSpPr>
        <p:spPr>
          <a:xfrm>
            <a:off x="5251084" y="9932610"/>
            <a:ext cx="9944137" cy="9944137"/>
          </a:xfrm>
          <a:prstGeom prst="rect">
            <a:avLst/>
          </a:prstGeom>
        </p:spPr>
        <p:txBody>
          <a:bodyPr lIns="91439" tIns="45719" rIns="91439" bIns="45719">
            <a:noAutofit/>
          </a:bodyPr>
          <a:lstStyle/>
          <a:p>
            <a:endParaRPr/>
          </a:p>
        </p:txBody>
      </p:sp>
      <p:sp>
        <p:nvSpPr>
          <p:cNvPr id="1338" name="Image"/>
          <p:cNvSpPr>
            <a:spLocks noGrp="1"/>
          </p:cNvSpPr>
          <p:nvPr>
            <p:ph type="pic" sz="half" idx="23"/>
          </p:nvPr>
        </p:nvSpPr>
        <p:spPr>
          <a:xfrm>
            <a:off x="5251083" y="-3048070"/>
            <a:ext cx="9944138" cy="9944138"/>
          </a:xfrm>
          <a:prstGeom prst="rect">
            <a:avLst/>
          </a:prstGeom>
        </p:spPr>
        <p:txBody>
          <a:bodyPr lIns="91439" tIns="45719" rIns="91439" bIns="45719">
            <a:noAutofit/>
          </a:bodyPr>
          <a:lstStyle/>
          <a:p>
            <a:endParaRPr/>
          </a:p>
        </p:txBody>
      </p:sp>
      <p:sp>
        <p:nvSpPr>
          <p:cNvPr id="1339" name="Image"/>
          <p:cNvSpPr>
            <a:spLocks noGrp="1"/>
          </p:cNvSpPr>
          <p:nvPr>
            <p:ph type="pic" sz="half" idx="24"/>
          </p:nvPr>
        </p:nvSpPr>
        <p:spPr>
          <a:xfrm>
            <a:off x="-649442" y="5621166"/>
            <a:ext cx="9944138" cy="9944138"/>
          </a:xfrm>
          <a:prstGeom prst="rect">
            <a:avLst/>
          </a:prstGeom>
        </p:spPr>
        <p:txBody>
          <a:bodyPr lIns="91439" tIns="45719" rIns="91439" bIns="45719">
            <a:noAutofit/>
          </a:bodyPr>
          <a:lstStyle/>
          <a:p>
            <a:endParaRPr/>
          </a:p>
        </p:txBody>
      </p:sp>
      <p:sp>
        <p:nvSpPr>
          <p:cNvPr id="1340" name="Image"/>
          <p:cNvSpPr>
            <a:spLocks noGrp="1"/>
          </p:cNvSpPr>
          <p:nvPr>
            <p:ph type="pic" sz="half" idx="25"/>
          </p:nvPr>
        </p:nvSpPr>
        <p:spPr>
          <a:xfrm>
            <a:off x="-649441" y="12111507"/>
            <a:ext cx="9944137" cy="9944137"/>
          </a:xfrm>
          <a:prstGeom prst="rect">
            <a:avLst/>
          </a:prstGeom>
        </p:spPr>
        <p:txBody>
          <a:bodyPr lIns="91439" tIns="45719" rIns="91439" bIns="45719">
            <a:noAutofit/>
          </a:bodyPr>
          <a:lstStyle/>
          <a:p>
            <a:endParaRPr/>
          </a:p>
        </p:txBody>
      </p:sp>
      <p:sp>
        <p:nvSpPr>
          <p:cNvPr id="1341" name="Image"/>
          <p:cNvSpPr>
            <a:spLocks noGrp="1"/>
          </p:cNvSpPr>
          <p:nvPr>
            <p:ph type="pic" sz="half" idx="26"/>
          </p:nvPr>
        </p:nvSpPr>
        <p:spPr>
          <a:xfrm>
            <a:off x="-649442" y="-869173"/>
            <a:ext cx="9944138" cy="9944138"/>
          </a:xfrm>
          <a:prstGeom prst="rect">
            <a:avLst/>
          </a:prstGeom>
        </p:spPr>
        <p:txBody>
          <a:bodyPr lIns="91439" tIns="45719" rIns="91439" bIns="45719">
            <a:noAutofit/>
          </a:bodyPr>
          <a:lstStyle/>
          <a:p>
            <a:endParaRPr/>
          </a:p>
        </p:txBody>
      </p:sp>
      <p:sp>
        <p:nvSpPr>
          <p:cNvPr id="1342" name="Image"/>
          <p:cNvSpPr>
            <a:spLocks noGrp="1"/>
          </p:cNvSpPr>
          <p:nvPr>
            <p:ph type="pic" sz="half" idx="27"/>
          </p:nvPr>
        </p:nvSpPr>
        <p:spPr>
          <a:xfrm>
            <a:off x="11151608" y="4934665"/>
            <a:ext cx="9944137" cy="9944137"/>
          </a:xfrm>
          <a:prstGeom prst="rect">
            <a:avLst/>
          </a:prstGeom>
        </p:spPr>
        <p:txBody>
          <a:bodyPr lIns="91439" tIns="45719" rIns="91439" bIns="45719">
            <a:noAutofit/>
          </a:bodyPr>
          <a:lstStyle/>
          <a:p>
            <a:endParaRPr/>
          </a:p>
        </p:txBody>
      </p:sp>
      <p:sp>
        <p:nvSpPr>
          <p:cNvPr id="1343" name="Image"/>
          <p:cNvSpPr>
            <a:spLocks noGrp="1"/>
          </p:cNvSpPr>
          <p:nvPr>
            <p:ph type="pic" sz="half" idx="28"/>
          </p:nvPr>
        </p:nvSpPr>
        <p:spPr>
          <a:xfrm>
            <a:off x="11151609" y="11425005"/>
            <a:ext cx="9944137" cy="9944138"/>
          </a:xfrm>
          <a:prstGeom prst="rect">
            <a:avLst/>
          </a:prstGeom>
        </p:spPr>
        <p:txBody>
          <a:bodyPr lIns="91439" tIns="45719" rIns="91439" bIns="45719">
            <a:noAutofit/>
          </a:bodyPr>
          <a:lstStyle/>
          <a:p>
            <a:endParaRPr/>
          </a:p>
        </p:txBody>
      </p:sp>
      <p:sp>
        <p:nvSpPr>
          <p:cNvPr id="1344" name="Image"/>
          <p:cNvSpPr>
            <a:spLocks noGrp="1"/>
          </p:cNvSpPr>
          <p:nvPr>
            <p:ph type="pic" sz="half" idx="29"/>
          </p:nvPr>
        </p:nvSpPr>
        <p:spPr>
          <a:xfrm>
            <a:off x="11151608" y="-1555675"/>
            <a:ext cx="9944137" cy="9944138"/>
          </a:xfrm>
          <a:prstGeom prst="rect">
            <a:avLst/>
          </a:prstGeom>
        </p:spPr>
        <p:txBody>
          <a:bodyPr lIns="91439" tIns="45719" rIns="91439" bIns="45719">
            <a:noAutofit/>
          </a:bodyPr>
          <a:lstStyle/>
          <a:p>
            <a:endParaRPr/>
          </a:p>
        </p:txBody>
      </p:sp>
      <p:sp>
        <p:nvSpPr>
          <p:cNvPr id="1345" name="Image"/>
          <p:cNvSpPr>
            <a:spLocks noGrp="1"/>
          </p:cNvSpPr>
          <p:nvPr>
            <p:ph type="pic" sz="half" idx="30"/>
          </p:nvPr>
        </p:nvSpPr>
        <p:spPr>
          <a:xfrm>
            <a:off x="17052134" y="3442270"/>
            <a:ext cx="9944137" cy="9944137"/>
          </a:xfrm>
          <a:prstGeom prst="rect">
            <a:avLst/>
          </a:prstGeom>
        </p:spPr>
        <p:txBody>
          <a:bodyPr lIns="91439" tIns="45719" rIns="91439" bIns="45719">
            <a:noAutofit/>
          </a:bodyPr>
          <a:lstStyle/>
          <a:p>
            <a:endParaRPr/>
          </a:p>
        </p:txBody>
      </p:sp>
      <p:sp>
        <p:nvSpPr>
          <p:cNvPr id="1346" name="Image"/>
          <p:cNvSpPr>
            <a:spLocks noGrp="1"/>
          </p:cNvSpPr>
          <p:nvPr>
            <p:ph type="pic" sz="half" idx="31"/>
          </p:nvPr>
        </p:nvSpPr>
        <p:spPr>
          <a:xfrm>
            <a:off x="17052134" y="9932610"/>
            <a:ext cx="9944137" cy="9944137"/>
          </a:xfrm>
          <a:prstGeom prst="rect">
            <a:avLst/>
          </a:prstGeom>
        </p:spPr>
        <p:txBody>
          <a:bodyPr lIns="91439" tIns="45719" rIns="91439" bIns="45719">
            <a:noAutofit/>
          </a:bodyPr>
          <a:lstStyle/>
          <a:p>
            <a:endParaRPr/>
          </a:p>
        </p:txBody>
      </p:sp>
      <p:sp>
        <p:nvSpPr>
          <p:cNvPr id="1347" name="Image"/>
          <p:cNvSpPr>
            <a:spLocks noGrp="1"/>
          </p:cNvSpPr>
          <p:nvPr>
            <p:ph type="pic" sz="half" idx="32"/>
          </p:nvPr>
        </p:nvSpPr>
        <p:spPr>
          <a:xfrm>
            <a:off x="17052134" y="-3048070"/>
            <a:ext cx="9944137" cy="9944138"/>
          </a:xfrm>
          <a:prstGeom prst="rect">
            <a:avLst/>
          </a:prstGeom>
        </p:spPr>
        <p:txBody>
          <a:bodyPr lIns="91439" tIns="45719" rIns="91439" bIns="45719">
            <a:noAutofit/>
          </a:bodyPr>
          <a:lstStyle/>
          <a:p>
            <a:endParaRPr/>
          </a:p>
        </p:txBody>
      </p:sp>
      <p:sp>
        <p:nvSpPr>
          <p:cNvPr id="1348" name="Text"/>
          <p:cNvSpPr txBox="1">
            <a:spLocks noGrp="1"/>
          </p:cNvSpPr>
          <p:nvPr>
            <p:ph type="body" sz="quarter" idx="3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34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12 imgs grid – Dark">
    <p:bg>
      <p:bgPr>
        <a:solidFill>
          <a:srgbClr val="000000"/>
        </a:solidFill>
        <a:effectLst/>
      </p:bgPr>
    </p:bg>
    <p:spTree>
      <p:nvGrpSpPr>
        <p:cNvPr id="1" name=""/>
        <p:cNvGrpSpPr/>
        <p:nvPr/>
      </p:nvGrpSpPr>
      <p:grpSpPr>
        <a:xfrm>
          <a:off x="0" y="0"/>
          <a:ext cx="0" cy="0"/>
          <a:chOff x="0" y="0"/>
          <a:chExt cx="0" cy="0"/>
        </a:xfrm>
      </p:grpSpPr>
      <p:sp>
        <p:nvSpPr>
          <p:cNvPr id="1356" name="Image"/>
          <p:cNvSpPr>
            <a:spLocks noGrp="1"/>
          </p:cNvSpPr>
          <p:nvPr>
            <p:ph type="pic" sz="half" idx="21"/>
          </p:nvPr>
        </p:nvSpPr>
        <p:spPr>
          <a:xfrm>
            <a:off x="5251083" y="3442270"/>
            <a:ext cx="9944138" cy="9944137"/>
          </a:xfrm>
          <a:prstGeom prst="rect">
            <a:avLst/>
          </a:prstGeom>
        </p:spPr>
        <p:txBody>
          <a:bodyPr lIns="91439" tIns="45719" rIns="91439" bIns="45719">
            <a:noAutofit/>
          </a:bodyPr>
          <a:lstStyle/>
          <a:p>
            <a:endParaRPr/>
          </a:p>
        </p:txBody>
      </p:sp>
      <p:sp>
        <p:nvSpPr>
          <p:cNvPr id="1357" name="Image"/>
          <p:cNvSpPr>
            <a:spLocks noGrp="1"/>
          </p:cNvSpPr>
          <p:nvPr>
            <p:ph type="pic" sz="half" idx="22"/>
          </p:nvPr>
        </p:nvSpPr>
        <p:spPr>
          <a:xfrm>
            <a:off x="5251084" y="9932610"/>
            <a:ext cx="9944137" cy="9944137"/>
          </a:xfrm>
          <a:prstGeom prst="rect">
            <a:avLst/>
          </a:prstGeom>
        </p:spPr>
        <p:txBody>
          <a:bodyPr lIns="91439" tIns="45719" rIns="91439" bIns="45719">
            <a:noAutofit/>
          </a:bodyPr>
          <a:lstStyle/>
          <a:p>
            <a:endParaRPr/>
          </a:p>
        </p:txBody>
      </p:sp>
      <p:sp>
        <p:nvSpPr>
          <p:cNvPr id="1358" name="Image"/>
          <p:cNvSpPr>
            <a:spLocks noGrp="1"/>
          </p:cNvSpPr>
          <p:nvPr>
            <p:ph type="pic" sz="half" idx="23"/>
          </p:nvPr>
        </p:nvSpPr>
        <p:spPr>
          <a:xfrm>
            <a:off x="5251083" y="-3048070"/>
            <a:ext cx="9944138" cy="9944138"/>
          </a:xfrm>
          <a:prstGeom prst="rect">
            <a:avLst/>
          </a:prstGeom>
        </p:spPr>
        <p:txBody>
          <a:bodyPr lIns="91439" tIns="45719" rIns="91439" bIns="45719">
            <a:noAutofit/>
          </a:bodyPr>
          <a:lstStyle/>
          <a:p>
            <a:endParaRPr/>
          </a:p>
        </p:txBody>
      </p:sp>
      <p:sp>
        <p:nvSpPr>
          <p:cNvPr id="1359" name="Image"/>
          <p:cNvSpPr>
            <a:spLocks noGrp="1"/>
          </p:cNvSpPr>
          <p:nvPr>
            <p:ph type="pic" sz="half" idx="24"/>
          </p:nvPr>
        </p:nvSpPr>
        <p:spPr>
          <a:xfrm>
            <a:off x="-649442" y="5621166"/>
            <a:ext cx="9944138" cy="9944138"/>
          </a:xfrm>
          <a:prstGeom prst="rect">
            <a:avLst/>
          </a:prstGeom>
        </p:spPr>
        <p:txBody>
          <a:bodyPr lIns="91439" tIns="45719" rIns="91439" bIns="45719">
            <a:noAutofit/>
          </a:bodyPr>
          <a:lstStyle/>
          <a:p>
            <a:endParaRPr/>
          </a:p>
        </p:txBody>
      </p:sp>
      <p:sp>
        <p:nvSpPr>
          <p:cNvPr id="1360" name="Image"/>
          <p:cNvSpPr>
            <a:spLocks noGrp="1"/>
          </p:cNvSpPr>
          <p:nvPr>
            <p:ph type="pic" sz="half" idx="25"/>
          </p:nvPr>
        </p:nvSpPr>
        <p:spPr>
          <a:xfrm>
            <a:off x="-649441" y="12111507"/>
            <a:ext cx="9944137" cy="9944137"/>
          </a:xfrm>
          <a:prstGeom prst="rect">
            <a:avLst/>
          </a:prstGeom>
        </p:spPr>
        <p:txBody>
          <a:bodyPr lIns="91439" tIns="45719" rIns="91439" bIns="45719">
            <a:noAutofit/>
          </a:bodyPr>
          <a:lstStyle/>
          <a:p>
            <a:endParaRPr/>
          </a:p>
        </p:txBody>
      </p:sp>
      <p:sp>
        <p:nvSpPr>
          <p:cNvPr id="1361" name="Image"/>
          <p:cNvSpPr>
            <a:spLocks noGrp="1"/>
          </p:cNvSpPr>
          <p:nvPr>
            <p:ph type="pic" sz="half" idx="26"/>
          </p:nvPr>
        </p:nvSpPr>
        <p:spPr>
          <a:xfrm>
            <a:off x="-649442" y="-869173"/>
            <a:ext cx="9944138" cy="9944138"/>
          </a:xfrm>
          <a:prstGeom prst="rect">
            <a:avLst/>
          </a:prstGeom>
        </p:spPr>
        <p:txBody>
          <a:bodyPr lIns="91439" tIns="45719" rIns="91439" bIns="45719">
            <a:noAutofit/>
          </a:bodyPr>
          <a:lstStyle/>
          <a:p>
            <a:endParaRPr/>
          </a:p>
        </p:txBody>
      </p:sp>
      <p:sp>
        <p:nvSpPr>
          <p:cNvPr id="1362" name="Image"/>
          <p:cNvSpPr>
            <a:spLocks noGrp="1"/>
          </p:cNvSpPr>
          <p:nvPr>
            <p:ph type="pic" sz="half" idx="27"/>
          </p:nvPr>
        </p:nvSpPr>
        <p:spPr>
          <a:xfrm>
            <a:off x="11151608" y="4934665"/>
            <a:ext cx="9944137" cy="9944137"/>
          </a:xfrm>
          <a:prstGeom prst="rect">
            <a:avLst/>
          </a:prstGeom>
        </p:spPr>
        <p:txBody>
          <a:bodyPr lIns="91439" tIns="45719" rIns="91439" bIns="45719">
            <a:noAutofit/>
          </a:bodyPr>
          <a:lstStyle/>
          <a:p>
            <a:endParaRPr/>
          </a:p>
        </p:txBody>
      </p:sp>
      <p:sp>
        <p:nvSpPr>
          <p:cNvPr id="1363" name="Image"/>
          <p:cNvSpPr>
            <a:spLocks noGrp="1"/>
          </p:cNvSpPr>
          <p:nvPr>
            <p:ph type="pic" sz="half" idx="28"/>
          </p:nvPr>
        </p:nvSpPr>
        <p:spPr>
          <a:xfrm>
            <a:off x="11151609" y="11425005"/>
            <a:ext cx="9944137" cy="9944138"/>
          </a:xfrm>
          <a:prstGeom prst="rect">
            <a:avLst/>
          </a:prstGeom>
        </p:spPr>
        <p:txBody>
          <a:bodyPr lIns="91439" tIns="45719" rIns="91439" bIns="45719">
            <a:noAutofit/>
          </a:bodyPr>
          <a:lstStyle/>
          <a:p>
            <a:endParaRPr/>
          </a:p>
        </p:txBody>
      </p:sp>
      <p:sp>
        <p:nvSpPr>
          <p:cNvPr id="1364" name="Image"/>
          <p:cNvSpPr>
            <a:spLocks noGrp="1"/>
          </p:cNvSpPr>
          <p:nvPr>
            <p:ph type="pic" sz="half" idx="29"/>
          </p:nvPr>
        </p:nvSpPr>
        <p:spPr>
          <a:xfrm>
            <a:off x="11151608" y="-1555675"/>
            <a:ext cx="9944137" cy="9944138"/>
          </a:xfrm>
          <a:prstGeom prst="rect">
            <a:avLst/>
          </a:prstGeom>
        </p:spPr>
        <p:txBody>
          <a:bodyPr lIns="91439" tIns="45719" rIns="91439" bIns="45719">
            <a:noAutofit/>
          </a:bodyPr>
          <a:lstStyle/>
          <a:p>
            <a:endParaRPr/>
          </a:p>
        </p:txBody>
      </p:sp>
      <p:sp>
        <p:nvSpPr>
          <p:cNvPr id="1365" name="Image"/>
          <p:cNvSpPr>
            <a:spLocks noGrp="1"/>
          </p:cNvSpPr>
          <p:nvPr>
            <p:ph type="pic" sz="half" idx="30"/>
          </p:nvPr>
        </p:nvSpPr>
        <p:spPr>
          <a:xfrm>
            <a:off x="17052134" y="3442270"/>
            <a:ext cx="9944137" cy="9944137"/>
          </a:xfrm>
          <a:prstGeom prst="rect">
            <a:avLst/>
          </a:prstGeom>
        </p:spPr>
        <p:txBody>
          <a:bodyPr lIns="91439" tIns="45719" rIns="91439" bIns="45719">
            <a:noAutofit/>
          </a:bodyPr>
          <a:lstStyle/>
          <a:p>
            <a:endParaRPr/>
          </a:p>
        </p:txBody>
      </p:sp>
      <p:sp>
        <p:nvSpPr>
          <p:cNvPr id="1366" name="Image"/>
          <p:cNvSpPr>
            <a:spLocks noGrp="1"/>
          </p:cNvSpPr>
          <p:nvPr>
            <p:ph type="pic" sz="half" idx="31"/>
          </p:nvPr>
        </p:nvSpPr>
        <p:spPr>
          <a:xfrm>
            <a:off x="17052134" y="9932610"/>
            <a:ext cx="9944137" cy="9944137"/>
          </a:xfrm>
          <a:prstGeom prst="rect">
            <a:avLst/>
          </a:prstGeom>
        </p:spPr>
        <p:txBody>
          <a:bodyPr lIns="91439" tIns="45719" rIns="91439" bIns="45719">
            <a:noAutofit/>
          </a:bodyPr>
          <a:lstStyle/>
          <a:p>
            <a:endParaRPr/>
          </a:p>
        </p:txBody>
      </p:sp>
      <p:sp>
        <p:nvSpPr>
          <p:cNvPr id="1367" name="Image"/>
          <p:cNvSpPr>
            <a:spLocks noGrp="1"/>
          </p:cNvSpPr>
          <p:nvPr>
            <p:ph type="pic" sz="half" idx="32"/>
          </p:nvPr>
        </p:nvSpPr>
        <p:spPr>
          <a:xfrm>
            <a:off x="17052134" y="-3048070"/>
            <a:ext cx="9944137" cy="9944138"/>
          </a:xfrm>
          <a:prstGeom prst="rect">
            <a:avLst/>
          </a:prstGeom>
        </p:spPr>
        <p:txBody>
          <a:bodyPr lIns="91439" tIns="45719" rIns="91439" bIns="45719">
            <a:noAutofit/>
          </a:bodyPr>
          <a:lstStyle/>
          <a:p>
            <a:endParaRPr/>
          </a:p>
        </p:txBody>
      </p:sp>
      <p:sp>
        <p:nvSpPr>
          <p:cNvPr id="1368" name="Text"/>
          <p:cNvSpPr txBox="1">
            <a:spLocks noGrp="1"/>
          </p:cNvSpPr>
          <p:nvPr>
            <p:ph type="body" sz="quarter" idx="3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36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name="12 imgs grid (highlight) – Grey">
    <p:bg>
      <p:bgPr>
        <a:solidFill>
          <a:srgbClr val="CCCDD1"/>
        </a:solidFill>
        <a:effectLst/>
      </p:bgPr>
    </p:bg>
    <p:spTree>
      <p:nvGrpSpPr>
        <p:cNvPr id="1" name=""/>
        <p:cNvGrpSpPr/>
        <p:nvPr/>
      </p:nvGrpSpPr>
      <p:grpSpPr>
        <a:xfrm>
          <a:off x="0" y="0"/>
          <a:ext cx="0" cy="0"/>
          <a:chOff x="0" y="0"/>
          <a:chExt cx="0" cy="0"/>
        </a:xfrm>
      </p:grpSpPr>
      <p:sp>
        <p:nvSpPr>
          <p:cNvPr id="1396" name="Image"/>
          <p:cNvSpPr>
            <a:spLocks noGrp="1"/>
          </p:cNvSpPr>
          <p:nvPr>
            <p:ph type="pic" sz="half" idx="21"/>
          </p:nvPr>
        </p:nvSpPr>
        <p:spPr>
          <a:xfrm>
            <a:off x="5251083" y="3442270"/>
            <a:ext cx="9944138" cy="9944137"/>
          </a:xfrm>
          <a:prstGeom prst="rect">
            <a:avLst/>
          </a:prstGeom>
        </p:spPr>
        <p:txBody>
          <a:bodyPr lIns="91439" tIns="45719" rIns="91439" bIns="45719">
            <a:noAutofit/>
          </a:bodyPr>
          <a:lstStyle/>
          <a:p>
            <a:endParaRPr/>
          </a:p>
        </p:txBody>
      </p:sp>
      <p:sp>
        <p:nvSpPr>
          <p:cNvPr id="1397" name="Image"/>
          <p:cNvSpPr>
            <a:spLocks noGrp="1"/>
          </p:cNvSpPr>
          <p:nvPr>
            <p:ph type="pic" sz="half" idx="22"/>
          </p:nvPr>
        </p:nvSpPr>
        <p:spPr>
          <a:xfrm>
            <a:off x="5251084" y="9932610"/>
            <a:ext cx="9944137" cy="9944137"/>
          </a:xfrm>
          <a:prstGeom prst="rect">
            <a:avLst/>
          </a:prstGeom>
        </p:spPr>
        <p:txBody>
          <a:bodyPr lIns="91439" tIns="45719" rIns="91439" bIns="45719">
            <a:noAutofit/>
          </a:bodyPr>
          <a:lstStyle/>
          <a:p>
            <a:endParaRPr/>
          </a:p>
        </p:txBody>
      </p:sp>
      <p:sp>
        <p:nvSpPr>
          <p:cNvPr id="1398" name="Image"/>
          <p:cNvSpPr>
            <a:spLocks noGrp="1"/>
          </p:cNvSpPr>
          <p:nvPr>
            <p:ph type="pic" sz="half" idx="23"/>
          </p:nvPr>
        </p:nvSpPr>
        <p:spPr>
          <a:xfrm>
            <a:off x="5251083" y="-3048070"/>
            <a:ext cx="9944138" cy="9944138"/>
          </a:xfrm>
          <a:prstGeom prst="rect">
            <a:avLst/>
          </a:prstGeom>
        </p:spPr>
        <p:txBody>
          <a:bodyPr lIns="91439" tIns="45719" rIns="91439" bIns="45719">
            <a:noAutofit/>
          </a:bodyPr>
          <a:lstStyle/>
          <a:p>
            <a:endParaRPr/>
          </a:p>
        </p:txBody>
      </p:sp>
      <p:sp>
        <p:nvSpPr>
          <p:cNvPr id="1399" name="Image"/>
          <p:cNvSpPr>
            <a:spLocks noGrp="1"/>
          </p:cNvSpPr>
          <p:nvPr>
            <p:ph type="pic" sz="half" idx="24"/>
          </p:nvPr>
        </p:nvSpPr>
        <p:spPr>
          <a:xfrm>
            <a:off x="-649442" y="5621166"/>
            <a:ext cx="9944138" cy="9944138"/>
          </a:xfrm>
          <a:prstGeom prst="rect">
            <a:avLst/>
          </a:prstGeom>
        </p:spPr>
        <p:txBody>
          <a:bodyPr lIns="91439" tIns="45719" rIns="91439" bIns="45719">
            <a:noAutofit/>
          </a:bodyPr>
          <a:lstStyle/>
          <a:p>
            <a:endParaRPr/>
          </a:p>
        </p:txBody>
      </p:sp>
      <p:sp>
        <p:nvSpPr>
          <p:cNvPr id="1400" name="Image"/>
          <p:cNvSpPr>
            <a:spLocks noGrp="1"/>
          </p:cNvSpPr>
          <p:nvPr>
            <p:ph type="pic" sz="half" idx="25"/>
          </p:nvPr>
        </p:nvSpPr>
        <p:spPr>
          <a:xfrm>
            <a:off x="-649441" y="12111507"/>
            <a:ext cx="9944137" cy="9944137"/>
          </a:xfrm>
          <a:prstGeom prst="rect">
            <a:avLst/>
          </a:prstGeom>
        </p:spPr>
        <p:txBody>
          <a:bodyPr lIns="91439" tIns="45719" rIns="91439" bIns="45719">
            <a:noAutofit/>
          </a:bodyPr>
          <a:lstStyle/>
          <a:p>
            <a:endParaRPr/>
          </a:p>
        </p:txBody>
      </p:sp>
      <p:sp>
        <p:nvSpPr>
          <p:cNvPr id="1401" name="Image"/>
          <p:cNvSpPr>
            <a:spLocks noGrp="1"/>
          </p:cNvSpPr>
          <p:nvPr>
            <p:ph type="pic" sz="half" idx="26"/>
          </p:nvPr>
        </p:nvSpPr>
        <p:spPr>
          <a:xfrm>
            <a:off x="-649442" y="-869173"/>
            <a:ext cx="9944138" cy="9944138"/>
          </a:xfrm>
          <a:prstGeom prst="rect">
            <a:avLst/>
          </a:prstGeom>
        </p:spPr>
        <p:txBody>
          <a:bodyPr lIns="91439" tIns="45719" rIns="91439" bIns="45719">
            <a:noAutofit/>
          </a:bodyPr>
          <a:lstStyle/>
          <a:p>
            <a:endParaRPr/>
          </a:p>
        </p:txBody>
      </p:sp>
      <p:sp>
        <p:nvSpPr>
          <p:cNvPr id="1402" name="Image"/>
          <p:cNvSpPr>
            <a:spLocks noGrp="1"/>
          </p:cNvSpPr>
          <p:nvPr>
            <p:ph type="pic" sz="half" idx="27"/>
          </p:nvPr>
        </p:nvSpPr>
        <p:spPr>
          <a:xfrm>
            <a:off x="11151608" y="4934665"/>
            <a:ext cx="9944137" cy="9944137"/>
          </a:xfrm>
          <a:prstGeom prst="rect">
            <a:avLst/>
          </a:prstGeom>
        </p:spPr>
        <p:txBody>
          <a:bodyPr lIns="91439" tIns="45719" rIns="91439" bIns="45719">
            <a:noAutofit/>
          </a:bodyPr>
          <a:lstStyle/>
          <a:p>
            <a:endParaRPr/>
          </a:p>
        </p:txBody>
      </p:sp>
      <p:sp>
        <p:nvSpPr>
          <p:cNvPr id="1403" name="Image"/>
          <p:cNvSpPr>
            <a:spLocks noGrp="1"/>
          </p:cNvSpPr>
          <p:nvPr>
            <p:ph type="pic" sz="half" idx="28"/>
          </p:nvPr>
        </p:nvSpPr>
        <p:spPr>
          <a:xfrm>
            <a:off x="11151609" y="11425005"/>
            <a:ext cx="9944137" cy="9944138"/>
          </a:xfrm>
          <a:prstGeom prst="rect">
            <a:avLst/>
          </a:prstGeom>
        </p:spPr>
        <p:txBody>
          <a:bodyPr lIns="91439" tIns="45719" rIns="91439" bIns="45719">
            <a:noAutofit/>
          </a:bodyPr>
          <a:lstStyle/>
          <a:p>
            <a:endParaRPr/>
          </a:p>
        </p:txBody>
      </p:sp>
      <p:sp>
        <p:nvSpPr>
          <p:cNvPr id="1404" name="Image"/>
          <p:cNvSpPr>
            <a:spLocks noGrp="1"/>
          </p:cNvSpPr>
          <p:nvPr>
            <p:ph type="pic" sz="half" idx="29"/>
          </p:nvPr>
        </p:nvSpPr>
        <p:spPr>
          <a:xfrm>
            <a:off x="11151608" y="-1555675"/>
            <a:ext cx="9944137" cy="9944138"/>
          </a:xfrm>
          <a:prstGeom prst="rect">
            <a:avLst/>
          </a:prstGeom>
        </p:spPr>
        <p:txBody>
          <a:bodyPr lIns="91439" tIns="45719" rIns="91439" bIns="45719">
            <a:noAutofit/>
          </a:bodyPr>
          <a:lstStyle/>
          <a:p>
            <a:endParaRPr/>
          </a:p>
        </p:txBody>
      </p:sp>
      <p:sp>
        <p:nvSpPr>
          <p:cNvPr id="1405" name="Image"/>
          <p:cNvSpPr>
            <a:spLocks noGrp="1"/>
          </p:cNvSpPr>
          <p:nvPr>
            <p:ph type="pic" sz="half" idx="30"/>
          </p:nvPr>
        </p:nvSpPr>
        <p:spPr>
          <a:xfrm>
            <a:off x="17052134" y="3442270"/>
            <a:ext cx="9944137" cy="9944137"/>
          </a:xfrm>
          <a:prstGeom prst="rect">
            <a:avLst/>
          </a:prstGeom>
        </p:spPr>
        <p:txBody>
          <a:bodyPr lIns="91439" tIns="45719" rIns="91439" bIns="45719">
            <a:noAutofit/>
          </a:bodyPr>
          <a:lstStyle/>
          <a:p>
            <a:endParaRPr/>
          </a:p>
        </p:txBody>
      </p:sp>
      <p:sp>
        <p:nvSpPr>
          <p:cNvPr id="1406" name="Image"/>
          <p:cNvSpPr>
            <a:spLocks noGrp="1"/>
          </p:cNvSpPr>
          <p:nvPr>
            <p:ph type="pic" sz="half" idx="31"/>
          </p:nvPr>
        </p:nvSpPr>
        <p:spPr>
          <a:xfrm>
            <a:off x="17052134" y="9932610"/>
            <a:ext cx="9944137" cy="9944137"/>
          </a:xfrm>
          <a:prstGeom prst="rect">
            <a:avLst/>
          </a:prstGeom>
        </p:spPr>
        <p:txBody>
          <a:bodyPr lIns="91439" tIns="45719" rIns="91439" bIns="45719">
            <a:noAutofit/>
          </a:bodyPr>
          <a:lstStyle/>
          <a:p>
            <a:endParaRPr/>
          </a:p>
        </p:txBody>
      </p:sp>
      <p:sp>
        <p:nvSpPr>
          <p:cNvPr id="1407" name="Image"/>
          <p:cNvSpPr>
            <a:spLocks noGrp="1"/>
          </p:cNvSpPr>
          <p:nvPr>
            <p:ph type="pic" sz="half" idx="32"/>
          </p:nvPr>
        </p:nvSpPr>
        <p:spPr>
          <a:xfrm>
            <a:off x="17052134" y="-3048070"/>
            <a:ext cx="9944137" cy="9944138"/>
          </a:xfrm>
          <a:prstGeom prst="rect">
            <a:avLst/>
          </a:prstGeom>
        </p:spPr>
        <p:txBody>
          <a:bodyPr lIns="91439" tIns="45719" rIns="91439" bIns="45719">
            <a:noAutofit/>
          </a:bodyPr>
          <a:lstStyle/>
          <a:p>
            <a:endParaRPr/>
          </a:p>
        </p:txBody>
      </p:sp>
      <p:sp>
        <p:nvSpPr>
          <p:cNvPr id="1408" name="Text"/>
          <p:cNvSpPr txBox="1">
            <a:spLocks noGrp="1"/>
          </p:cNvSpPr>
          <p:nvPr>
            <p:ph type="body" sz="quarter" idx="3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40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name="12 imgs grid (highlight) – Dark">
    <p:bg>
      <p:bgPr>
        <a:solidFill>
          <a:srgbClr val="000000"/>
        </a:solidFill>
        <a:effectLst/>
      </p:bgPr>
    </p:bg>
    <p:spTree>
      <p:nvGrpSpPr>
        <p:cNvPr id="1" name=""/>
        <p:cNvGrpSpPr/>
        <p:nvPr/>
      </p:nvGrpSpPr>
      <p:grpSpPr>
        <a:xfrm>
          <a:off x="0" y="0"/>
          <a:ext cx="0" cy="0"/>
          <a:chOff x="0" y="0"/>
          <a:chExt cx="0" cy="0"/>
        </a:xfrm>
      </p:grpSpPr>
      <p:sp>
        <p:nvSpPr>
          <p:cNvPr id="1416" name="Image"/>
          <p:cNvSpPr>
            <a:spLocks noGrp="1"/>
          </p:cNvSpPr>
          <p:nvPr>
            <p:ph type="pic" sz="half" idx="21"/>
          </p:nvPr>
        </p:nvSpPr>
        <p:spPr>
          <a:xfrm>
            <a:off x="5251083" y="3442270"/>
            <a:ext cx="9944138" cy="9944137"/>
          </a:xfrm>
          <a:prstGeom prst="rect">
            <a:avLst/>
          </a:prstGeom>
        </p:spPr>
        <p:txBody>
          <a:bodyPr lIns="91439" tIns="45719" rIns="91439" bIns="45719">
            <a:noAutofit/>
          </a:bodyPr>
          <a:lstStyle/>
          <a:p>
            <a:endParaRPr/>
          </a:p>
        </p:txBody>
      </p:sp>
      <p:sp>
        <p:nvSpPr>
          <p:cNvPr id="1417" name="Image"/>
          <p:cNvSpPr>
            <a:spLocks noGrp="1"/>
          </p:cNvSpPr>
          <p:nvPr>
            <p:ph type="pic" sz="half" idx="22"/>
          </p:nvPr>
        </p:nvSpPr>
        <p:spPr>
          <a:xfrm>
            <a:off x="5251084" y="9932610"/>
            <a:ext cx="9944137" cy="9944137"/>
          </a:xfrm>
          <a:prstGeom prst="rect">
            <a:avLst/>
          </a:prstGeom>
        </p:spPr>
        <p:txBody>
          <a:bodyPr lIns="91439" tIns="45719" rIns="91439" bIns="45719">
            <a:noAutofit/>
          </a:bodyPr>
          <a:lstStyle/>
          <a:p>
            <a:endParaRPr/>
          </a:p>
        </p:txBody>
      </p:sp>
      <p:sp>
        <p:nvSpPr>
          <p:cNvPr id="1418" name="Image"/>
          <p:cNvSpPr>
            <a:spLocks noGrp="1"/>
          </p:cNvSpPr>
          <p:nvPr>
            <p:ph type="pic" sz="half" idx="23"/>
          </p:nvPr>
        </p:nvSpPr>
        <p:spPr>
          <a:xfrm>
            <a:off x="5251083" y="-3048070"/>
            <a:ext cx="9944138" cy="9944138"/>
          </a:xfrm>
          <a:prstGeom prst="rect">
            <a:avLst/>
          </a:prstGeom>
        </p:spPr>
        <p:txBody>
          <a:bodyPr lIns="91439" tIns="45719" rIns="91439" bIns="45719">
            <a:noAutofit/>
          </a:bodyPr>
          <a:lstStyle/>
          <a:p>
            <a:endParaRPr/>
          </a:p>
        </p:txBody>
      </p:sp>
      <p:sp>
        <p:nvSpPr>
          <p:cNvPr id="1419" name="Image"/>
          <p:cNvSpPr>
            <a:spLocks noGrp="1"/>
          </p:cNvSpPr>
          <p:nvPr>
            <p:ph type="pic" sz="half" idx="24"/>
          </p:nvPr>
        </p:nvSpPr>
        <p:spPr>
          <a:xfrm>
            <a:off x="-649442" y="5621166"/>
            <a:ext cx="9944138" cy="9944138"/>
          </a:xfrm>
          <a:prstGeom prst="rect">
            <a:avLst/>
          </a:prstGeom>
        </p:spPr>
        <p:txBody>
          <a:bodyPr lIns="91439" tIns="45719" rIns="91439" bIns="45719">
            <a:noAutofit/>
          </a:bodyPr>
          <a:lstStyle/>
          <a:p>
            <a:endParaRPr/>
          </a:p>
        </p:txBody>
      </p:sp>
      <p:sp>
        <p:nvSpPr>
          <p:cNvPr id="1420" name="Image"/>
          <p:cNvSpPr>
            <a:spLocks noGrp="1"/>
          </p:cNvSpPr>
          <p:nvPr>
            <p:ph type="pic" sz="half" idx="25"/>
          </p:nvPr>
        </p:nvSpPr>
        <p:spPr>
          <a:xfrm>
            <a:off x="-649441" y="12111507"/>
            <a:ext cx="9944137" cy="9944137"/>
          </a:xfrm>
          <a:prstGeom prst="rect">
            <a:avLst/>
          </a:prstGeom>
        </p:spPr>
        <p:txBody>
          <a:bodyPr lIns="91439" tIns="45719" rIns="91439" bIns="45719">
            <a:noAutofit/>
          </a:bodyPr>
          <a:lstStyle/>
          <a:p>
            <a:endParaRPr/>
          </a:p>
        </p:txBody>
      </p:sp>
      <p:sp>
        <p:nvSpPr>
          <p:cNvPr id="1421" name="Image"/>
          <p:cNvSpPr>
            <a:spLocks noGrp="1"/>
          </p:cNvSpPr>
          <p:nvPr>
            <p:ph type="pic" sz="half" idx="26"/>
          </p:nvPr>
        </p:nvSpPr>
        <p:spPr>
          <a:xfrm>
            <a:off x="-649442" y="-869173"/>
            <a:ext cx="9944138" cy="9944138"/>
          </a:xfrm>
          <a:prstGeom prst="rect">
            <a:avLst/>
          </a:prstGeom>
        </p:spPr>
        <p:txBody>
          <a:bodyPr lIns="91439" tIns="45719" rIns="91439" bIns="45719">
            <a:noAutofit/>
          </a:bodyPr>
          <a:lstStyle/>
          <a:p>
            <a:endParaRPr/>
          </a:p>
        </p:txBody>
      </p:sp>
      <p:sp>
        <p:nvSpPr>
          <p:cNvPr id="1422" name="Image"/>
          <p:cNvSpPr>
            <a:spLocks noGrp="1"/>
          </p:cNvSpPr>
          <p:nvPr>
            <p:ph type="pic" sz="half" idx="27"/>
          </p:nvPr>
        </p:nvSpPr>
        <p:spPr>
          <a:xfrm>
            <a:off x="11151608" y="4934665"/>
            <a:ext cx="9944137" cy="9944137"/>
          </a:xfrm>
          <a:prstGeom prst="rect">
            <a:avLst/>
          </a:prstGeom>
        </p:spPr>
        <p:txBody>
          <a:bodyPr lIns="91439" tIns="45719" rIns="91439" bIns="45719">
            <a:noAutofit/>
          </a:bodyPr>
          <a:lstStyle/>
          <a:p>
            <a:endParaRPr/>
          </a:p>
        </p:txBody>
      </p:sp>
      <p:sp>
        <p:nvSpPr>
          <p:cNvPr id="1423" name="Image"/>
          <p:cNvSpPr>
            <a:spLocks noGrp="1"/>
          </p:cNvSpPr>
          <p:nvPr>
            <p:ph type="pic" sz="half" idx="28"/>
          </p:nvPr>
        </p:nvSpPr>
        <p:spPr>
          <a:xfrm>
            <a:off x="11151609" y="11425005"/>
            <a:ext cx="9944137" cy="9944138"/>
          </a:xfrm>
          <a:prstGeom prst="rect">
            <a:avLst/>
          </a:prstGeom>
        </p:spPr>
        <p:txBody>
          <a:bodyPr lIns="91439" tIns="45719" rIns="91439" bIns="45719">
            <a:noAutofit/>
          </a:bodyPr>
          <a:lstStyle/>
          <a:p>
            <a:endParaRPr/>
          </a:p>
        </p:txBody>
      </p:sp>
      <p:sp>
        <p:nvSpPr>
          <p:cNvPr id="1424" name="Image"/>
          <p:cNvSpPr>
            <a:spLocks noGrp="1"/>
          </p:cNvSpPr>
          <p:nvPr>
            <p:ph type="pic" sz="half" idx="29"/>
          </p:nvPr>
        </p:nvSpPr>
        <p:spPr>
          <a:xfrm>
            <a:off x="11151608" y="-1555675"/>
            <a:ext cx="9944137" cy="9944138"/>
          </a:xfrm>
          <a:prstGeom prst="rect">
            <a:avLst/>
          </a:prstGeom>
        </p:spPr>
        <p:txBody>
          <a:bodyPr lIns="91439" tIns="45719" rIns="91439" bIns="45719">
            <a:noAutofit/>
          </a:bodyPr>
          <a:lstStyle/>
          <a:p>
            <a:endParaRPr/>
          </a:p>
        </p:txBody>
      </p:sp>
      <p:sp>
        <p:nvSpPr>
          <p:cNvPr id="1425" name="Image"/>
          <p:cNvSpPr>
            <a:spLocks noGrp="1"/>
          </p:cNvSpPr>
          <p:nvPr>
            <p:ph type="pic" sz="half" idx="30"/>
          </p:nvPr>
        </p:nvSpPr>
        <p:spPr>
          <a:xfrm>
            <a:off x="17052134" y="3442270"/>
            <a:ext cx="9944137" cy="9944137"/>
          </a:xfrm>
          <a:prstGeom prst="rect">
            <a:avLst/>
          </a:prstGeom>
        </p:spPr>
        <p:txBody>
          <a:bodyPr lIns="91439" tIns="45719" rIns="91439" bIns="45719">
            <a:noAutofit/>
          </a:bodyPr>
          <a:lstStyle/>
          <a:p>
            <a:endParaRPr/>
          </a:p>
        </p:txBody>
      </p:sp>
      <p:sp>
        <p:nvSpPr>
          <p:cNvPr id="1426" name="Image"/>
          <p:cNvSpPr>
            <a:spLocks noGrp="1"/>
          </p:cNvSpPr>
          <p:nvPr>
            <p:ph type="pic" sz="half" idx="31"/>
          </p:nvPr>
        </p:nvSpPr>
        <p:spPr>
          <a:xfrm>
            <a:off x="17052134" y="9932610"/>
            <a:ext cx="9944137" cy="9944137"/>
          </a:xfrm>
          <a:prstGeom prst="rect">
            <a:avLst/>
          </a:prstGeom>
        </p:spPr>
        <p:txBody>
          <a:bodyPr lIns="91439" tIns="45719" rIns="91439" bIns="45719">
            <a:noAutofit/>
          </a:bodyPr>
          <a:lstStyle/>
          <a:p>
            <a:endParaRPr/>
          </a:p>
        </p:txBody>
      </p:sp>
      <p:sp>
        <p:nvSpPr>
          <p:cNvPr id="1427" name="Image"/>
          <p:cNvSpPr>
            <a:spLocks noGrp="1"/>
          </p:cNvSpPr>
          <p:nvPr>
            <p:ph type="pic" sz="half" idx="32"/>
          </p:nvPr>
        </p:nvSpPr>
        <p:spPr>
          <a:xfrm>
            <a:off x="17052134" y="-3048070"/>
            <a:ext cx="9944137" cy="9944138"/>
          </a:xfrm>
          <a:prstGeom prst="rect">
            <a:avLst/>
          </a:prstGeom>
        </p:spPr>
        <p:txBody>
          <a:bodyPr lIns="91439" tIns="45719" rIns="91439" bIns="45719">
            <a:noAutofit/>
          </a:bodyPr>
          <a:lstStyle/>
          <a:p>
            <a:endParaRPr/>
          </a:p>
        </p:txBody>
      </p:sp>
      <p:sp>
        <p:nvSpPr>
          <p:cNvPr id="1428" name="Text"/>
          <p:cNvSpPr txBox="1">
            <a:spLocks noGrp="1"/>
          </p:cNvSpPr>
          <p:nvPr>
            <p:ph type="body" sz="quarter" idx="3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42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12 imgs grid (highlight text) – Grey">
    <p:bg>
      <p:bgPr>
        <a:solidFill>
          <a:srgbClr val="CCCDD1"/>
        </a:solidFill>
        <a:effectLst/>
      </p:bgPr>
    </p:bg>
    <p:spTree>
      <p:nvGrpSpPr>
        <p:cNvPr id="1" name=""/>
        <p:cNvGrpSpPr/>
        <p:nvPr/>
      </p:nvGrpSpPr>
      <p:grpSpPr>
        <a:xfrm>
          <a:off x="0" y="0"/>
          <a:ext cx="0" cy="0"/>
          <a:chOff x="0" y="0"/>
          <a:chExt cx="0" cy="0"/>
        </a:xfrm>
      </p:grpSpPr>
      <p:sp>
        <p:nvSpPr>
          <p:cNvPr id="1457" name="Rounded Rectangle"/>
          <p:cNvSpPr/>
          <p:nvPr/>
        </p:nvSpPr>
        <p:spPr>
          <a:xfrm>
            <a:off x="6439079" y="3742399"/>
            <a:ext cx="5605544" cy="6231202"/>
          </a:xfrm>
          <a:prstGeom prst="roundRect">
            <a:avLst>
              <a:gd name="adj" fmla="val 3613"/>
            </a:avLst>
          </a:prstGeom>
          <a:solidFill>
            <a:srgbClr val="FFFFFF"/>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1458" name="Image"/>
          <p:cNvSpPr>
            <a:spLocks noGrp="1"/>
          </p:cNvSpPr>
          <p:nvPr>
            <p:ph type="pic" sz="half" idx="21"/>
          </p:nvPr>
        </p:nvSpPr>
        <p:spPr>
          <a:xfrm>
            <a:off x="5251084" y="9932610"/>
            <a:ext cx="9944137" cy="9944137"/>
          </a:xfrm>
          <a:prstGeom prst="rect">
            <a:avLst/>
          </a:prstGeom>
        </p:spPr>
        <p:txBody>
          <a:bodyPr lIns="91439" tIns="45719" rIns="91439" bIns="45719">
            <a:noAutofit/>
          </a:bodyPr>
          <a:lstStyle/>
          <a:p>
            <a:endParaRPr/>
          </a:p>
        </p:txBody>
      </p:sp>
      <p:sp>
        <p:nvSpPr>
          <p:cNvPr id="1459" name="Image"/>
          <p:cNvSpPr>
            <a:spLocks noGrp="1"/>
          </p:cNvSpPr>
          <p:nvPr>
            <p:ph type="pic" sz="half" idx="22"/>
          </p:nvPr>
        </p:nvSpPr>
        <p:spPr>
          <a:xfrm>
            <a:off x="5251083" y="-3048070"/>
            <a:ext cx="9944138" cy="9944138"/>
          </a:xfrm>
          <a:prstGeom prst="rect">
            <a:avLst/>
          </a:prstGeom>
        </p:spPr>
        <p:txBody>
          <a:bodyPr lIns="91439" tIns="45719" rIns="91439" bIns="45719">
            <a:noAutofit/>
          </a:bodyPr>
          <a:lstStyle/>
          <a:p>
            <a:endParaRPr/>
          </a:p>
        </p:txBody>
      </p:sp>
      <p:sp>
        <p:nvSpPr>
          <p:cNvPr id="1460" name="Image"/>
          <p:cNvSpPr>
            <a:spLocks noGrp="1"/>
          </p:cNvSpPr>
          <p:nvPr>
            <p:ph type="pic" sz="half" idx="23"/>
          </p:nvPr>
        </p:nvSpPr>
        <p:spPr>
          <a:xfrm>
            <a:off x="-649442" y="5621166"/>
            <a:ext cx="9944138" cy="9944138"/>
          </a:xfrm>
          <a:prstGeom prst="rect">
            <a:avLst/>
          </a:prstGeom>
        </p:spPr>
        <p:txBody>
          <a:bodyPr lIns="91439" tIns="45719" rIns="91439" bIns="45719">
            <a:noAutofit/>
          </a:bodyPr>
          <a:lstStyle/>
          <a:p>
            <a:endParaRPr/>
          </a:p>
        </p:txBody>
      </p:sp>
      <p:sp>
        <p:nvSpPr>
          <p:cNvPr id="1461" name="Image"/>
          <p:cNvSpPr>
            <a:spLocks noGrp="1"/>
          </p:cNvSpPr>
          <p:nvPr>
            <p:ph type="pic" sz="half" idx="24"/>
          </p:nvPr>
        </p:nvSpPr>
        <p:spPr>
          <a:xfrm>
            <a:off x="-649441" y="12111507"/>
            <a:ext cx="9944137" cy="9944137"/>
          </a:xfrm>
          <a:prstGeom prst="rect">
            <a:avLst/>
          </a:prstGeom>
        </p:spPr>
        <p:txBody>
          <a:bodyPr lIns="91439" tIns="45719" rIns="91439" bIns="45719">
            <a:noAutofit/>
          </a:bodyPr>
          <a:lstStyle/>
          <a:p>
            <a:endParaRPr/>
          </a:p>
        </p:txBody>
      </p:sp>
      <p:sp>
        <p:nvSpPr>
          <p:cNvPr id="1462" name="Image"/>
          <p:cNvSpPr>
            <a:spLocks noGrp="1"/>
          </p:cNvSpPr>
          <p:nvPr>
            <p:ph type="pic" sz="half" idx="25"/>
          </p:nvPr>
        </p:nvSpPr>
        <p:spPr>
          <a:xfrm>
            <a:off x="-649442" y="-869173"/>
            <a:ext cx="9944138" cy="9944138"/>
          </a:xfrm>
          <a:prstGeom prst="rect">
            <a:avLst/>
          </a:prstGeom>
        </p:spPr>
        <p:txBody>
          <a:bodyPr lIns="91439" tIns="45719" rIns="91439" bIns="45719">
            <a:noAutofit/>
          </a:bodyPr>
          <a:lstStyle/>
          <a:p>
            <a:endParaRPr/>
          </a:p>
        </p:txBody>
      </p:sp>
      <p:sp>
        <p:nvSpPr>
          <p:cNvPr id="1463" name="Image"/>
          <p:cNvSpPr>
            <a:spLocks noGrp="1"/>
          </p:cNvSpPr>
          <p:nvPr>
            <p:ph type="pic" sz="half" idx="26"/>
          </p:nvPr>
        </p:nvSpPr>
        <p:spPr>
          <a:xfrm>
            <a:off x="11151608" y="4934665"/>
            <a:ext cx="9944137" cy="9944137"/>
          </a:xfrm>
          <a:prstGeom prst="rect">
            <a:avLst/>
          </a:prstGeom>
        </p:spPr>
        <p:txBody>
          <a:bodyPr lIns="91439" tIns="45719" rIns="91439" bIns="45719">
            <a:noAutofit/>
          </a:bodyPr>
          <a:lstStyle/>
          <a:p>
            <a:endParaRPr/>
          </a:p>
        </p:txBody>
      </p:sp>
      <p:sp>
        <p:nvSpPr>
          <p:cNvPr id="1464" name="Image"/>
          <p:cNvSpPr>
            <a:spLocks noGrp="1"/>
          </p:cNvSpPr>
          <p:nvPr>
            <p:ph type="pic" sz="half" idx="27"/>
          </p:nvPr>
        </p:nvSpPr>
        <p:spPr>
          <a:xfrm>
            <a:off x="11151609" y="11425005"/>
            <a:ext cx="9944137" cy="9944138"/>
          </a:xfrm>
          <a:prstGeom prst="rect">
            <a:avLst/>
          </a:prstGeom>
        </p:spPr>
        <p:txBody>
          <a:bodyPr lIns="91439" tIns="45719" rIns="91439" bIns="45719">
            <a:noAutofit/>
          </a:bodyPr>
          <a:lstStyle/>
          <a:p>
            <a:endParaRPr/>
          </a:p>
        </p:txBody>
      </p:sp>
      <p:sp>
        <p:nvSpPr>
          <p:cNvPr id="1465" name="Image"/>
          <p:cNvSpPr>
            <a:spLocks noGrp="1"/>
          </p:cNvSpPr>
          <p:nvPr>
            <p:ph type="pic" sz="half" idx="28"/>
          </p:nvPr>
        </p:nvSpPr>
        <p:spPr>
          <a:xfrm>
            <a:off x="11151608" y="-1555675"/>
            <a:ext cx="9944137" cy="9944138"/>
          </a:xfrm>
          <a:prstGeom prst="rect">
            <a:avLst/>
          </a:prstGeom>
        </p:spPr>
        <p:txBody>
          <a:bodyPr lIns="91439" tIns="45719" rIns="91439" bIns="45719">
            <a:noAutofit/>
          </a:bodyPr>
          <a:lstStyle/>
          <a:p>
            <a:endParaRPr/>
          </a:p>
        </p:txBody>
      </p:sp>
      <p:sp>
        <p:nvSpPr>
          <p:cNvPr id="1466" name="Image"/>
          <p:cNvSpPr>
            <a:spLocks noGrp="1"/>
          </p:cNvSpPr>
          <p:nvPr>
            <p:ph type="pic" sz="half" idx="29"/>
          </p:nvPr>
        </p:nvSpPr>
        <p:spPr>
          <a:xfrm>
            <a:off x="17052134" y="3442270"/>
            <a:ext cx="9944137" cy="9944137"/>
          </a:xfrm>
          <a:prstGeom prst="rect">
            <a:avLst/>
          </a:prstGeom>
        </p:spPr>
        <p:txBody>
          <a:bodyPr lIns="91439" tIns="45719" rIns="91439" bIns="45719">
            <a:noAutofit/>
          </a:bodyPr>
          <a:lstStyle/>
          <a:p>
            <a:endParaRPr/>
          </a:p>
        </p:txBody>
      </p:sp>
      <p:sp>
        <p:nvSpPr>
          <p:cNvPr id="1467" name="Image"/>
          <p:cNvSpPr>
            <a:spLocks noGrp="1"/>
          </p:cNvSpPr>
          <p:nvPr>
            <p:ph type="pic" sz="half" idx="30"/>
          </p:nvPr>
        </p:nvSpPr>
        <p:spPr>
          <a:xfrm>
            <a:off x="17052134" y="9932610"/>
            <a:ext cx="9944137" cy="9944137"/>
          </a:xfrm>
          <a:prstGeom prst="rect">
            <a:avLst/>
          </a:prstGeom>
        </p:spPr>
        <p:txBody>
          <a:bodyPr lIns="91439" tIns="45719" rIns="91439" bIns="45719">
            <a:noAutofit/>
          </a:bodyPr>
          <a:lstStyle/>
          <a:p>
            <a:endParaRPr/>
          </a:p>
        </p:txBody>
      </p:sp>
      <p:sp>
        <p:nvSpPr>
          <p:cNvPr id="1468" name="Image"/>
          <p:cNvSpPr>
            <a:spLocks noGrp="1"/>
          </p:cNvSpPr>
          <p:nvPr>
            <p:ph type="pic" sz="half" idx="31"/>
          </p:nvPr>
        </p:nvSpPr>
        <p:spPr>
          <a:xfrm>
            <a:off x="17052134" y="-3048070"/>
            <a:ext cx="9944137" cy="9944138"/>
          </a:xfrm>
          <a:prstGeom prst="rect">
            <a:avLst/>
          </a:prstGeom>
        </p:spPr>
        <p:txBody>
          <a:bodyPr lIns="91439" tIns="45719" rIns="91439" bIns="45719">
            <a:noAutofit/>
          </a:bodyPr>
          <a:lstStyle/>
          <a:p>
            <a:endParaRPr/>
          </a:p>
        </p:txBody>
      </p:sp>
      <p:sp>
        <p:nvSpPr>
          <p:cNvPr id="1469" name="Text"/>
          <p:cNvSpPr txBox="1">
            <a:spLocks noGrp="1"/>
          </p:cNvSpPr>
          <p:nvPr>
            <p:ph type="body" sz="quarter" idx="3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470"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33"/>
          </p:nvPr>
        </p:nvSpPr>
        <p:spPr>
          <a:xfrm>
            <a:off x="6729091" y="4132273"/>
            <a:ext cx="5025520" cy="2851326"/>
          </a:xfrm>
          <a:prstGeom prst="rect">
            <a:avLst/>
          </a:prstGeom>
        </p:spPr>
        <p:txBody>
          <a:bodyPr>
            <a:spAutoFit/>
          </a:bodyPr>
          <a:lstStyle/>
          <a:p>
            <a:pPr>
              <a:lnSpc>
                <a:spcPct val="110000"/>
              </a:lnSpc>
              <a:defRPr sz="2000" spc="0"/>
            </a:pPr>
            <a:r>
              <a:t>Title</a:t>
            </a:r>
            <a:br/>
            <a:br/>
            <a:r>
              <a:rPr>
                <a:solidFill>
                  <a:srgbClr val="000000">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147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name="12 imgs grid (highlight text) – Dark">
    <p:bg>
      <p:bgPr>
        <a:solidFill>
          <a:srgbClr val="000000"/>
        </a:solidFill>
        <a:effectLst/>
      </p:bgPr>
    </p:bg>
    <p:spTree>
      <p:nvGrpSpPr>
        <p:cNvPr id="1" name=""/>
        <p:cNvGrpSpPr/>
        <p:nvPr/>
      </p:nvGrpSpPr>
      <p:grpSpPr>
        <a:xfrm>
          <a:off x="0" y="0"/>
          <a:ext cx="0" cy="0"/>
          <a:chOff x="0" y="0"/>
          <a:chExt cx="0" cy="0"/>
        </a:xfrm>
      </p:grpSpPr>
      <p:sp>
        <p:nvSpPr>
          <p:cNvPr id="1478" name="Image"/>
          <p:cNvSpPr>
            <a:spLocks noGrp="1"/>
          </p:cNvSpPr>
          <p:nvPr>
            <p:ph type="pic" sz="half" idx="21"/>
          </p:nvPr>
        </p:nvSpPr>
        <p:spPr>
          <a:xfrm>
            <a:off x="5251084" y="9932610"/>
            <a:ext cx="9944137" cy="9944137"/>
          </a:xfrm>
          <a:prstGeom prst="rect">
            <a:avLst/>
          </a:prstGeom>
        </p:spPr>
        <p:txBody>
          <a:bodyPr lIns="91439" tIns="45719" rIns="91439" bIns="45719">
            <a:noAutofit/>
          </a:bodyPr>
          <a:lstStyle/>
          <a:p>
            <a:endParaRPr/>
          </a:p>
        </p:txBody>
      </p:sp>
      <p:sp>
        <p:nvSpPr>
          <p:cNvPr id="1479" name="Image"/>
          <p:cNvSpPr>
            <a:spLocks noGrp="1"/>
          </p:cNvSpPr>
          <p:nvPr>
            <p:ph type="pic" sz="half" idx="22"/>
          </p:nvPr>
        </p:nvSpPr>
        <p:spPr>
          <a:xfrm>
            <a:off x="5251083" y="-3048070"/>
            <a:ext cx="9944138" cy="9944138"/>
          </a:xfrm>
          <a:prstGeom prst="rect">
            <a:avLst/>
          </a:prstGeom>
        </p:spPr>
        <p:txBody>
          <a:bodyPr lIns="91439" tIns="45719" rIns="91439" bIns="45719">
            <a:noAutofit/>
          </a:bodyPr>
          <a:lstStyle/>
          <a:p>
            <a:endParaRPr/>
          </a:p>
        </p:txBody>
      </p:sp>
      <p:sp>
        <p:nvSpPr>
          <p:cNvPr id="1480" name="Image"/>
          <p:cNvSpPr>
            <a:spLocks noGrp="1"/>
          </p:cNvSpPr>
          <p:nvPr>
            <p:ph type="pic" sz="half" idx="23"/>
          </p:nvPr>
        </p:nvSpPr>
        <p:spPr>
          <a:xfrm>
            <a:off x="-649442" y="5621166"/>
            <a:ext cx="9944138" cy="9944138"/>
          </a:xfrm>
          <a:prstGeom prst="rect">
            <a:avLst/>
          </a:prstGeom>
        </p:spPr>
        <p:txBody>
          <a:bodyPr lIns="91439" tIns="45719" rIns="91439" bIns="45719">
            <a:noAutofit/>
          </a:bodyPr>
          <a:lstStyle/>
          <a:p>
            <a:endParaRPr/>
          </a:p>
        </p:txBody>
      </p:sp>
      <p:sp>
        <p:nvSpPr>
          <p:cNvPr id="1481" name="Image"/>
          <p:cNvSpPr>
            <a:spLocks noGrp="1"/>
          </p:cNvSpPr>
          <p:nvPr>
            <p:ph type="pic" sz="half" idx="24"/>
          </p:nvPr>
        </p:nvSpPr>
        <p:spPr>
          <a:xfrm>
            <a:off x="-649441" y="12111507"/>
            <a:ext cx="9944137" cy="9944137"/>
          </a:xfrm>
          <a:prstGeom prst="rect">
            <a:avLst/>
          </a:prstGeom>
        </p:spPr>
        <p:txBody>
          <a:bodyPr lIns="91439" tIns="45719" rIns="91439" bIns="45719">
            <a:noAutofit/>
          </a:bodyPr>
          <a:lstStyle/>
          <a:p>
            <a:endParaRPr/>
          </a:p>
        </p:txBody>
      </p:sp>
      <p:sp>
        <p:nvSpPr>
          <p:cNvPr id="1482" name="Image"/>
          <p:cNvSpPr>
            <a:spLocks noGrp="1"/>
          </p:cNvSpPr>
          <p:nvPr>
            <p:ph type="pic" sz="half" idx="25"/>
          </p:nvPr>
        </p:nvSpPr>
        <p:spPr>
          <a:xfrm>
            <a:off x="-649442" y="-869173"/>
            <a:ext cx="9944138" cy="9944138"/>
          </a:xfrm>
          <a:prstGeom prst="rect">
            <a:avLst/>
          </a:prstGeom>
        </p:spPr>
        <p:txBody>
          <a:bodyPr lIns="91439" tIns="45719" rIns="91439" bIns="45719">
            <a:noAutofit/>
          </a:bodyPr>
          <a:lstStyle/>
          <a:p>
            <a:endParaRPr/>
          </a:p>
        </p:txBody>
      </p:sp>
      <p:sp>
        <p:nvSpPr>
          <p:cNvPr id="1483" name="Image"/>
          <p:cNvSpPr>
            <a:spLocks noGrp="1"/>
          </p:cNvSpPr>
          <p:nvPr>
            <p:ph type="pic" sz="half" idx="26"/>
          </p:nvPr>
        </p:nvSpPr>
        <p:spPr>
          <a:xfrm>
            <a:off x="11151608" y="4934665"/>
            <a:ext cx="9944137" cy="9944137"/>
          </a:xfrm>
          <a:prstGeom prst="rect">
            <a:avLst/>
          </a:prstGeom>
        </p:spPr>
        <p:txBody>
          <a:bodyPr lIns="91439" tIns="45719" rIns="91439" bIns="45719">
            <a:noAutofit/>
          </a:bodyPr>
          <a:lstStyle/>
          <a:p>
            <a:endParaRPr/>
          </a:p>
        </p:txBody>
      </p:sp>
      <p:sp>
        <p:nvSpPr>
          <p:cNvPr id="1484" name="Image"/>
          <p:cNvSpPr>
            <a:spLocks noGrp="1"/>
          </p:cNvSpPr>
          <p:nvPr>
            <p:ph type="pic" sz="half" idx="27"/>
          </p:nvPr>
        </p:nvSpPr>
        <p:spPr>
          <a:xfrm>
            <a:off x="11151609" y="11425005"/>
            <a:ext cx="9944137" cy="9944138"/>
          </a:xfrm>
          <a:prstGeom prst="rect">
            <a:avLst/>
          </a:prstGeom>
        </p:spPr>
        <p:txBody>
          <a:bodyPr lIns="91439" tIns="45719" rIns="91439" bIns="45719">
            <a:noAutofit/>
          </a:bodyPr>
          <a:lstStyle/>
          <a:p>
            <a:endParaRPr/>
          </a:p>
        </p:txBody>
      </p:sp>
      <p:sp>
        <p:nvSpPr>
          <p:cNvPr id="1485" name="Image"/>
          <p:cNvSpPr>
            <a:spLocks noGrp="1"/>
          </p:cNvSpPr>
          <p:nvPr>
            <p:ph type="pic" sz="half" idx="28"/>
          </p:nvPr>
        </p:nvSpPr>
        <p:spPr>
          <a:xfrm>
            <a:off x="11151608" y="-1555675"/>
            <a:ext cx="9944137" cy="9944138"/>
          </a:xfrm>
          <a:prstGeom prst="rect">
            <a:avLst/>
          </a:prstGeom>
        </p:spPr>
        <p:txBody>
          <a:bodyPr lIns="91439" tIns="45719" rIns="91439" bIns="45719">
            <a:noAutofit/>
          </a:bodyPr>
          <a:lstStyle/>
          <a:p>
            <a:endParaRPr/>
          </a:p>
        </p:txBody>
      </p:sp>
      <p:sp>
        <p:nvSpPr>
          <p:cNvPr id="1486" name="Image"/>
          <p:cNvSpPr>
            <a:spLocks noGrp="1"/>
          </p:cNvSpPr>
          <p:nvPr>
            <p:ph type="pic" sz="half" idx="29"/>
          </p:nvPr>
        </p:nvSpPr>
        <p:spPr>
          <a:xfrm>
            <a:off x="17052134" y="3442270"/>
            <a:ext cx="9944137" cy="9944137"/>
          </a:xfrm>
          <a:prstGeom prst="rect">
            <a:avLst/>
          </a:prstGeom>
        </p:spPr>
        <p:txBody>
          <a:bodyPr lIns="91439" tIns="45719" rIns="91439" bIns="45719">
            <a:noAutofit/>
          </a:bodyPr>
          <a:lstStyle/>
          <a:p>
            <a:endParaRPr/>
          </a:p>
        </p:txBody>
      </p:sp>
      <p:sp>
        <p:nvSpPr>
          <p:cNvPr id="1487" name="Image"/>
          <p:cNvSpPr>
            <a:spLocks noGrp="1"/>
          </p:cNvSpPr>
          <p:nvPr>
            <p:ph type="pic" sz="half" idx="30"/>
          </p:nvPr>
        </p:nvSpPr>
        <p:spPr>
          <a:xfrm>
            <a:off x="17052134" y="9932610"/>
            <a:ext cx="9944137" cy="9944137"/>
          </a:xfrm>
          <a:prstGeom prst="rect">
            <a:avLst/>
          </a:prstGeom>
        </p:spPr>
        <p:txBody>
          <a:bodyPr lIns="91439" tIns="45719" rIns="91439" bIns="45719">
            <a:noAutofit/>
          </a:bodyPr>
          <a:lstStyle/>
          <a:p>
            <a:endParaRPr/>
          </a:p>
        </p:txBody>
      </p:sp>
      <p:sp>
        <p:nvSpPr>
          <p:cNvPr id="1488" name="Image"/>
          <p:cNvSpPr>
            <a:spLocks noGrp="1"/>
          </p:cNvSpPr>
          <p:nvPr>
            <p:ph type="pic" sz="half" idx="31"/>
          </p:nvPr>
        </p:nvSpPr>
        <p:spPr>
          <a:xfrm>
            <a:off x="17052134" y="-3048070"/>
            <a:ext cx="9944137" cy="9944138"/>
          </a:xfrm>
          <a:prstGeom prst="rect">
            <a:avLst/>
          </a:prstGeom>
        </p:spPr>
        <p:txBody>
          <a:bodyPr lIns="91439" tIns="45719" rIns="91439" bIns="45719">
            <a:noAutofit/>
          </a:bodyPr>
          <a:lstStyle/>
          <a:p>
            <a:endParaRPr/>
          </a:p>
        </p:txBody>
      </p:sp>
      <p:sp>
        <p:nvSpPr>
          <p:cNvPr id="1489" name="Text"/>
          <p:cNvSpPr txBox="1">
            <a:spLocks noGrp="1"/>
          </p:cNvSpPr>
          <p:nvPr>
            <p:ph type="body" sz="quarter" idx="3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490" name="Rounded Rectangle"/>
          <p:cNvSpPr/>
          <p:nvPr/>
        </p:nvSpPr>
        <p:spPr>
          <a:xfrm>
            <a:off x="6439079" y="3742399"/>
            <a:ext cx="5605544" cy="6231202"/>
          </a:xfrm>
          <a:prstGeom prst="roundRect">
            <a:avLst>
              <a:gd name="adj" fmla="val 3613"/>
            </a:avLst>
          </a:prstGeom>
          <a:solidFill>
            <a:srgbClr val="FFFFFF"/>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1491" name="Title  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33"/>
          </p:nvPr>
        </p:nvSpPr>
        <p:spPr>
          <a:xfrm>
            <a:off x="6729091" y="4132273"/>
            <a:ext cx="5025520" cy="2851326"/>
          </a:xfrm>
          <a:prstGeom prst="rect">
            <a:avLst/>
          </a:prstGeom>
        </p:spPr>
        <p:txBody>
          <a:bodyPr>
            <a:spAutoFit/>
          </a:bodyPr>
          <a:lstStyle/>
          <a:p>
            <a:pPr>
              <a:lnSpc>
                <a:spcPct val="110000"/>
              </a:lnSpc>
              <a:defRPr sz="2000" spc="0"/>
            </a:pPr>
            <a:r>
              <a:t>Title</a:t>
            </a:r>
            <a:br/>
            <a:br/>
            <a:r>
              <a:rPr>
                <a:solidFill>
                  <a:srgbClr val="000000">
                    <a:alpha val="50000"/>
                  </a:srgbClr>
                </a:solidFill>
              </a:rPr>
              <a:t>Lorem ipsum dolor sit amet, consectetur adipiscing elit, sed do eiusmod tempor incididunt ut labore et dolore magna aliqua. Ut enim ad minim veniam, quis nostrud exercitation ullamco laboris nisi ut aliquip ex ea commodo consequat.</a:t>
            </a:r>
          </a:p>
        </p:txBody>
      </p:sp>
      <p:sp>
        <p:nvSpPr>
          <p:cNvPr id="149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name="18 imgs grid – Grey">
    <p:bg>
      <p:bgPr>
        <a:solidFill>
          <a:srgbClr val="CCCDD1"/>
        </a:solidFill>
        <a:effectLst/>
      </p:bgPr>
    </p:bg>
    <p:spTree>
      <p:nvGrpSpPr>
        <p:cNvPr id="1" name=""/>
        <p:cNvGrpSpPr/>
        <p:nvPr/>
      </p:nvGrpSpPr>
      <p:grpSpPr>
        <a:xfrm>
          <a:off x="0" y="0"/>
          <a:ext cx="0" cy="0"/>
          <a:chOff x="0" y="0"/>
          <a:chExt cx="0" cy="0"/>
        </a:xfrm>
      </p:grpSpPr>
      <p:sp>
        <p:nvSpPr>
          <p:cNvPr id="1525" name="Image"/>
          <p:cNvSpPr>
            <a:spLocks noGrp="1"/>
          </p:cNvSpPr>
          <p:nvPr>
            <p:ph type="pic" sz="quarter" idx="21"/>
          </p:nvPr>
        </p:nvSpPr>
        <p:spPr>
          <a:xfrm>
            <a:off x="-232645" y="303821"/>
            <a:ext cx="6455274" cy="6455275"/>
          </a:xfrm>
          <a:prstGeom prst="rect">
            <a:avLst/>
          </a:prstGeom>
        </p:spPr>
        <p:txBody>
          <a:bodyPr lIns="91439" tIns="45719" rIns="91439" bIns="45719">
            <a:noAutofit/>
          </a:bodyPr>
          <a:lstStyle/>
          <a:p>
            <a:endParaRPr/>
          </a:p>
        </p:txBody>
      </p:sp>
      <p:sp>
        <p:nvSpPr>
          <p:cNvPr id="1526" name="Image"/>
          <p:cNvSpPr>
            <a:spLocks noGrp="1"/>
          </p:cNvSpPr>
          <p:nvPr>
            <p:ph type="pic" sz="quarter" idx="22"/>
          </p:nvPr>
        </p:nvSpPr>
        <p:spPr>
          <a:xfrm>
            <a:off x="7635587" y="303821"/>
            <a:ext cx="6455274" cy="6455275"/>
          </a:xfrm>
          <a:prstGeom prst="rect">
            <a:avLst/>
          </a:prstGeom>
        </p:spPr>
        <p:txBody>
          <a:bodyPr lIns="91439" tIns="45719" rIns="91439" bIns="45719">
            <a:noAutofit/>
          </a:bodyPr>
          <a:lstStyle/>
          <a:p>
            <a:endParaRPr/>
          </a:p>
        </p:txBody>
      </p:sp>
      <p:sp>
        <p:nvSpPr>
          <p:cNvPr id="1527" name="Image"/>
          <p:cNvSpPr>
            <a:spLocks noGrp="1"/>
          </p:cNvSpPr>
          <p:nvPr>
            <p:ph type="pic" sz="quarter" idx="23"/>
          </p:nvPr>
        </p:nvSpPr>
        <p:spPr>
          <a:xfrm>
            <a:off x="3700174" y="303821"/>
            <a:ext cx="6455274" cy="6455275"/>
          </a:xfrm>
          <a:prstGeom prst="rect">
            <a:avLst/>
          </a:prstGeom>
        </p:spPr>
        <p:txBody>
          <a:bodyPr lIns="91439" tIns="45719" rIns="91439" bIns="45719">
            <a:noAutofit/>
          </a:bodyPr>
          <a:lstStyle/>
          <a:p>
            <a:endParaRPr/>
          </a:p>
        </p:txBody>
      </p:sp>
      <p:sp>
        <p:nvSpPr>
          <p:cNvPr id="1528" name="Image"/>
          <p:cNvSpPr>
            <a:spLocks noGrp="1"/>
          </p:cNvSpPr>
          <p:nvPr>
            <p:ph type="pic" sz="quarter" idx="24"/>
          </p:nvPr>
        </p:nvSpPr>
        <p:spPr>
          <a:xfrm>
            <a:off x="-233942" y="4641370"/>
            <a:ext cx="6455274" cy="6455276"/>
          </a:xfrm>
          <a:prstGeom prst="rect">
            <a:avLst/>
          </a:prstGeom>
        </p:spPr>
        <p:txBody>
          <a:bodyPr lIns="91439" tIns="45719" rIns="91439" bIns="45719">
            <a:noAutofit/>
          </a:bodyPr>
          <a:lstStyle/>
          <a:p>
            <a:endParaRPr/>
          </a:p>
        </p:txBody>
      </p:sp>
      <p:sp>
        <p:nvSpPr>
          <p:cNvPr id="1529" name="Image"/>
          <p:cNvSpPr>
            <a:spLocks noGrp="1"/>
          </p:cNvSpPr>
          <p:nvPr>
            <p:ph type="pic" sz="quarter" idx="25"/>
          </p:nvPr>
        </p:nvSpPr>
        <p:spPr>
          <a:xfrm>
            <a:off x="7634289" y="4641370"/>
            <a:ext cx="6455274" cy="6455276"/>
          </a:xfrm>
          <a:prstGeom prst="rect">
            <a:avLst/>
          </a:prstGeom>
        </p:spPr>
        <p:txBody>
          <a:bodyPr lIns="91439" tIns="45719" rIns="91439" bIns="45719">
            <a:noAutofit/>
          </a:bodyPr>
          <a:lstStyle/>
          <a:p>
            <a:endParaRPr/>
          </a:p>
        </p:txBody>
      </p:sp>
      <p:sp>
        <p:nvSpPr>
          <p:cNvPr id="1530" name="Image"/>
          <p:cNvSpPr>
            <a:spLocks noGrp="1"/>
          </p:cNvSpPr>
          <p:nvPr>
            <p:ph type="pic" sz="quarter" idx="26"/>
          </p:nvPr>
        </p:nvSpPr>
        <p:spPr>
          <a:xfrm>
            <a:off x="3698876" y="4641370"/>
            <a:ext cx="6455274" cy="6455276"/>
          </a:xfrm>
          <a:prstGeom prst="rect">
            <a:avLst/>
          </a:prstGeom>
        </p:spPr>
        <p:txBody>
          <a:bodyPr lIns="91439" tIns="45719" rIns="91439" bIns="45719">
            <a:noAutofit/>
          </a:bodyPr>
          <a:lstStyle/>
          <a:p>
            <a:endParaRPr/>
          </a:p>
        </p:txBody>
      </p:sp>
      <p:sp>
        <p:nvSpPr>
          <p:cNvPr id="1531" name="Image"/>
          <p:cNvSpPr>
            <a:spLocks noGrp="1"/>
          </p:cNvSpPr>
          <p:nvPr>
            <p:ph type="pic" sz="quarter" idx="27"/>
          </p:nvPr>
        </p:nvSpPr>
        <p:spPr>
          <a:xfrm>
            <a:off x="-233942" y="8977403"/>
            <a:ext cx="6455274" cy="6455276"/>
          </a:xfrm>
          <a:prstGeom prst="rect">
            <a:avLst/>
          </a:prstGeom>
        </p:spPr>
        <p:txBody>
          <a:bodyPr lIns="91439" tIns="45719" rIns="91439" bIns="45719">
            <a:noAutofit/>
          </a:bodyPr>
          <a:lstStyle/>
          <a:p>
            <a:endParaRPr/>
          </a:p>
        </p:txBody>
      </p:sp>
      <p:sp>
        <p:nvSpPr>
          <p:cNvPr id="1532" name="Image"/>
          <p:cNvSpPr>
            <a:spLocks noGrp="1"/>
          </p:cNvSpPr>
          <p:nvPr>
            <p:ph type="pic" sz="quarter" idx="28"/>
          </p:nvPr>
        </p:nvSpPr>
        <p:spPr>
          <a:xfrm>
            <a:off x="7634289" y="8977403"/>
            <a:ext cx="6455274" cy="6455276"/>
          </a:xfrm>
          <a:prstGeom prst="rect">
            <a:avLst/>
          </a:prstGeom>
        </p:spPr>
        <p:txBody>
          <a:bodyPr lIns="91439" tIns="45719" rIns="91439" bIns="45719">
            <a:noAutofit/>
          </a:bodyPr>
          <a:lstStyle/>
          <a:p>
            <a:endParaRPr/>
          </a:p>
        </p:txBody>
      </p:sp>
      <p:sp>
        <p:nvSpPr>
          <p:cNvPr id="1533" name="Image"/>
          <p:cNvSpPr>
            <a:spLocks noGrp="1"/>
          </p:cNvSpPr>
          <p:nvPr>
            <p:ph type="pic" sz="quarter" idx="29"/>
          </p:nvPr>
        </p:nvSpPr>
        <p:spPr>
          <a:xfrm>
            <a:off x="3698876" y="8977403"/>
            <a:ext cx="6455274" cy="6455276"/>
          </a:xfrm>
          <a:prstGeom prst="rect">
            <a:avLst/>
          </a:prstGeom>
        </p:spPr>
        <p:txBody>
          <a:bodyPr lIns="91439" tIns="45719" rIns="91439" bIns="45719">
            <a:noAutofit/>
          </a:bodyPr>
          <a:lstStyle/>
          <a:p>
            <a:endParaRPr/>
          </a:p>
        </p:txBody>
      </p:sp>
      <p:sp>
        <p:nvSpPr>
          <p:cNvPr id="1534" name="Image"/>
          <p:cNvSpPr>
            <a:spLocks noGrp="1"/>
          </p:cNvSpPr>
          <p:nvPr>
            <p:ph type="pic" sz="quarter" idx="30"/>
          </p:nvPr>
        </p:nvSpPr>
        <p:spPr>
          <a:xfrm>
            <a:off x="11568405" y="303063"/>
            <a:ext cx="6455274" cy="6455275"/>
          </a:xfrm>
          <a:prstGeom prst="rect">
            <a:avLst/>
          </a:prstGeom>
        </p:spPr>
        <p:txBody>
          <a:bodyPr lIns="91439" tIns="45719" rIns="91439" bIns="45719">
            <a:noAutofit/>
          </a:bodyPr>
          <a:lstStyle/>
          <a:p>
            <a:endParaRPr/>
          </a:p>
        </p:txBody>
      </p:sp>
      <p:sp>
        <p:nvSpPr>
          <p:cNvPr id="1535" name="Image"/>
          <p:cNvSpPr>
            <a:spLocks noGrp="1"/>
          </p:cNvSpPr>
          <p:nvPr>
            <p:ph type="pic" sz="quarter" idx="31"/>
          </p:nvPr>
        </p:nvSpPr>
        <p:spPr>
          <a:xfrm>
            <a:off x="19436635" y="303063"/>
            <a:ext cx="6455274" cy="6455275"/>
          </a:xfrm>
          <a:prstGeom prst="rect">
            <a:avLst/>
          </a:prstGeom>
        </p:spPr>
        <p:txBody>
          <a:bodyPr lIns="91439" tIns="45719" rIns="91439" bIns="45719">
            <a:noAutofit/>
          </a:bodyPr>
          <a:lstStyle/>
          <a:p>
            <a:endParaRPr/>
          </a:p>
        </p:txBody>
      </p:sp>
      <p:sp>
        <p:nvSpPr>
          <p:cNvPr id="1536" name="Image"/>
          <p:cNvSpPr>
            <a:spLocks noGrp="1"/>
          </p:cNvSpPr>
          <p:nvPr>
            <p:ph type="pic" sz="quarter" idx="32"/>
          </p:nvPr>
        </p:nvSpPr>
        <p:spPr>
          <a:xfrm>
            <a:off x="15501222" y="303063"/>
            <a:ext cx="6455274" cy="6455275"/>
          </a:xfrm>
          <a:prstGeom prst="rect">
            <a:avLst/>
          </a:prstGeom>
        </p:spPr>
        <p:txBody>
          <a:bodyPr lIns="91439" tIns="45719" rIns="91439" bIns="45719">
            <a:noAutofit/>
          </a:bodyPr>
          <a:lstStyle/>
          <a:p>
            <a:endParaRPr/>
          </a:p>
        </p:txBody>
      </p:sp>
      <p:sp>
        <p:nvSpPr>
          <p:cNvPr id="1537" name="Image"/>
          <p:cNvSpPr>
            <a:spLocks noGrp="1"/>
          </p:cNvSpPr>
          <p:nvPr>
            <p:ph type="pic" sz="quarter" idx="33"/>
          </p:nvPr>
        </p:nvSpPr>
        <p:spPr>
          <a:xfrm>
            <a:off x="11567107" y="4640612"/>
            <a:ext cx="6455274" cy="6455276"/>
          </a:xfrm>
          <a:prstGeom prst="rect">
            <a:avLst/>
          </a:prstGeom>
        </p:spPr>
        <p:txBody>
          <a:bodyPr lIns="91439" tIns="45719" rIns="91439" bIns="45719">
            <a:noAutofit/>
          </a:bodyPr>
          <a:lstStyle/>
          <a:p>
            <a:endParaRPr/>
          </a:p>
        </p:txBody>
      </p:sp>
      <p:sp>
        <p:nvSpPr>
          <p:cNvPr id="1538" name="Image"/>
          <p:cNvSpPr>
            <a:spLocks noGrp="1"/>
          </p:cNvSpPr>
          <p:nvPr>
            <p:ph type="pic" sz="quarter" idx="34"/>
          </p:nvPr>
        </p:nvSpPr>
        <p:spPr>
          <a:xfrm>
            <a:off x="19435339" y="4640612"/>
            <a:ext cx="6455274" cy="6455276"/>
          </a:xfrm>
          <a:prstGeom prst="rect">
            <a:avLst/>
          </a:prstGeom>
        </p:spPr>
        <p:txBody>
          <a:bodyPr lIns="91439" tIns="45719" rIns="91439" bIns="45719">
            <a:noAutofit/>
          </a:bodyPr>
          <a:lstStyle/>
          <a:p>
            <a:endParaRPr/>
          </a:p>
        </p:txBody>
      </p:sp>
      <p:sp>
        <p:nvSpPr>
          <p:cNvPr id="1539" name="Image"/>
          <p:cNvSpPr>
            <a:spLocks noGrp="1"/>
          </p:cNvSpPr>
          <p:nvPr>
            <p:ph type="pic" sz="quarter" idx="35"/>
          </p:nvPr>
        </p:nvSpPr>
        <p:spPr>
          <a:xfrm>
            <a:off x="15499926" y="4640612"/>
            <a:ext cx="6455274" cy="6455276"/>
          </a:xfrm>
          <a:prstGeom prst="rect">
            <a:avLst/>
          </a:prstGeom>
        </p:spPr>
        <p:txBody>
          <a:bodyPr lIns="91439" tIns="45719" rIns="91439" bIns="45719">
            <a:noAutofit/>
          </a:bodyPr>
          <a:lstStyle/>
          <a:p>
            <a:endParaRPr/>
          </a:p>
        </p:txBody>
      </p:sp>
      <p:sp>
        <p:nvSpPr>
          <p:cNvPr id="1540" name="Image"/>
          <p:cNvSpPr>
            <a:spLocks noGrp="1"/>
          </p:cNvSpPr>
          <p:nvPr>
            <p:ph type="pic" sz="quarter" idx="36"/>
          </p:nvPr>
        </p:nvSpPr>
        <p:spPr>
          <a:xfrm>
            <a:off x="11567107" y="8976645"/>
            <a:ext cx="6455274" cy="6455276"/>
          </a:xfrm>
          <a:prstGeom prst="rect">
            <a:avLst/>
          </a:prstGeom>
        </p:spPr>
        <p:txBody>
          <a:bodyPr lIns="91439" tIns="45719" rIns="91439" bIns="45719">
            <a:noAutofit/>
          </a:bodyPr>
          <a:lstStyle/>
          <a:p>
            <a:endParaRPr/>
          </a:p>
        </p:txBody>
      </p:sp>
      <p:sp>
        <p:nvSpPr>
          <p:cNvPr id="1541" name="Image"/>
          <p:cNvSpPr>
            <a:spLocks noGrp="1"/>
          </p:cNvSpPr>
          <p:nvPr>
            <p:ph type="pic" sz="quarter" idx="37"/>
          </p:nvPr>
        </p:nvSpPr>
        <p:spPr>
          <a:xfrm>
            <a:off x="19435339" y="8976645"/>
            <a:ext cx="6455274" cy="6455276"/>
          </a:xfrm>
          <a:prstGeom prst="rect">
            <a:avLst/>
          </a:prstGeom>
        </p:spPr>
        <p:txBody>
          <a:bodyPr lIns="91439" tIns="45719" rIns="91439" bIns="45719">
            <a:noAutofit/>
          </a:bodyPr>
          <a:lstStyle/>
          <a:p>
            <a:endParaRPr/>
          </a:p>
        </p:txBody>
      </p:sp>
      <p:sp>
        <p:nvSpPr>
          <p:cNvPr id="1542" name="Image"/>
          <p:cNvSpPr>
            <a:spLocks noGrp="1"/>
          </p:cNvSpPr>
          <p:nvPr>
            <p:ph type="pic" sz="quarter" idx="38"/>
          </p:nvPr>
        </p:nvSpPr>
        <p:spPr>
          <a:xfrm>
            <a:off x="15499926" y="8976645"/>
            <a:ext cx="6455274" cy="6455276"/>
          </a:xfrm>
          <a:prstGeom prst="rect">
            <a:avLst/>
          </a:prstGeom>
        </p:spPr>
        <p:txBody>
          <a:bodyPr lIns="91439" tIns="45719" rIns="91439" bIns="45719">
            <a:noAutofit/>
          </a:bodyPr>
          <a:lstStyle/>
          <a:p>
            <a:endParaRPr/>
          </a:p>
        </p:txBody>
      </p:sp>
      <p:sp>
        <p:nvSpPr>
          <p:cNvPr id="1543" name="Text"/>
          <p:cNvSpPr txBox="1">
            <a:spLocks noGrp="1"/>
          </p:cNvSpPr>
          <p:nvPr>
            <p:ph type="body" sz="quarter" idx="3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54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type="tx">
  <p:cSld name="18 imgs grid – Dark">
    <p:bg>
      <p:bgPr>
        <a:solidFill>
          <a:srgbClr val="000000"/>
        </a:solidFill>
        <a:effectLst/>
      </p:bgPr>
    </p:bg>
    <p:spTree>
      <p:nvGrpSpPr>
        <p:cNvPr id="1" name=""/>
        <p:cNvGrpSpPr/>
        <p:nvPr/>
      </p:nvGrpSpPr>
      <p:grpSpPr>
        <a:xfrm>
          <a:off x="0" y="0"/>
          <a:ext cx="0" cy="0"/>
          <a:chOff x="0" y="0"/>
          <a:chExt cx="0" cy="0"/>
        </a:xfrm>
      </p:grpSpPr>
      <p:sp>
        <p:nvSpPr>
          <p:cNvPr id="1551" name="Image"/>
          <p:cNvSpPr>
            <a:spLocks noGrp="1"/>
          </p:cNvSpPr>
          <p:nvPr>
            <p:ph type="pic" sz="quarter" idx="21"/>
          </p:nvPr>
        </p:nvSpPr>
        <p:spPr>
          <a:xfrm>
            <a:off x="-232645" y="303821"/>
            <a:ext cx="6455274" cy="6455275"/>
          </a:xfrm>
          <a:prstGeom prst="rect">
            <a:avLst/>
          </a:prstGeom>
        </p:spPr>
        <p:txBody>
          <a:bodyPr lIns="91439" tIns="45719" rIns="91439" bIns="45719">
            <a:noAutofit/>
          </a:bodyPr>
          <a:lstStyle/>
          <a:p>
            <a:endParaRPr/>
          </a:p>
        </p:txBody>
      </p:sp>
      <p:sp>
        <p:nvSpPr>
          <p:cNvPr id="1552" name="Image"/>
          <p:cNvSpPr>
            <a:spLocks noGrp="1"/>
          </p:cNvSpPr>
          <p:nvPr>
            <p:ph type="pic" sz="quarter" idx="22"/>
          </p:nvPr>
        </p:nvSpPr>
        <p:spPr>
          <a:xfrm>
            <a:off x="7635587" y="303821"/>
            <a:ext cx="6455274" cy="6455275"/>
          </a:xfrm>
          <a:prstGeom prst="rect">
            <a:avLst/>
          </a:prstGeom>
        </p:spPr>
        <p:txBody>
          <a:bodyPr lIns="91439" tIns="45719" rIns="91439" bIns="45719">
            <a:noAutofit/>
          </a:bodyPr>
          <a:lstStyle/>
          <a:p>
            <a:endParaRPr/>
          </a:p>
        </p:txBody>
      </p:sp>
      <p:sp>
        <p:nvSpPr>
          <p:cNvPr id="1553" name="Image"/>
          <p:cNvSpPr>
            <a:spLocks noGrp="1"/>
          </p:cNvSpPr>
          <p:nvPr>
            <p:ph type="pic" sz="quarter" idx="23"/>
          </p:nvPr>
        </p:nvSpPr>
        <p:spPr>
          <a:xfrm>
            <a:off x="3700174" y="303821"/>
            <a:ext cx="6455274" cy="6455275"/>
          </a:xfrm>
          <a:prstGeom prst="rect">
            <a:avLst/>
          </a:prstGeom>
        </p:spPr>
        <p:txBody>
          <a:bodyPr lIns="91439" tIns="45719" rIns="91439" bIns="45719">
            <a:noAutofit/>
          </a:bodyPr>
          <a:lstStyle/>
          <a:p>
            <a:endParaRPr/>
          </a:p>
        </p:txBody>
      </p:sp>
      <p:sp>
        <p:nvSpPr>
          <p:cNvPr id="1554" name="Image"/>
          <p:cNvSpPr>
            <a:spLocks noGrp="1"/>
          </p:cNvSpPr>
          <p:nvPr>
            <p:ph type="pic" sz="quarter" idx="24"/>
          </p:nvPr>
        </p:nvSpPr>
        <p:spPr>
          <a:xfrm>
            <a:off x="-233942" y="4641370"/>
            <a:ext cx="6455274" cy="6455276"/>
          </a:xfrm>
          <a:prstGeom prst="rect">
            <a:avLst/>
          </a:prstGeom>
        </p:spPr>
        <p:txBody>
          <a:bodyPr lIns="91439" tIns="45719" rIns="91439" bIns="45719">
            <a:noAutofit/>
          </a:bodyPr>
          <a:lstStyle/>
          <a:p>
            <a:endParaRPr/>
          </a:p>
        </p:txBody>
      </p:sp>
      <p:sp>
        <p:nvSpPr>
          <p:cNvPr id="1555" name="Image"/>
          <p:cNvSpPr>
            <a:spLocks noGrp="1"/>
          </p:cNvSpPr>
          <p:nvPr>
            <p:ph type="pic" sz="quarter" idx="25"/>
          </p:nvPr>
        </p:nvSpPr>
        <p:spPr>
          <a:xfrm>
            <a:off x="7634289" y="4641370"/>
            <a:ext cx="6455274" cy="6455276"/>
          </a:xfrm>
          <a:prstGeom prst="rect">
            <a:avLst/>
          </a:prstGeom>
        </p:spPr>
        <p:txBody>
          <a:bodyPr lIns="91439" tIns="45719" rIns="91439" bIns="45719">
            <a:noAutofit/>
          </a:bodyPr>
          <a:lstStyle/>
          <a:p>
            <a:endParaRPr/>
          </a:p>
        </p:txBody>
      </p:sp>
      <p:sp>
        <p:nvSpPr>
          <p:cNvPr id="1556" name="Image"/>
          <p:cNvSpPr>
            <a:spLocks noGrp="1"/>
          </p:cNvSpPr>
          <p:nvPr>
            <p:ph type="pic" sz="quarter" idx="26"/>
          </p:nvPr>
        </p:nvSpPr>
        <p:spPr>
          <a:xfrm>
            <a:off x="3698876" y="4641370"/>
            <a:ext cx="6455274" cy="6455276"/>
          </a:xfrm>
          <a:prstGeom prst="rect">
            <a:avLst/>
          </a:prstGeom>
        </p:spPr>
        <p:txBody>
          <a:bodyPr lIns="91439" tIns="45719" rIns="91439" bIns="45719">
            <a:noAutofit/>
          </a:bodyPr>
          <a:lstStyle/>
          <a:p>
            <a:endParaRPr/>
          </a:p>
        </p:txBody>
      </p:sp>
      <p:sp>
        <p:nvSpPr>
          <p:cNvPr id="1557" name="Image"/>
          <p:cNvSpPr>
            <a:spLocks noGrp="1"/>
          </p:cNvSpPr>
          <p:nvPr>
            <p:ph type="pic" sz="quarter" idx="27"/>
          </p:nvPr>
        </p:nvSpPr>
        <p:spPr>
          <a:xfrm>
            <a:off x="-233942" y="8977403"/>
            <a:ext cx="6455274" cy="6455276"/>
          </a:xfrm>
          <a:prstGeom prst="rect">
            <a:avLst/>
          </a:prstGeom>
        </p:spPr>
        <p:txBody>
          <a:bodyPr lIns="91439" tIns="45719" rIns="91439" bIns="45719">
            <a:noAutofit/>
          </a:bodyPr>
          <a:lstStyle/>
          <a:p>
            <a:endParaRPr/>
          </a:p>
        </p:txBody>
      </p:sp>
      <p:sp>
        <p:nvSpPr>
          <p:cNvPr id="1558" name="Image"/>
          <p:cNvSpPr>
            <a:spLocks noGrp="1"/>
          </p:cNvSpPr>
          <p:nvPr>
            <p:ph type="pic" sz="quarter" idx="28"/>
          </p:nvPr>
        </p:nvSpPr>
        <p:spPr>
          <a:xfrm>
            <a:off x="7634289" y="8977403"/>
            <a:ext cx="6455274" cy="6455276"/>
          </a:xfrm>
          <a:prstGeom prst="rect">
            <a:avLst/>
          </a:prstGeom>
        </p:spPr>
        <p:txBody>
          <a:bodyPr lIns="91439" tIns="45719" rIns="91439" bIns="45719">
            <a:noAutofit/>
          </a:bodyPr>
          <a:lstStyle/>
          <a:p>
            <a:endParaRPr/>
          </a:p>
        </p:txBody>
      </p:sp>
      <p:sp>
        <p:nvSpPr>
          <p:cNvPr id="1559" name="Image"/>
          <p:cNvSpPr>
            <a:spLocks noGrp="1"/>
          </p:cNvSpPr>
          <p:nvPr>
            <p:ph type="pic" sz="quarter" idx="29"/>
          </p:nvPr>
        </p:nvSpPr>
        <p:spPr>
          <a:xfrm>
            <a:off x="3698876" y="8977403"/>
            <a:ext cx="6455274" cy="6455276"/>
          </a:xfrm>
          <a:prstGeom prst="rect">
            <a:avLst/>
          </a:prstGeom>
        </p:spPr>
        <p:txBody>
          <a:bodyPr lIns="91439" tIns="45719" rIns="91439" bIns="45719">
            <a:noAutofit/>
          </a:bodyPr>
          <a:lstStyle/>
          <a:p>
            <a:endParaRPr/>
          </a:p>
        </p:txBody>
      </p:sp>
      <p:sp>
        <p:nvSpPr>
          <p:cNvPr id="1560" name="Image"/>
          <p:cNvSpPr>
            <a:spLocks noGrp="1"/>
          </p:cNvSpPr>
          <p:nvPr>
            <p:ph type="pic" sz="quarter" idx="30"/>
          </p:nvPr>
        </p:nvSpPr>
        <p:spPr>
          <a:xfrm>
            <a:off x="11568405" y="303063"/>
            <a:ext cx="6455274" cy="6455275"/>
          </a:xfrm>
          <a:prstGeom prst="rect">
            <a:avLst/>
          </a:prstGeom>
        </p:spPr>
        <p:txBody>
          <a:bodyPr lIns="91439" tIns="45719" rIns="91439" bIns="45719">
            <a:noAutofit/>
          </a:bodyPr>
          <a:lstStyle/>
          <a:p>
            <a:endParaRPr/>
          </a:p>
        </p:txBody>
      </p:sp>
      <p:sp>
        <p:nvSpPr>
          <p:cNvPr id="1561" name="Image"/>
          <p:cNvSpPr>
            <a:spLocks noGrp="1"/>
          </p:cNvSpPr>
          <p:nvPr>
            <p:ph type="pic" sz="quarter" idx="31"/>
          </p:nvPr>
        </p:nvSpPr>
        <p:spPr>
          <a:xfrm>
            <a:off x="19436635" y="303063"/>
            <a:ext cx="6455274" cy="6455275"/>
          </a:xfrm>
          <a:prstGeom prst="rect">
            <a:avLst/>
          </a:prstGeom>
        </p:spPr>
        <p:txBody>
          <a:bodyPr lIns="91439" tIns="45719" rIns="91439" bIns="45719">
            <a:noAutofit/>
          </a:bodyPr>
          <a:lstStyle/>
          <a:p>
            <a:endParaRPr/>
          </a:p>
        </p:txBody>
      </p:sp>
      <p:sp>
        <p:nvSpPr>
          <p:cNvPr id="1562" name="Image"/>
          <p:cNvSpPr>
            <a:spLocks noGrp="1"/>
          </p:cNvSpPr>
          <p:nvPr>
            <p:ph type="pic" sz="quarter" idx="32"/>
          </p:nvPr>
        </p:nvSpPr>
        <p:spPr>
          <a:xfrm>
            <a:off x="15501222" y="303063"/>
            <a:ext cx="6455274" cy="6455275"/>
          </a:xfrm>
          <a:prstGeom prst="rect">
            <a:avLst/>
          </a:prstGeom>
        </p:spPr>
        <p:txBody>
          <a:bodyPr lIns="91439" tIns="45719" rIns="91439" bIns="45719">
            <a:noAutofit/>
          </a:bodyPr>
          <a:lstStyle/>
          <a:p>
            <a:endParaRPr/>
          </a:p>
        </p:txBody>
      </p:sp>
      <p:sp>
        <p:nvSpPr>
          <p:cNvPr id="1563" name="Image"/>
          <p:cNvSpPr>
            <a:spLocks noGrp="1"/>
          </p:cNvSpPr>
          <p:nvPr>
            <p:ph type="pic" sz="quarter" idx="33"/>
          </p:nvPr>
        </p:nvSpPr>
        <p:spPr>
          <a:xfrm>
            <a:off x="11567107" y="4640612"/>
            <a:ext cx="6455274" cy="6455276"/>
          </a:xfrm>
          <a:prstGeom prst="rect">
            <a:avLst/>
          </a:prstGeom>
        </p:spPr>
        <p:txBody>
          <a:bodyPr lIns="91439" tIns="45719" rIns="91439" bIns="45719">
            <a:noAutofit/>
          </a:bodyPr>
          <a:lstStyle/>
          <a:p>
            <a:endParaRPr/>
          </a:p>
        </p:txBody>
      </p:sp>
      <p:sp>
        <p:nvSpPr>
          <p:cNvPr id="1564" name="Image"/>
          <p:cNvSpPr>
            <a:spLocks noGrp="1"/>
          </p:cNvSpPr>
          <p:nvPr>
            <p:ph type="pic" sz="quarter" idx="34"/>
          </p:nvPr>
        </p:nvSpPr>
        <p:spPr>
          <a:xfrm>
            <a:off x="19435339" y="4640612"/>
            <a:ext cx="6455274" cy="6455276"/>
          </a:xfrm>
          <a:prstGeom prst="rect">
            <a:avLst/>
          </a:prstGeom>
        </p:spPr>
        <p:txBody>
          <a:bodyPr lIns="91439" tIns="45719" rIns="91439" bIns="45719">
            <a:noAutofit/>
          </a:bodyPr>
          <a:lstStyle/>
          <a:p>
            <a:endParaRPr/>
          </a:p>
        </p:txBody>
      </p:sp>
      <p:sp>
        <p:nvSpPr>
          <p:cNvPr id="1565" name="Image"/>
          <p:cNvSpPr>
            <a:spLocks noGrp="1"/>
          </p:cNvSpPr>
          <p:nvPr>
            <p:ph type="pic" sz="quarter" idx="35"/>
          </p:nvPr>
        </p:nvSpPr>
        <p:spPr>
          <a:xfrm>
            <a:off x="15499926" y="4640612"/>
            <a:ext cx="6455274" cy="6455276"/>
          </a:xfrm>
          <a:prstGeom prst="rect">
            <a:avLst/>
          </a:prstGeom>
        </p:spPr>
        <p:txBody>
          <a:bodyPr lIns="91439" tIns="45719" rIns="91439" bIns="45719">
            <a:noAutofit/>
          </a:bodyPr>
          <a:lstStyle/>
          <a:p>
            <a:endParaRPr/>
          </a:p>
        </p:txBody>
      </p:sp>
      <p:sp>
        <p:nvSpPr>
          <p:cNvPr id="1566" name="Image"/>
          <p:cNvSpPr>
            <a:spLocks noGrp="1"/>
          </p:cNvSpPr>
          <p:nvPr>
            <p:ph type="pic" sz="quarter" idx="36"/>
          </p:nvPr>
        </p:nvSpPr>
        <p:spPr>
          <a:xfrm>
            <a:off x="11567107" y="8976645"/>
            <a:ext cx="6455274" cy="6455276"/>
          </a:xfrm>
          <a:prstGeom prst="rect">
            <a:avLst/>
          </a:prstGeom>
        </p:spPr>
        <p:txBody>
          <a:bodyPr lIns="91439" tIns="45719" rIns="91439" bIns="45719">
            <a:noAutofit/>
          </a:bodyPr>
          <a:lstStyle/>
          <a:p>
            <a:endParaRPr/>
          </a:p>
        </p:txBody>
      </p:sp>
      <p:sp>
        <p:nvSpPr>
          <p:cNvPr id="1567" name="Image"/>
          <p:cNvSpPr>
            <a:spLocks noGrp="1"/>
          </p:cNvSpPr>
          <p:nvPr>
            <p:ph type="pic" sz="quarter" idx="37"/>
          </p:nvPr>
        </p:nvSpPr>
        <p:spPr>
          <a:xfrm>
            <a:off x="19435339" y="8976645"/>
            <a:ext cx="6455274" cy="6455276"/>
          </a:xfrm>
          <a:prstGeom prst="rect">
            <a:avLst/>
          </a:prstGeom>
        </p:spPr>
        <p:txBody>
          <a:bodyPr lIns="91439" tIns="45719" rIns="91439" bIns="45719">
            <a:noAutofit/>
          </a:bodyPr>
          <a:lstStyle/>
          <a:p>
            <a:endParaRPr/>
          </a:p>
        </p:txBody>
      </p:sp>
      <p:sp>
        <p:nvSpPr>
          <p:cNvPr id="1568" name="Image"/>
          <p:cNvSpPr>
            <a:spLocks noGrp="1"/>
          </p:cNvSpPr>
          <p:nvPr>
            <p:ph type="pic" sz="quarter" idx="38"/>
          </p:nvPr>
        </p:nvSpPr>
        <p:spPr>
          <a:xfrm>
            <a:off x="15499926" y="8976645"/>
            <a:ext cx="6455274" cy="6455276"/>
          </a:xfrm>
          <a:prstGeom prst="rect">
            <a:avLst/>
          </a:prstGeom>
        </p:spPr>
        <p:txBody>
          <a:bodyPr lIns="91439" tIns="45719" rIns="91439" bIns="45719">
            <a:noAutofit/>
          </a:bodyPr>
          <a:lstStyle/>
          <a:p>
            <a:endParaRPr/>
          </a:p>
        </p:txBody>
      </p:sp>
      <p:sp>
        <p:nvSpPr>
          <p:cNvPr id="1569" name="Text"/>
          <p:cNvSpPr txBox="1">
            <a:spLocks noGrp="1"/>
          </p:cNvSpPr>
          <p:nvPr>
            <p:ph type="body" sz="quarter" idx="3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57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type="tx">
  <p:cSld name="9 imgs grid + body – Grey">
    <p:bg>
      <p:bgPr>
        <a:solidFill>
          <a:srgbClr val="CCCDD1"/>
        </a:solidFill>
        <a:effectLst/>
      </p:bgPr>
    </p:bg>
    <p:spTree>
      <p:nvGrpSpPr>
        <p:cNvPr id="1" name=""/>
        <p:cNvGrpSpPr/>
        <p:nvPr/>
      </p:nvGrpSpPr>
      <p:grpSpPr>
        <a:xfrm>
          <a:off x="0" y="0"/>
          <a:ext cx="0" cy="0"/>
          <a:chOff x="0" y="0"/>
          <a:chExt cx="0" cy="0"/>
        </a:xfrm>
      </p:grpSpPr>
      <p:sp>
        <p:nvSpPr>
          <p:cNvPr id="1603" name="Image"/>
          <p:cNvSpPr>
            <a:spLocks noGrp="1"/>
          </p:cNvSpPr>
          <p:nvPr>
            <p:ph type="pic" sz="quarter" idx="21"/>
          </p:nvPr>
        </p:nvSpPr>
        <p:spPr>
          <a:xfrm>
            <a:off x="-234478" y="303821"/>
            <a:ext cx="6455274" cy="6455275"/>
          </a:xfrm>
          <a:prstGeom prst="rect">
            <a:avLst/>
          </a:prstGeom>
        </p:spPr>
        <p:txBody>
          <a:bodyPr lIns="91439" tIns="45719" rIns="91439" bIns="45719">
            <a:noAutofit/>
          </a:bodyPr>
          <a:lstStyle/>
          <a:p>
            <a:endParaRPr/>
          </a:p>
        </p:txBody>
      </p:sp>
      <p:sp>
        <p:nvSpPr>
          <p:cNvPr id="1604" name="Image"/>
          <p:cNvSpPr>
            <a:spLocks noGrp="1"/>
          </p:cNvSpPr>
          <p:nvPr>
            <p:ph type="pic" sz="quarter" idx="22"/>
          </p:nvPr>
        </p:nvSpPr>
        <p:spPr>
          <a:xfrm>
            <a:off x="7633753" y="303821"/>
            <a:ext cx="6455274" cy="6455275"/>
          </a:xfrm>
          <a:prstGeom prst="rect">
            <a:avLst/>
          </a:prstGeom>
        </p:spPr>
        <p:txBody>
          <a:bodyPr lIns="91439" tIns="45719" rIns="91439" bIns="45719">
            <a:noAutofit/>
          </a:bodyPr>
          <a:lstStyle/>
          <a:p>
            <a:endParaRPr/>
          </a:p>
        </p:txBody>
      </p:sp>
      <p:sp>
        <p:nvSpPr>
          <p:cNvPr id="1605" name="Image"/>
          <p:cNvSpPr>
            <a:spLocks noGrp="1"/>
          </p:cNvSpPr>
          <p:nvPr>
            <p:ph type="pic" sz="quarter" idx="23"/>
          </p:nvPr>
        </p:nvSpPr>
        <p:spPr>
          <a:xfrm>
            <a:off x="-235776" y="4641370"/>
            <a:ext cx="6455274" cy="6455276"/>
          </a:xfrm>
          <a:prstGeom prst="rect">
            <a:avLst/>
          </a:prstGeom>
        </p:spPr>
        <p:txBody>
          <a:bodyPr lIns="91439" tIns="45719" rIns="91439" bIns="45719">
            <a:noAutofit/>
          </a:bodyPr>
          <a:lstStyle/>
          <a:p>
            <a:endParaRPr/>
          </a:p>
        </p:txBody>
      </p:sp>
      <p:sp>
        <p:nvSpPr>
          <p:cNvPr id="1606" name="Image"/>
          <p:cNvSpPr>
            <a:spLocks noGrp="1"/>
          </p:cNvSpPr>
          <p:nvPr>
            <p:ph type="pic" sz="quarter" idx="24"/>
          </p:nvPr>
        </p:nvSpPr>
        <p:spPr>
          <a:xfrm>
            <a:off x="7632455" y="4641370"/>
            <a:ext cx="6455274" cy="6455276"/>
          </a:xfrm>
          <a:prstGeom prst="rect">
            <a:avLst/>
          </a:prstGeom>
        </p:spPr>
        <p:txBody>
          <a:bodyPr lIns="91439" tIns="45719" rIns="91439" bIns="45719">
            <a:noAutofit/>
          </a:bodyPr>
          <a:lstStyle/>
          <a:p>
            <a:endParaRPr/>
          </a:p>
        </p:txBody>
      </p:sp>
      <p:sp>
        <p:nvSpPr>
          <p:cNvPr id="1607" name="Image"/>
          <p:cNvSpPr>
            <a:spLocks noGrp="1"/>
          </p:cNvSpPr>
          <p:nvPr>
            <p:ph type="pic" sz="quarter" idx="25"/>
          </p:nvPr>
        </p:nvSpPr>
        <p:spPr>
          <a:xfrm>
            <a:off x="-235776" y="8977403"/>
            <a:ext cx="6455274" cy="6455276"/>
          </a:xfrm>
          <a:prstGeom prst="rect">
            <a:avLst/>
          </a:prstGeom>
        </p:spPr>
        <p:txBody>
          <a:bodyPr lIns="91439" tIns="45719" rIns="91439" bIns="45719">
            <a:noAutofit/>
          </a:bodyPr>
          <a:lstStyle/>
          <a:p>
            <a:endParaRPr/>
          </a:p>
        </p:txBody>
      </p:sp>
      <p:sp>
        <p:nvSpPr>
          <p:cNvPr id="1608" name="Image"/>
          <p:cNvSpPr>
            <a:spLocks noGrp="1"/>
          </p:cNvSpPr>
          <p:nvPr>
            <p:ph type="pic" sz="quarter" idx="26"/>
          </p:nvPr>
        </p:nvSpPr>
        <p:spPr>
          <a:xfrm>
            <a:off x="7632455" y="8977403"/>
            <a:ext cx="6455274" cy="6455276"/>
          </a:xfrm>
          <a:prstGeom prst="rect">
            <a:avLst/>
          </a:prstGeom>
        </p:spPr>
        <p:txBody>
          <a:bodyPr lIns="91439" tIns="45719" rIns="91439" bIns="45719">
            <a:noAutofit/>
          </a:bodyPr>
          <a:lstStyle/>
          <a:p>
            <a:endParaRPr/>
          </a:p>
        </p:txBody>
      </p:sp>
      <p:sp>
        <p:nvSpPr>
          <p:cNvPr id="1609" name="Image"/>
          <p:cNvSpPr>
            <a:spLocks noGrp="1"/>
          </p:cNvSpPr>
          <p:nvPr>
            <p:ph type="pic" sz="quarter" idx="27"/>
          </p:nvPr>
        </p:nvSpPr>
        <p:spPr>
          <a:xfrm>
            <a:off x="15500687" y="303063"/>
            <a:ext cx="6455274" cy="6455275"/>
          </a:xfrm>
          <a:prstGeom prst="rect">
            <a:avLst/>
          </a:prstGeom>
        </p:spPr>
        <p:txBody>
          <a:bodyPr lIns="91439" tIns="45719" rIns="91439" bIns="45719">
            <a:noAutofit/>
          </a:bodyPr>
          <a:lstStyle/>
          <a:p>
            <a:endParaRPr/>
          </a:p>
        </p:txBody>
      </p:sp>
      <p:sp>
        <p:nvSpPr>
          <p:cNvPr id="1610" name="Image"/>
          <p:cNvSpPr>
            <a:spLocks noGrp="1"/>
          </p:cNvSpPr>
          <p:nvPr>
            <p:ph type="pic" sz="quarter" idx="28"/>
          </p:nvPr>
        </p:nvSpPr>
        <p:spPr>
          <a:xfrm>
            <a:off x="15499390" y="4640612"/>
            <a:ext cx="6455274" cy="6455276"/>
          </a:xfrm>
          <a:prstGeom prst="rect">
            <a:avLst/>
          </a:prstGeom>
        </p:spPr>
        <p:txBody>
          <a:bodyPr lIns="91439" tIns="45719" rIns="91439" bIns="45719">
            <a:noAutofit/>
          </a:bodyPr>
          <a:lstStyle/>
          <a:p>
            <a:endParaRPr/>
          </a:p>
        </p:txBody>
      </p:sp>
      <p:sp>
        <p:nvSpPr>
          <p:cNvPr id="1611" name="Image"/>
          <p:cNvSpPr>
            <a:spLocks noGrp="1"/>
          </p:cNvSpPr>
          <p:nvPr>
            <p:ph type="pic" sz="quarter" idx="29"/>
          </p:nvPr>
        </p:nvSpPr>
        <p:spPr>
          <a:xfrm>
            <a:off x="15499390" y="8976645"/>
            <a:ext cx="6455274" cy="6455276"/>
          </a:xfrm>
          <a:prstGeom prst="rect">
            <a:avLst/>
          </a:prstGeom>
        </p:spPr>
        <p:txBody>
          <a:bodyPr lIns="91439" tIns="45719" rIns="91439" bIns="45719">
            <a:noAutofit/>
          </a:bodyPr>
          <a:lstStyle/>
          <a:p>
            <a:endParaRPr/>
          </a:p>
        </p:txBody>
      </p:sp>
      <p:sp>
        <p:nvSpPr>
          <p:cNvPr id="1612" name="Title  Lorem ipsum dolor sit amet, consectetur adipiscing elit, sed do eiusmod tempor."/>
          <p:cNvSpPr txBox="1">
            <a:spLocks noGrp="1"/>
          </p:cNvSpPr>
          <p:nvPr>
            <p:ph type="body" sz="quarter" idx="30"/>
          </p:nvPr>
        </p:nvSpPr>
        <p:spPr>
          <a:xfrm>
            <a:off x="4474249" y="501313"/>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13" name="Title  Lorem ipsum dolor sit amet, consectetur adipiscing elit, sed do eiusmod tempor."/>
          <p:cNvSpPr txBox="1">
            <a:spLocks noGrp="1"/>
          </p:cNvSpPr>
          <p:nvPr>
            <p:ph type="body" sz="quarter" idx="31"/>
          </p:nvPr>
        </p:nvSpPr>
        <p:spPr>
          <a:xfrm>
            <a:off x="12342481" y="501313"/>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14" name="Title  Lorem ipsum dolor sit amet, consectetur adipiscing elit, sed do eiusmod tempor."/>
          <p:cNvSpPr txBox="1">
            <a:spLocks noGrp="1"/>
          </p:cNvSpPr>
          <p:nvPr>
            <p:ph type="body" sz="quarter" idx="32"/>
          </p:nvPr>
        </p:nvSpPr>
        <p:spPr>
          <a:xfrm>
            <a:off x="4474249" y="4838862"/>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15" name="Title  Lorem ipsum dolor sit amet, consectetur adipiscing elit, sed do eiusmod tempor."/>
          <p:cNvSpPr txBox="1">
            <a:spLocks noGrp="1"/>
          </p:cNvSpPr>
          <p:nvPr>
            <p:ph type="body" sz="quarter" idx="33"/>
          </p:nvPr>
        </p:nvSpPr>
        <p:spPr>
          <a:xfrm>
            <a:off x="12342481" y="4838862"/>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16" name="Title  Lorem ipsum dolor sit amet, consectetur adipiscing elit, sed do eiusmod tempor."/>
          <p:cNvSpPr txBox="1">
            <a:spLocks noGrp="1"/>
          </p:cNvSpPr>
          <p:nvPr>
            <p:ph type="body" sz="quarter" idx="34"/>
          </p:nvPr>
        </p:nvSpPr>
        <p:spPr>
          <a:xfrm>
            <a:off x="4474249" y="9174895"/>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17" name="Title  Lorem ipsum dolor sit amet, consectetur adipiscing elit, sed do eiusmod tempor."/>
          <p:cNvSpPr txBox="1">
            <a:spLocks noGrp="1"/>
          </p:cNvSpPr>
          <p:nvPr>
            <p:ph type="body" sz="quarter" idx="35"/>
          </p:nvPr>
        </p:nvSpPr>
        <p:spPr>
          <a:xfrm>
            <a:off x="12342481" y="9174895"/>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18" name="Title  Lorem ipsum dolor sit amet, consectetur adipiscing elit, sed do eiusmod tempor."/>
          <p:cNvSpPr txBox="1">
            <a:spLocks noGrp="1"/>
          </p:cNvSpPr>
          <p:nvPr>
            <p:ph type="body" sz="quarter" idx="36"/>
          </p:nvPr>
        </p:nvSpPr>
        <p:spPr>
          <a:xfrm>
            <a:off x="20208118" y="501313"/>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19" name="Title  Lorem ipsum dolor sit amet, consectetur adipiscing elit, sed do eiusmod tempor."/>
          <p:cNvSpPr txBox="1">
            <a:spLocks noGrp="1"/>
          </p:cNvSpPr>
          <p:nvPr>
            <p:ph type="body" sz="quarter" idx="37"/>
          </p:nvPr>
        </p:nvSpPr>
        <p:spPr>
          <a:xfrm>
            <a:off x="20208118" y="4838862"/>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20" name="Title  Lorem ipsum dolor sit amet, consectetur adipiscing elit, sed do eiusmod tempor."/>
          <p:cNvSpPr txBox="1">
            <a:spLocks noGrp="1"/>
          </p:cNvSpPr>
          <p:nvPr>
            <p:ph type="body" sz="quarter" idx="38"/>
          </p:nvPr>
        </p:nvSpPr>
        <p:spPr>
          <a:xfrm>
            <a:off x="20208118" y="9174895"/>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21" name="Text"/>
          <p:cNvSpPr txBox="1">
            <a:spLocks noGrp="1"/>
          </p:cNvSpPr>
          <p:nvPr>
            <p:ph type="body" sz="quarter" idx="3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62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name="9 imgs grid + body – Dark">
    <p:bg>
      <p:bgPr>
        <a:solidFill>
          <a:srgbClr val="000000"/>
        </a:solidFill>
        <a:effectLst/>
      </p:bgPr>
    </p:bg>
    <p:spTree>
      <p:nvGrpSpPr>
        <p:cNvPr id="1" name=""/>
        <p:cNvGrpSpPr/>
        <p:nvPr/>
      </p:nvGrpSpPr>
      <p:grpSpPr>
        <a:xfrm>
          <a:off x="0" y="0"/>
          <a:ext cx="0" cy="0"/>
          <a:chOff x="0" y="0"/>
          <a:chExt cx="0" cy="0"/>
        </a:xfrm>
      </p:grpSpPr>
      <p:sp>
        <p:nvSpPr>
          <p:cNvPr id="1629" name="Image"/>
          <p:cNvSpPr>
            <a:spLocks noGrp="1"/>
          </p:cNvSpPr>
          <p:nvPr>
            <p:ph type="pic" sz="quarter" idx="21"/>
          </p:nvPr>
        </p:nvSpPr>
        <p:spPr>
          <a:xfrm>
            <a:off x="-234478" y="303821"/>
            <a:ext cx="6455274" cy="6455275"/>
          </a:xfrm>
          <a:prstGeom prst="rect">
            <a:avLst/>
          </a:prstGeom>
        </p:spPr>
        <p:txBody>
          <a:bodyPr lIns="91439" tIns="45719" rIns="91439" bIns="45719">
            <a:noAutofit/>
          </a:bodyPr>
          <a:lstStyle/>
          <a:p>
            <a:endParaRPr/>
          </a:p>
        </p:txBody>
      </p:sp>
      <p:sp>
        <p:nvSpPr>
          <p:cNvPr id="1630" name="Image"/>
          <p:cNvSpPr>
            <a:spLocks noGrp="1"/>
          </p:cNvSpPr>
          <p:nvPr>
            <p:ph type="pic" sz="quarter" idx="22"/>
          </p:nvPr>
        </p:nvSpPr>
        <p:spPr>
          <a:xfrm>
            <a:off x="7633753" y="303821"/>
            <a:ext cx="6455274" cy="6455275"/>
          </a:xfrm>
          <a:prstGeom prst="rect">
            <a:avLst/>
          </a:prstGeom>
        </p:spPr>
        <p:txBody>
          <a:bodyPr lIns="91439" tIns="45719" rIns="91439" bIns="45719">
            <a:noAutofit/>
          </a:bodyPr>
          <a:lstStyle/>
          <a:p>
            <a:endParaRPr/>
          </a:p>
        </p:txBody>
      </p:sp>
      <p:sp>
        <p:nvSpPr>
          <p:cNvPr id="1631" name="Image"/>
          <p:cNvSpPr>
            <a:spLocks noGrp="1"/>
          </p:cNvSpPr>
          <p:nvPr>
            <p:ph type="pic" sz="quarter" idx="23"/>
          </p:nvPr>
        </p:nvSpPr>
        <p:spPr>
          <a:xfrm>
            <a:off x="-235776" y="4641370"/>
            <a:ext cx="6455274" cy="6455276"/>
          </a:xfrm>
          <a:prstGeom prst="rect">
            <a:avLst/>
          </a:prstGeom>
        </p:spPr>
        <p:txBody>
          <a:bodyPr lIns="91439" tIns="45719" rIns="91439" bIns="45719">
            <a:noAutofit/>
          </a:bodyPr>
          <a:lstStyle/>
          <a:p>
            <a:endParaRPr/>
          </a:p>
        </p:txBody>
      </p:sp>
      <p:sp>
        <p:nvSpPr>
          <p:cNvPr id="1632" name="Image"/>
          <p:cNvSpPr>
            <a:spLocks noGrp="1"/>
          </p:cNvSpPr>
          <p:nvPr>
            <p:ph type="pic" sz="quarter" idx="24"/>
          </p:nvPr>
        </p:nvSpPr>
        <p:spPr>
          <a:xfrm>
            <a:off x="7632455" y="4641370"/>
            <a:ext cx="6455274" cy="6455276"/>
          </a:xfrm>
          <a:prstGeom prst="rect">
            <a:avLst/>
          </a:prstGeom>
        </p:spPr>
        <p:txBody>
          <a:bodyPr lIns="91439" tIns="45719" rIns="91439" bIns="45719">
            <a:noAutofit/>
          </a:bodyPr>
          <a:lstStyle/>
          <a:p>
            <a:endParaRPr/>
          </a:p>
        </p:txBody>
      </p:sp>
      <p:sp>
        <p:nvSpPr>
          <p:cNvPr id="1633" name="Image"/>
          <p:cNvSpPr>
            <a:spLocks noGrp="1"/>
          </p:cNvSpPr>
          <p:nvPr>
            <p:ph type="pic" sz="quarter" idx="25"/>
          </p:nvPr>
        </p:nvSpPr>
        <p:spPr>
          <a:xfrm>
            <a:off x="-235776" y="8977403"/>
            <a:ext cx="6455274" cy="6455276"/>
          </a:xfrm>
          <a:prstGeom prst="rect">
            <a:avLst/>
          </a:prstGeom>
        </p:spPr>
        <p:txBody>
          <a:bodyPr lIns="91439" tIns="45719" rIns="91439" bIns="45719">
            <a:noAutofit/>
          </a:bodyPr>
          <a:lstStyle/>
          <a:p>
            <a:endParaRPr/>
          </a:p>
        </p:txBody>
      </p:sp>
      <p:sp>
        <p:nvSpPr>
          <p:cNvPr id="1634" name="Image"/>
          <p:cNvSpPr>
            <a:spLocks noGrp="1"/>
          </p:cNvSpPr>
          <p:nvPr>
            <p:ph type="pic" sz="quarter" idx="26"/>
          </p:nvPr>
        </p:nvSpPr>
        <p:spPr>
          <a:xfrm>
            <a:off x="7632455" y="8977403"/>
            <a:ext cx="6455274" cy="6455276"/>
          </a:xfrm>
          <a:prstGeom prst="rect">
            <a:avLst/>
          </a:prstGeom>
        </p:spPr>
        <p:txBody>
          <a:bodyPr lIns="91439" tIns="45719" rIns="91439" bIns="45719">
            <a:noAutofit/>
          </a:bodyPr>
          <a:lstStyle/>
          <a:p>
            <a:endParaRPr/>
          </a:p>
        </p:txBody>
      </p:sp>
      <p:sp>
        <p:nvSpPr>
          <p:cNvPr id="1635" name="Image"/>
          <p:cNvSpPr>
            <a:spLocks noGrp="1"/>
          </p:cNvSpPr>
          <p:nvPr>
            <p:ph type="pic" sz="quarter" idx="27"/>
          </p:nvPr>
        </p:nvSpPr>
        <p:spPr>
          <a:xfrm>
            <a:off x="15500687" y="303063"/>
            <a:ext cx="6455274" cy="6455275"/>
          </a:xfrm>
          <a:prstGeom prst="rect">
            <a:avLst/>
          </a:prstGeom>
        </p:spPr>
        <p:txBody>
          <a:bodyPr lIns="91439" tIns="45719" rIns="91439" bIns="45719">
            <a:noAutofit/>
          </a:bodyPr>
          <a:lstStyle/>
          <a:p>
            <a:endParaRPr/>
          </a:p>
        </p:txBody>
      </p:sp>
      <p:sp>
        <p:nvSpPr>
          <p:cNvPr id="1636" name="Image"/>
          <p:cNvSpPr>
            <a:spLocks noGrp="1"/>
          </p:cNvSpPr>
          <p:nvPr>
            <p:ph type="pic" sz="quarter" idx="28"/>
          </p:nvPr>
        </p:nvSpPr>
        <p:spPr>
          <a:xfrm>
            <a:off x="15499390" y="4640612"/>
            <a:ext cx="6455274" cy="6455276"/>
          </a:xfrm>
          <a:prstGeom prst="rect">
            <a:avLst/>
          </a:prstGeom>
        </p:spPr>
        <p:txBody>
          <a:bodyPr lIns="91439" tIns="45719" rIns="91439" bIns="45719">
            <a:noAutofit/>
          </a:bodyPr>
          <a:lstStyle/>
          <a:p>
            <a:endParaRPr/>
          </a:p>
        </p:txBody>
      </p:sp>
      <p:sp>
        <p:nvSpPr>
          <p:cNvPr id="1637" name="Image"/>
          <p:cNvSpPr>
            <a:spLocks noGrp="1"/>
          </p:cNvSpPr>
          <p:nvPr>
            <p:ph type="pic" sz="quarter" idx="29"/>
          </p:nvPr>
        </p:nvSpPr>
        <p:spPr>
          <a:xfrm>
            <a:off x="15499390" y="8976645"/>
            <a:ext cx="6455274" cy="6455276"/>
          </a:xfrm>
          <a:prstGeom prst="rect">
            <a:avLst/>
          </a:prstGeom>
        </p:spPr>
        <p:txBody>
          <a:bodyPr lIns="91439" tIns="45719" rIns="91439" bIns="45719">
            <a:noAutofit/>
          </a:bodyPr>
          <a:lstStyle/>
          <a:p>
            <a:endParaRPr/>
          </a:p>
        </p:txBody>
      </p:sp>
      <p:sp>
        <p:nvSpPr>
          <p:cNvPr id="1638" name="Title  Lorem ipsum dolor sit amet, consectetur adipiscing elit, sed do eiusmod tempor."/>
          <p:cNvSpPr txBox="1">
            <a:spLocks noGrp="1"/>
          </p:cNvSpPr>
          <p:nvPr>
            <p:ph type="body" sz="quarter" idx="30"/>
          </p:nvPr>
        </p:nvSpPr>
        <p:spPr>
          <a:xfrm>
            <a:off x="4474249" y="501313"/>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39" name="Title  Lorem ipsum dolor sit amet, consectetur adipiscing elit, sed do eiusmod tempor."/>
          <p:cNvSpPr txBox="1">
            <a:spLocks noGrp="1"/>
          </p:cNvSpPr>
          <p:nvPr>
            <p:ph type="body" sz="quarter" idx="31"/>
          </p:nvPr>
        </p:nvSpPr>
        <p:spPr>
          <a:xfrm>
            <a:off x="12342481" y="501313"/>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40" name="Title  Lorem ipsum dolor sit amet, consectetur adipiscing elit, sed do eiusmod tempor."/>
          <p:cNvSpPr txBox="1">
            <a:spLocks noGrp="1"/>
          </p:cNvSpPr>
          <p:nvPr>
            <p:ph type="body" sz="quarter" idx="32"/>
          </p:nvPr>
        </p:nvSpPr>
        <p:spPr>
          <a:xfrm>
            <a:off x="4474249" y="4838862"/>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41" name="Title  Lorem ipsum dolor sit amet, consectetur adipiscing elit, sed do eiusmod tempor."/>
          <p:cNvSpPr txBox="1">
            <a:spLocks noGrp="1"/>
          </p:cNvSpPr>
          <p:nvPr>
            <p:ph type="body" sz="quarter" idx="33"/>
          </p:nvPr>
        </p:nvSpPr>
        <p:spPr>
          <a:xfrm>
            <a:off x="12342481" y="4838862"/>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42" name="Title  Lorem ipsum dolor sit amet, consectetur adipiscing elit, sed do eiusmod tempor."/>
          <p:cNvSpPr txBox="1">
            <a:spLocks noGrp="1"/>
          </p:cNvSpPr>
          <p:nvPr>
            <p:ph type="body" sz="quarter" idx="34"/>
          </p:nvPr>
        </p:nvSpPr>
        <p:spPr>
          <a:xfrm>
            <a:off x="4474249" y="9174895"/>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43" name="Title  Lorem ipsum dolor sit amet, consectetur adipiscing elit, sed do eiusmod tempor."/>
          <p:cNvSpPr txBox="1">
            <a:spLocks noGrp="1"/>
          </p:cNvSpPr>
          <p:nvPr>
            <p:ph type="body" sz="quarter" idx="35"/>
          </p:nvPr>
        </p:nvSpPr>
        <p:spPr>
          <a:xfrm>
            <a:off x="12342481" y="9174895"/>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44" name="Title  Lorem ipsum dolor sit amet, consectetur adipiscing elit, sed do eiusmod tempor."/>
          <p:cNvSpPr txBox="1">
            <a:spLocks noGrp="1"/>
          </p:cNvSpPr>
          <p:nvPr>
            <p:ph type="body" sz="quarter" idx="36"/>
          </p:nvPr>
        </p:nvSpPr>
        <p:spPr>
          <a:xfrm>
            <a:off x="20208118" y="501313"/>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45" name="Title  Lorem ipsum dolor sit amet, consectetur adipiscing elit, sed do eiusmod tempor."/>
          <p:cNvSpPr txBox="1">
            <a:spLocks noGrp="1"/>
          </p:cNvSpPr>
          <p:nvPr>
            <p:ph type="body" sz="quarter" idx="37"/>
          </p:nvPr>
        </p:nvSpPr>
        <p:spPr>
          <a:xfrm>
            <a:off x="20208118" y="4838862"/>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46" name="Title  Lorem ipsum dolor sit amet, consectetur adipiscing elit, sed do eiusmod tempor."/>
          <p:cNvSpPr txBox="1">
            <a:spLocks noGrp="1"/>
          </p:cNvSpPr>
          <p:nvPr>
            <p:ph type="body" sz="quarter" idx="38"/>
          </p:nvPr>
        </p:nvSpPr>
        <p:spPr>
          <a:xfrm>
            <a:off x="20208118" y="9174895"/>
            <a:ext cx="363834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a:t>
            </a:r>
          </a:p>
        </p:txBody>
      </p:sp>
      <p:sp>
        <p:nvSpPr>
          <p:cNvPr id="1647" name="Text"/>
          <p:cNvSpPr txBox="1">
            <a:spLocks noGrp="1"/>
          </p:cNvSpPr>
          <p:nvPr>
            <p:ph type="body" sz="quarter" idx="39"/>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64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type="tx">
  <p:cSld name="Title + body + 3 img sections – Grey">
    <p:bg>
      <p:bgPr>
        <a:solidFill>
          <a:srgbClr val="CCCDD1"/>
        </a:solidFill>
        <a:effectLst/>
      </p:bgPr>
    </p:bg>
    <p:spTree>
      <p:nvGrpSpPr>
        <p:cNvPr id="1" name=""/>
        <p:cNvGrpSpPr/>
        <p:nvPr/>
      </p:nvGrpSpPr>
      <p:grpSpPr>
        <a:xfrm>
          <a:off x="0" y="0"/>
          <a:ext cx="0" cy="0"/>
          <a:chOff x="0" y="0"/>
          <a:chExt cx="0" cy="0"/>
        </a:xfrm>
      </p:grpSpPr>
      <p:sp>
        <p:nvSpPr>
          <p:cNvPr id="1673"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674" name="Image"/>
          <p:cNvSpPr>
            <a:spLocks noGrp="1"/>
          </p:cNvSpPr>
          <p:nvPr>
            <p:ph type="pic" sz="half" idx="22"/>
          </p:nvPr>
        </p:nvSpPr>
        <p:spPr>
          <a:xfrm>
            <a:off x="17038590" y="420180"/>
            <a:ext cx="9963730" cy="9963729"/>
          </a:xfrm>
          <a:prstGeom prst="rect">
            <a:avLst/>
          </a:prstGeom>
        </p:spPr>
        <p:txBody>
          <a:bodyPr lIns="91439" tIns="45719" rIns="91439" bIns="45719">
            <a:noAutofit/>
          </a:bodyPr>
          <a:lstStyle/>
          <a:p>
            <a:endParaRPr/>
          </a:p>
        </p:txBody>
      </p:sp>
      <p:sp>
        <p:nvSpPr>
          <p:cNvPr id="1675" name="Image"/>
          <p:cNvSpPr>
            <a:spLocks noGrp="1"/>
          </p:cNvSpPr>
          <p:nvPr>
            <p:ph type="pic" sz="half" idx="23"/>
          </p:nvPr>
        </p:nvSpPr>
        <p:spPr>
          <a:xfrm>
            <a:off x="11141801" y="420180"/>
            <a:ext cx="9963729" cy="9963729"/>
          </a:xfrm>
          <a:prstGeom prst="rect">
            <a:avLst/>
          </a:prstGeom>
        </p:spPr>
        <p:txBody>
          <a:bodyPr lIns="91439" tIns="45719" rIns="91439" bIns="45719">
            <a:noAutofit/>
          </a:bodyPr>
          <a:lstStyle/>
          <a:p>
            <a:endParaRPr/>
          </a:p>
        </p:txBody>
      </p:sp>
      <p:sp>
        <p:nvSpPr>
          <p:cNvPr id="1676" name="Image"/>
          <p:cNvSpPr>
            <a:spLocks noGrp="1"/>
          </p:cNvSpPr>
          <p:nvPr>
            <p:ph type="pic" sz="half" idx="24"/>
          </p:nvPr>
        </p:nvSpPr>
        <p:spPr>
          <a:xfrm>
            <a:off x="5245011" y="420180"/>
            <a:ext cx="9963729" cy="9963729"/>
          </a:xfrm>
          <a:prstGeom prst="rect">
            <a:avLst/>
          </a:prstGeom>
        </p:spPr>
        <p:txBody>
          <a:bodyPr lIns="91439" tIns="45719" rIns="91439" bIns="45719">
            <a:noAutofit/>
          </a:bodyPr>
          <a:lstStyle/>
          <a:p>
            <a:endParaRPr/>
          </a:p>
        </p:txBody>
      </p:sp>
      <p:sp>
        <p:nvSpPr>
          <p:cNvPr id="1677" name="Title  Lorem ipsum dolor sit amet, consectetur adipiscing elit, sed do eiusmod tempor incididunt ut labore et dolore magna aliqua."/>
          <p:cNvSpPr txBox="1">
            <a:spLocks noGrp="1"/>
          </p:cNvSpPr>
          <p:nvPr>
            <p:ph type="body" sz="quarter" idx="25"/>
          </p:nvPr>
        </p:nvSpPr>
        <p:spPr>
          <a:xfrm>
            <a:off x="6433797" y="10656670"/>
            <a:ext cx="5619751"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1678" name="Title  Lorem ipsum dolor sit amet, consectetur adipiscing elit, sed do eiusmod tempor incididunt ut labore et dolore magna aliqua."/>
          <p:cNvSpPr txBox="1">
            <a:spLocks noGrp="1"/>
          </p:cNvSpPr>
          <p:nvPr>
            <p:ph type="body" sz="quarter" idx="26"/>
          </p:nvPr>
        </p:nvSpPr>
        <p:spPr>
          <a:xfrm>
            <a:off x="12330586" y="10656670"/>
            <a:ext cx="5619751"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1679" name="Title  Lorem ipsum dolor sit amet, consectetur adipiscing elit, sed do eiusmod tempor incididunt ut labore et dolore magna aliqua."/>
          <p:cNvSpPr txBox="1">
            <a:spLocks noGrp="1"/>
          </p:cNvSpPr>
          <p:nvPr>
            <p:ph type="body" sz="quarter" idx="27"/>
          </p:nvPr>
        </p:nvSpPr>
        <p:spPr>
          <a:xfrm>
            <a:off x="18227377" y="10656670"/>
            <a:ext cx="5619750" cy="1805786"/>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1680"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8"/>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681" name="Category"/>
          <p:cNvSpPr>
            <a:spLocks noGrp="1"/>
          </p:cNvSpPr>
          <p:nvPr>
            <p:ph type="body" sz="quarter" idx="29"/>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682" name="Category"/>
          <p:cNvSpPr>
            <a:spLocks noGrp="1"/>
          </p:cNvSpPr>
          <p:nvPr>
            <p:ph type="body" sz="quarter" idx="30"/>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683" name="Subtitle…"/>
          <p:cNvSpPr txBox="1">
            <a:spLocks noGrp="1"/>
          </p:cNvSpPr>
          <p:nvPr>
            <p:ph type="body" sz="quarter" idx="31"/>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68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type="tx">
  <p:cSld name="Title + body + 3 img sections – Dark">
    <p:bg>
      <p:bgPr>
        <a:solidFill>
          <a:srgbClr val="000000"/>
        </a:solidFill>
        <a:effectLst/>
      </p:bgPr>
    </p:bg>
    <p:spTree>
      <p:nvGrpSpPr>
        <p:cNvPr id="1" name=""/>
        <p:cNvGrpSpPr/>
        <p:nvPr/>
      </p:nvGrpSpPr>
      <p:grpSpPr>
        <a:xfrm>
          <a:off x="0" y="0"/>
          <a:ext cx="0" cy="0"/>
          <a:chOff x="0" y="0"/>
          <a:chExt cx="0" cy="0"/>
        </a:xfrm>
      </p:grpSpPr>
      <p:sp>
        <p:nvSpPr>
          <p:cNvPr id="1691" name="Image"/>
          <p:cNvSpPr>
            <a:spLocks noGrp="1"/>
          </p:cNvSpPr>
          <p:nvPr>
            <p:ph type="pic" sz="half" idx="21"/>
          </p:nvPr>
        </p:nvSpPr>
        <p:spPr>
          <a:xfrm>
            <a:off x="17038590" y="420180"/>
            <a:ext cx="9963730" cy="9963729"/>
          </a:xfrm>
          <a:prstGeom prst="rect">
            <a:avLst/>
          </a:prstGeom>
        </p:spPr>
        <p:txBody>
          <a:bodyPr lIns="91439" tIns="45719" rIns="91439" bIns="45719">
            <a:noAutofit/>
          </a:bodyPr>
          <a:lstStyle/>
          <a:p>
            <a:endParaRPr/>
          </a:p>
        </p:txBody>
      </p:sp>
      <p:sp>
        <p:nvSpPr>
          <p:cNvPr id="1692" name="Image"/>
          <p:cNvSpPr>
            <a:spLocks noGrp="1"/>
          </p:cNvSpPr>
          <p:nvPr>
            <p:ph type="pic" sz="half" idx="22"/>
          </p:nvPr>
        </p:nvSpPr>
        <p:spPr>
          <a:xfrm>
            <a:off x="11141801" y="420180"/>
            <a:ext cx="9963729" cy="9963729"/>
          </a:xfrm>
          <a:prstGeom prst="rect">
            <a:avLst/>
          </a:prstGeom>
        </p:spPr>
        <p:txBody>
          <a:bodyPr lIns="91439" tIns="45719" rIns="91439" bIns="45719">
            <a:noAutofit/>
          </a:bodyPr>
          <a:lstStyle/>
          <a:p>
            <a:endParaRPr/>
          </a:p>
        </p:txBody>
      </p:sp>
      <p:sp>
        <p:nvSpPr>
          <p:cNvPr id="1693" name="Image"/>
          <p:cNvSpPr>
            <a:spLocks noGrp="1"/>
          </p:cNvSpPr>
          <p:nvPr>
            <p:ph type="pic" sz="half" idx="23"/>
          </p:nvPr>
        </p:nvSpPr>
        <p:spPr>
          <a:xfrm>
            <a:off x="5245011" y="420180"/>
            <a:ext cx="9963729" cy="9963729"/>
          </a:xfrm>
          <a:prstGeom prst="rect">
            <a:avLst/>
          </a:prstGeom>
        </p:spPr>
        <p:txBody>
          <a:bodyPr lIns="91439" tIns="45719" rIns="91439" bIns="45719">
            <a:noAutofit/>
          </a:bodyPr>
          <a:lstStyle/>
          <a:p>
            <a:endParaRPr/>
          </a:p>
        </p:txBody>
      </p:sp>
      <p:sp>
        <p:nvSpPr>
          <p:cNvPr id="1694" name="Title  Lorem ipsum dolor sit amet, consectetur adipiscing elit, sed do eiusmod tempor incididunt ut labore et dolore magna aliqua."/>
          <p:cNvSpPr txBox="1">
            <a:spLocks noGrp="1"/>
          </p:cNvSpPr>
          <p:nvPr>
            <p:ph type="body" sz="quarter" idx="24"/>
          </p:nvPr>
        </p:nvSpPr>
        <p:spPr>
          <a:xfrm>
            <a:off x="6433797" y="10656670"/>
            <a:ext cx="5619751" cy="180578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169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696" name="Category"/>
          <p:cNvSpPr>
            <a:spLocks noGrp="1"/>
          </p:cNvSpPr>
          <p:nvPr>
            <p:ph type="body" sz="quarter" idx="26"/>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697" name="Category"/>
          <p:cNvSpPr>
            <a:spLocks noGrp="1"/>
          </p:cNvSpPr>
          <p:nvPr>
            <p:ph type="body" sz="quarter" idx="27"/>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698" name="Text"/>
          <p:cNvSpPr txBox="1">
            <a:spLocks noGrp="1"/>
          </p:cNvSpPr>
          <p:nvPr>
            <p:ph type="body" sz="quarter" idx="28"/>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699" name="Subtitle…"/>
          <p:cNvSpPr txBox="1">
            <a:spLocks noGrp="1"/>
          </p:cNvSpPr>
          <p:nvPr>
            <p:ph type="body" sz="quarter" idx="29"/>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700" name="Title  Lorem ipsum dolor sit amet, consectetur adipiscing elit, sed do eiusmod tempor incididunt ut labore et dolore magna aliqua."/>
          <p:cNvSpPr txBox="1">
            <a:spLocks noGrp="1"/>
          </p:cNvSpPr>
          <p:nvPr>
            <p:ph type="body" sz="quarter" idx="30"/>
          </p:nvPr>
        </p:nvSpPr>
        <p:spPr>
          <a:xfrm>
            <a:off x="12330587" y="10656670"/>
            <a:ext cx="5619751" cy="180578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1701" name="Title  Lorem ipsum dolor sit amet, consectetur adipiscing elit, sed do eiusmod tempor incididunt ut labore et dolore magna aliqua."/>
          <p:cNvSpPr txBox="1">
            <a:spLocks noGrp="1"/>
          </p:cNvSpPr>
          <p:nvPr>
            <p:ph type="body" sz="quarter" idx="31"/>
          </p:nvPr>
        </p:nvSpPr>
        <p:spPr>
          <a:xfrm>
            <a:off x="18227377" y="10656670"/>
            <a:ext cx="5619750" cy="1805786"/>
          </a:xfrm>
          <a:prstGeom prst="rect">
            <a:avLst/>
          </a:prstGeom>
        </p:spPr>
        <p:txBody>
          <a:bodyPr>
            <a:spAutoFit/>
          </a:bodyPr>
          <a:lstStyle/>
          <a:p>
            <a:pPr>
              <a:lnSpc>
                <a:spcPct val="110000"/>
              </a:lnSpc>
              <a:defRPr sz="2000" spc="0">
                <a:solidFill>
                  <a:srgbClr val="FFFFFF"/>
                </a:solidFill>
              </a:defRPr>
            </a:pPr>
            <a:r>
              <a:t>Title</a:t>
            </a:r>
            <a:br/>
            <a:br/>
            <a:r>
              <a:rPr>
                <a:solidFill>
                  <a:srgbClr val="FFFFFF">
                    <a:alpha val="50000"/>
                  </a:srgbClr>
                </a:solidFill>
              </a:rPr>
              <a:t>Lorem ipsum dolor sit amet, consectetur adipiscing elit, sed do eiusmod tempor incididunt ut labore et dolore magna aliqua.</a:t>
            </a:r>
          </a:p>
        </p:txBody>
      </p:sp>
      <p:sp>
        <p:nvSpPr>
          <p:cNvPr id="170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 body + 3 img sections 2 – Grey">
    <p:bg>
      <p:bgPr>
        <a:solidFill>
          <a:srgbClr val="CCCDD1"/>
        </a:solidFill>
        <a:effectLst/>
      </p:bgPr>
    </p:bg>
    <p:spTree>
      <p:nvGrpSpPr>
        <p:cNvPr id="1" name=""/>
        <p:cNvGrpSpPr/>
        <p:nvPr/>
      </p:nvGrpSpPr>
      <p:grpSpPr>
        <a:xfrm>
          <a:off x="0" y="0"/>
          <a:ext cx="0" cy="0"/>
          <a:chOff x="0" y="0"/>
          <a:chExt cx="0" cy="0"/>
        </a:xfrm>
      </p:grpSpPr>
      <p:sp>
        <p:nvSpPr>
          <p:cNvPr id="1724" name="Image"/>
          <p:cNvSpPr>
            <a:spLocks noGrp="1"/>
          </p:cNvSpPr>
          <p:nvPr>
            <p:ph type="pic" idx="21"/>
          </p:nvPr>
        </p:nvSpPr>
        <p:spPr>
          <a:xfrm>
            <a:off x="2859069" y="473474"/>
            <a:ext cx="12769051" cy="12769051"/>
          </a:xfrm>
          <a:prstGeom prst="rect">
            <a:avLst/>
          </a:prstGeom>
        </p:spPr>
        <p:txBody>
          <a:bodyPr lIns="91439" tIns="45719" rIns="91439" bIns="45719">
            <a:noAutofit/>
          </a:bodyPr>
          <a:lstStyle/>
          <a:p>
            <a:endParaRPr/>
          </a:p>
        </p:txBody>
      </p:sp>
      <p:sp>
        <p:nvSpPr>
          <p:cNvPr id="1725" name="Image"/>
          <p:cNvSpPr>
            <a:spLocks noGrp="1"/>
          </p:cNvSpPr>
          <p:nvPr>
            <p:ph type="pic" idx="22"/>
          </p:nvPr>
        </p:nvSpPr>
        <p:spPr>
          <a:xfrm>
            <a:off x="8755859" y="473474"/>
            <a:ext cx="12769051" cy="12769051"/>
          </a:xfrm>
          <a:prstGeom prst="rect">
            <a:avLst/>
          </a:prstGeom>
        </p:spPr>
        <p:txBody>
          <a:bodyPr lIns="91439" tIns="45719" rIns="91439" bIns="45719">
            <a:noAutofit/>
          </a:bodyPr>
          <a:lstStyle/>
          <a:p>
            <a:endParaRPr/>
          </a:p>
        </p:txBody>
      </p:sp>
      <p:sp>
        <p:nvSpPr>
          <p:cNvPr id="1726"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727" name="Image"/>
          <p:cNvSpPr>
            <a:spLocks noGrp="1"/>
          </p:cNvSpPr>
          <p:nvPr>
            <p:ph type="pic" idx="24"/>
          </p:nvPr>
        </p:nvSpPr>
        <p:spPr>
          <a:xfrm>
            <a:off x="14652649" y="473474"/>
            <a:ext cx="12769051" cy="12769051"/>
          </a:xfrm>
          <a:prstGeom prst="rect">
            <a:avLst/>
          </a:prstGeom>
        </p:spPr>
        <p:txBody>
          <a:bodyPr lIns="91439" tIns="45719" rIns="91439" bIns="45719">
            <a:noAutofit/>
          </a:bodyPr>
          <a:lstStyle/>
          <a:p>
            <a:endParaRPr/>
          </a:p>
        </p:txBody>
      </p:sp>
      <p:sp>
        <p:nvSpPr>
          <p:cNvPr id="1728"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729" name="Category"/>
          <p:cNvSpPr>
            <a:spLocks noGrp="1"/>
          </p:cNvSpPr>
          <p:nvPr>
            <p:ph type="body" sz="quarter" idx="26"/>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730" name="Category"/>
          <p:cNvSpPr>
            <a:spLocks noGrp="1"/>
          </p:cNvSpPr>
          <p:nvPr>
            <p:ph type="body" sz="quarter" idx="27"/>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731" name="Subtitle…"/>
          <p:cNvSpPr txBox="1">
            <a:spLocks noGrp="1"/>
          </p:cNvSpPr>
          <p:nvPr>
            <p:ph type="body" sz="quarter" idx="28"/>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73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Title + body + 3 img sections 2 – Dark">
    <p:bg>
      <p:bgPr>
        <a:solidFill>
          <a:srgbClr val="000000"/>
        </a:solidFill>
        <a:effectLst/>
      </p:bgPr>
    </p:bg>
    <p:spTree>
      <p:nvGrpSpPr>
        <p:cNvPr id="1" name=""/>
        <p:cNvGrpSpPr/>
        <p:nvPr/>
      </p:nvGrpSpPr>
      <p:grpSpPr>
        <a:xfrm>
          <a:off x="0" y="0"/>
          <a:ext cx="0" cy="0"/>
          <a:chOff x="0" y="0"/>
          <a:chExt cx="0" cy="0"/>
        </a:xfrm>
      </p:grpSpPr>
      <p:sp>
        <p:nvSpPr>
          <p:cNvPr id="1739" name="Image"/>
          <p:cNvSpPr>
            <a:spLocks noGrp="1"/>
          </p:cNvSpPr>
          <p:nvPr>
            <p:ph type="pic" idx="21"/>
          </p:nvPr>
        </p:nvSpPr>
        <p:spPr>
          <a:xfrm>
            <a:off x="2859069" y="473474"/>
            <a:ext cx="12769051" cy="12769051"/>
          </a:xfrm>
          <a:prstGeom prst="rect">
            <a:avLst/>
          </a:prstGeom>
        </p:spPr>
        <p:txBody>
          <a:bodyPr lIns="91439" tIns="45719" rIns="91439" bIns="45719">
            <a:noAutofit/>
          </a:bodyPr>
          <a:lstStyle/>
          <a:p>
            <a:endParaRPr/>
          </a:p>
        </p:txBody>
      </p:sp>
      <p:sp>
        <p:nvSpPr>
          <p:cNvPr id="1740" name="Image"/>
          <p:cNvSpPr>
            <a:spLocks noGrp="1"/>
          </p:cNvSpPr>
          <p:nvPr>
            <p:ph type="pic" idx="22"/>
          </p:nvPr>
        </p:nvSpPr>
        <p:spPr>
          <a:xfrm>
            <a:off x="8755859" y="473474"/>
            <a:ext cx="12769051" cy="12769051"/>
          </a:xfrm>
          <a:prstGeom prst="rect">
            <a:avLst/>
          </a:prstGeom>
        </p:spPr>
        <p:txBody>
          <a:bodyPr lIns="91439" tIns="45719" rIns="91439" bIns="45719">
            <a:noAutofit/>
          </a:bodyPr>
          <a:lstStyle/>
          <a:p>
            <a:endParaRPr/>
          </a:p>
        </p:txBody>
      </p:sp>
      <p:sp>
        <p:nvSpPr>
          <p:cNvPr id="1741"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742" name="Image"/>
          <p:cNvSpPr>
            <a:spLocks noGrp="1"/>
          </p:cNvSpPr>
          <p:nvPr>
            <p:ph type="pic" idx="24"/>
          </p:nvPr>
        </p:nvSpPr>
        <p:spPr>
          <a:xfrm>
            <a:off x="14652649" y="473474"/>
            <a:ext cx="12769051" cy="12769051"/>
          </a:xfrm>
          <a:prstGeom prst="rect">
            <a:avLst/>
          </a:prstGeom>
        </p:spPr>
        <p:txBody>
          <a:bodyPr lIns="91439" tIns="45719" rIns="91439" bIns="45719">
            <a:noAutofit/>
          </a:bodyPr>
          <a:lstStyle/>
          <a:p>
            <a:endParaRPr/>
          </a:p>
        </p:txBody>
      </p:sp>
      <p:sp>
        <p:nvSpPr>
          <p:cNvPr id="1743"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744"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745" name="Category"/>
          <p:cNvSpPr>
            <a:spLocks noGrp="1"/>
          </p:cNvSpPr>
          <p:nvPr>
            <p:ph type="body" sz="quarter" idx="27"/>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746" name="Category"/>
          <p:cNvSpPr>
            <a:spLocks noGrp="1"/>
          </p:cNvSpPr>
          <p:nvPr>
            <p:ph type="body" sz="quarter" idx="28"/>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747" name="Subtitle…"/>
          <p:cNvSpPr txBox="1">
            <a:spLocks noGrp="1"/>
          </p:cNvSpPr>
          <p:nvPr>
            <p:ph type="body" sz="quarter" idx="29"/>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74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type="tx">
  <p:cSld name="Title + body + 2 img sections – Grey">
    <p:bg>
      <p:bgPr>
        <a:solidFill>
          <a:srgbClr val="CCCDD1"/>
        </a:solidFill>
        <a:effectLst/>
      </p:bgPr>
    </p:bg>
    <p:spTree>
      <p:nvGrpSpPr>
        <p:cNvPr id="1" name=""/>
        <p:cNvGrpSpPr/>
        <p:nvPr/>
      </p:nvGrpSpPr>
      <p:grpSpPr>
        <a:xfrm>
          <a:off x="0" y="0"/>
          <a:ext cx="0" cy="0"/>
          <a:chOff x="0" y="0"/>
          <a:chExt cx="0" cy="0"/>
        </a:xfrm>
      </p:grpSpPr>
      <p:sp>
        <p:nvSpPr>
          <p:cNvPr id="1771"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772" name="Title  Lorem ipsum dolor sit amet, consectetur adipiscing elit, sed do eiusmod tempor incididunt ut labore et dolore magna aliqua."/>
          <p:cNvSpPr txBox="1">
            <a:spLocks noGrp="1"/>
          </p:cNvSpPr>
          <p:nvPr>
            <p:ph type="body" sz="quarter" idx="22"/>
          </p:nvPr>
        </p:nvSpPr>
        <p:spPr>
          <a:xfrm>
            <a:off x="6433797" y="10656670"/>
            <a:ext cx="8555435"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1773" name="Title  Lorem ipsum dolor sit amet, consectetur adipiscing elit, sed do eiusmod tempor incididunt ut labore et dolore magna aliqua."/>
          <p:cNvSpPr txBox="1">
            <a:spLocks noGrp="1"/>
          </p:cNvSpPr>
          <p:nvPr>
            <p:ph type="body" sz="quarter" idx="23"/>
          </p:nvPr>
        </p:nvSpPr>
        <p:spPr>
          <a:xfrm>
            <a:off x="15291692" y="10656670"/>
            <a:ext cx="8555436"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1774" name="Image"/>
          <p:cNvSpPr>
            <a:spLocks noGrp="1"/>
          </p:cNvSpPr>
          <p:nvPr>
            <p:ph type="pic" sz="half" idx="24"/>
          </p:nvPr>
        </p:nvSpPr>
        <p:spPr>
          <a:xfrm>
            <a:off x="5729745" y="420180"/>
            <a:ext cx="9963729" cy="9963729"/>
          </a:xfrm>
          <a:prstGeom prst="rect">
            <a:avLst/>
          </a:prstGeom>
        </p:spPr>
        <p:txBody>
          <a:bodyPr lIns="91439" tIns="45719" rIns="91439" bIns="45719">
            <a:noAutofit/>
          </a:bodyPr>
          <a:lstStyle/>
          <a:p>
            <a:endParaRPr/>
          </a:p>
        </p:txBody>
      </p:sp>
      <p:sp>
        <p:nvSpPr>
          <p:cNvPr id="1775" name="Image"/>
          <p:cNvSpPr>
            <a:spLocks noGrp="1"/>
          </p:cNvSpPr>
          <p:nvPr>
            <p:ph type="pic" sz="half" idx="25"/>
          </p:nvPr>
        </p:nvSpPr>
        <p:spPr>
          <a:xfrm>
            <a:off x="14587639" y="420180"/>
            <a:ext cx="9963730" cy="9963729"/>
          </a:xfrm>
          <a:prstGeom prst="rect">
            <a:avLst/>
          </a:prstGeom>
        </p:spPr>
        <p:txBody>
          <a:bodyPr lIns="91439" tIns="45719" rIns="91439" bIns="45719">
            <a:noAutofit/>
          </a:bodyPr>
          <a:lstStyle/>
          <a:p>
            <a:endParaRPr/>
          </a:p>
        </p:txBody>
      </p:sp>
      <p:sp>
        <p:nvSpPr>
          <p:cNvPr id="1776"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777" name="Category"/>
          <p:cNvSpPr>
            <a:spLocks noGrp="1"/>
          </p:cNvSpPr>
          <p:nvPr>
            <p:ph type="body" sz="quarter" idx="27"/>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778" name="Category"/>
          <p:cNvSpPr>
            <a:spLocks noGrp="1"/>
          </p:cNvSpPr>
          <p:nvPr>
            <p:ph type="body" sz="quarter" idx="28"/>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779" name="Subtitle…"/>
          <p:cNvSpPr txBox="1">
            <a:spLocks noGrp="1"/>
          </p:cNvSpPr>
          <p:nvPr>
            <p:ph type="body" sz="quarter" idx="29"/>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78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Title + body + 2 img sections – Dark">
    <p:bg>
      <p:bgPr>
        <a:solidFill>
          <a:srgbClr val="000000"/>
        </a:solidFill>
        <a:effectLst/>
      </p:bgPr>
    </p:bg>
    <p:spTree>
      <p:nvGrpSpPr>
        <p:cNvPr id="1" name=""/>
        <p:cNvGrpSpPr/>
        <p:nvPr/>
      </p:nvGrpSpPr>
      <p:grpSpPr>
        <a:xfrm>
          <a:off x="0" y="0"/>
          <a:ext cx="0" cy="0"/>
          <a:chOff x="0" y="0"/>
          <a:chExt cx="0" cy="0"/>
        </a:xfrm>
      </p:grpSpPr>
      <p:sp>
        <p:nvSpPr>
          <p:cNvPr id="1787" name="Image"/>
          <p:cNvSpPr>
            <a:spLocks noGrp="1"/>
          </p:cNvSpPr>
          <p:nvPr>
            <p:ph type="pic" sz="half" idx="21"/>
          </p:nvPr>
        </p:nvSpPr>
        <p:spPr>
          <a:xfrm>
            <a:off x="5729745" y="420180"/>
            <a:ext cx="9963729" cy="9963729"/>
          </a:xfrm>
          <a:prstGeom prst="rect">
            <a:avLst/>
          </a:prstGeom>
        </p:spPr>
        <p:txBody>
          <a:bodyPr lIns="91439" tIns="45719" rIns="91439" bIns="45719">
            <a:noAutofit/>
          </a:bodyPr>
          <a:lstStyle/>
          <a:p>
            <a:endParaRPr/>
          </a:p>
        </p:txBody>
      </p:sp>
      <p:sp>
        <p:nvSpPr>
          <p:cNvPr id="1788" name="Image"/>
          <p:cNvSpPr>
            <a:spLocks noGrp="1"/>
          </p:cNvSpPr>
          <p:nvPr>
            <p:ph type="pic" sz="half" idx="22"/>
          </p:nvPr>
        </p:nvSpPr>
        <p:spPr>
          <a:xfrm>
            <a:off x="14587639" y="420180"/>
            <a:ext cx="9963730" cy="9963729"/>
          </a:xfrm>
          <a:prstGeom prst="rect">
            <a:avLst/>
          </a:prstGeom>
        </p:spPr>
        <p:txBody>
          <a:bodyPr lIns="91439" tIns="45719" rIns="91439" bIns="45719">
            <a:noAutofit/>
          </a:bodyPr>
          <a:lstStyle/>
          <a:p>
            <a:endParaRPr/>
          </a:p>
        </p:txBody>
      </p:sp>
      <p:sp>
        <p:nvSpPr>
          <p:cNvPr id="1789"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790"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791" name="Category"/>
          <p:cNvSpPr>
            <a:spLocks noGrp="1"/>
          </p:cNvSpPr>
          <p:nvPr>
            <p:ph type="body" sz="quarter" idx="25"/>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792" name="Category"/>
          <p:cNvSpPr>
            <a:spLocks noGrp="1"/>
          </p:cNvSpPr>
          <p:nvPr>
            <p:ph type="body" sz="quarter" idx="26"/>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793" name="Subtitle…"/>
          <p:cNvSpPr txBox="1">
            <a:spLocks noGrp="1"/>
          </p:cNvSpPr>
          <p:nvPr>
            <p:ph type="body" sz="quarter" idx="27"/>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794" name="Title  Lorem ipsum dolor sit amet, consectetur adipiscing elit, sed do eiusmod tempor incididunt ut labore et dolore magna aliqua."/>
          <p:cNvSpPr txBox="1"/>
          <p:nvPr/>
        </p:nvSpPr>
        <p:spPr>
          <a:xfrm>
            <a:off x="6433797" y="10656670"/>
            <a:ext cx="8555435" cy="14572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defRPr sz="2000" spc="0">
                <a:solidFill>
                  <a:srgbClr val="FFFFFF"/>
                </a:solidFill>
              </a:defRPr>
            </a:pPr>
            <a:r>
              <a:t>Title</a:t>
            </a:r>
            <a:br>
              <a:rPr/>
            </a:br>
            <a:br>
              <a:rPr/>
            </a:br>
            <a:r>
              <a:rPr>
                <a:solidFill>
                  <a:srgbClr val="FFFFFF">
                    <a:alpha val="50000"/>
                  </a:srgbClr>
                </a:solidFill>
              </a:rPr>
              <a:t>Lorem ipsum dolor sit amet, consectetur adipiscing elit, sed do eiusmod tempor incididunt ut labore et dolore magna aliqua.</a:t>
            </a:r>
          </a:p>
        </p:txBody>
      </p:sp>
      <p:sp>
        <p:nvSpPr>
          <p:cNvPr id="1795" name="Title  Lorem ipsum dolor sit amet, consectetur adipiscing elit, sed do eiusmod tempor incididunt ut labore et dolore magna aliqua."/>
          <p:cNvSpPr txBox="1"/>
          <p:nvPr/>
        </p:nvSpPr>
        <p:spPr>
          <a:xfrm>
            <a:off x="15291691" y="10656670"/>
            <a:ext cx="8555435" cy="14572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defRPr sz="2000" spc="0">
                <a:solidFill>
                  <a:srgbClr val="FFFFFF"/>
                </a:solidFill>
              </a:defRPr>
            </a:pPr>
            <a:r>
              <a:t>Title</a:t>
            </a:r>
            <a:br>
              <a:rPr/>
            </a:br>
            <a:br>
              <a:rPr/>
            </a:br>
            <a:r>
              <a:rPr>
                <a:solidFill>
                  <a:srgbClr val="FFFFFF">
                    <a:alpha val="50000"/>
                  </a:srgbClr>
                </a:solidFill>
              </a:rPr>
              <a:t>Lorem ipsum dolor sit amet, consectetur adipiscing elit, sed do eiusmod tempor incididunt ut labore et dolore magna aliqua.</a:t>
            </a:r>
          </a:p>
        </p:txBody>
      </p:sp>
      <p:sp>
        <p:nvSpPr>
          <p:cNvPr id="179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type="tx">
  <p:cSld name="Title + body + 2 img sections 2 – Grey">
    <p:bg>
      <p:bgPr>
        <a:solidFill>
          <a:srgbClr val="CCCDD1"/>
        </a:solidFill>
        <a:effectLst/>
      </p:bgPr>
    </p:bg>
    <p:spTree>
      <p:nvGrpSpPr>
        <p:cNvPr id="1" name=""/>
        <p:cNvGrpSpPr/>
        <p:nvPr/>
      </p:nvGrpSpPr>
      <p:grpSpPr>
        <a:xfrm>
          <a:off x="0" y="0"/>
          <a:ext cx="0" cy="0"/>
          <a:chOff x="0" y="0"/>
          <a:chExt cx="0" cy="0"/>
        </a:xfrm>
      </p:grpSpPr>
      <p:sp>
        <p:nvSpPr>
          <p:cNvPr id="1818"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819" name="Image"/>
          <p:cNvSpPr>
            <a:spLocks noGrp="1"/>
          </p:cNvSpPr>
          <p:nvPr>
            <p:ph type="pic" sz="half" idx="22"/>
          </p:nvPr>
        </p:nvSpPr>
        <p:spPr>
          <a:xfrm>
            <a:off x="14587639" y="420180"/>
            <a:ext cx="9963730" cy="9963729"/>
          </a:xfrm>
          <a:prstGeom prst="rect">
            <a:avLst/>
          </a:prstGeom>
        </p:spPr>
        <p:txBody>
          <a:bodyPr lIns="91439" tIns="45719" rIns="91439" bIns="45719">
            <a:noAutofit/>
          </a:bodyPr>
          <a:lstStyle/>
          <a:p>
            <a:endParaRPr/>
          </a:p>
        </p:txBody>
      </p:sp>
      <p:sp>
        <p:nvSpPr>
          <p:cNvPr id="1820" name="Image"/>
          <p:cNvSpPr>
            <a:spLocks noGrp="1"/>
          </p:cNvSpPr>
          <p:nvPr>
            <p:ph type="pic" idx="23"/>
          </p:nvPr>
        </p:nvSpPr>
        <p:spPr>
          <a:xfrm>
            <a:off x="4326246" y="472636"/>
            <a:ext cx="12770727" cy="12770728"/>
          </a:xfrm>
          <a:prstGeom prst="rect">
            <a:avLst/>
          </a:prstGeom>
        </p:spPr>
        <p:txBody>
          <a:bodyPr lIns="91439" tIns="45719" rIns="91439" bIns="45719">
            <a:noAutofit/>
          </a:bodyPr>
          <a:lstStyle/>
          <a:p>
            <a:endParaRPr/>
          </a:p>
        </p:txBody>
      </p:sp>
      <p:sp>
        <p:nvSpPr>
          <p:cNvPr id="1821" name="Title  Lorem ipsum dolor sit amet, consectetur adipiscing elit, sed do eiusmod tempor incididunt ut labore et dolore magna aliqua."/>
          <p:cNvSpPr txBox="1">
            <a:spLocks noGrp="1"/>
          </p:cNvSpPr>
          <p:nvPr>
            <p:ph type="body" sz="quarter" idx="24"/>
          </p:nvPr>
        </p:nvSpPr>
        <p:spPr>
          <a:xfrm>
            <a:off x="15291692" y="10656670"/>
            <a:ext cx="8555436"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1822"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823" name="Category"/>
          <p:cNvSpPr>
            <a:spLocks noGrp="1"/>
          </p:cNvSpPr>
          <p:nvPr>
            <p:ph type="body" sz="quarter" idx="26"/>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824" name="Category"/>
          <p:cNvSpPr>
            <a:spLocks noGrp="1"/>
          </p:cNvSpPr>
          <p:nvPr>
            <p:ph type="body" sz="quarter" idx="27"/>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825" name="Subtitle…"/>
          <p:cNvSpPr txBox="1">
            <a:spLocks noGrp="1"/>
          </p:cNvSpPr>
          <p:nvPr>
            <p:ph type="body" sz="quarter" idx="28"/>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82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type="tx">
  <p:cSld name="Title + body + 2 img sections 2 – Dark">
    <p:bg>
      <p:bgPr>
        <a:solidFill>
          <a:srgbClr val="000000"/>
        </a:solidFill>
        <a:effectLst/>
      </p:bgPr>
    </p:bg>
    <p:spTree>
      <p:nvGrpSpPr>
        <p:cNvPr id="1" name=""/>
        <p:cNvGrpSpPr/>
        <p:nvPr/>
      </p:nvGrpSpPr>
      <p:grpSpPr>
        <a:xfrm>
          <a:off x="0" y="0"/>
          <a:ext cx="0" cy="0"/>
          <a:chOff x="0" y="0"/>
          <a:chExt cx="0" cy="0"/>
        </a:xfrm>
      </p:grpSpPr>
      <p:sp>
        <p:nvSpPr>
          <p:cNvPr id="1833" name="Image"/>
          <p:cNvSpPr>
            <a:spLocks noGrp="1"/>
          </p:cNvSpPr>
          <p:nvPr>
            <p:ph type="pic" sz="half" idx="21"/>
          </p:nvPr>
        </p:nvSpPr>
        <p:spPr>
          <a:xfrm>
            <a:off x="14587639" y="420180"/>
            <a:ext cx="9963730" cy="9963729"/>
          </a:xfrm>
          <a:prstGeom prst="rect">
            <a:avLst/>
          </a:prstGeom>
        </p:spPr>
        <p:txBody>
          <a:bodyPr lIns="91439" tIns="45719" rIns="91439" bIns="45719">
            <a:noAutofit/>
          </a:bodyPr>
          <a:lstStyle/>
          <a:p>
            <a:endParaRPr/>
          </a:p>
        </p:txBody>
      </p:sp>
      <p:sp>
        <p:nvSpPr>
          <p:cNvPr id="1834" name="Image"/>
          <p:cNvSpPr>
            <a:spLocks noGrp="1"/>
          </p:cNvSpPr>
          <p:nvPr>
            <p:ph type="pic" idx="22"/>
          </p:nvPr>
        </p:nvSpPr>
        <p:spPr>
          <a:xfrm>
            <a:off x="4326246" y="472636"/>
            <a:ext cx="12770727" cy="12770728"/>
          </a:xfrm>
          <a:prstGeom prst="rect">
            <a:avLst/>
          </a:prstGeom>
        </p:spPr>
        <p:txBody>
          <a:bodyPr lIns="91439" tIns="45719" rIns="91439" bIns="45719">
            <a:noAutofit/>
          </a:bodyPr>
          <a:lstStyle/>
          <a:p>
            <a:endParaRPr/>
          </a:p>
        </p:txBody>
      </p:sp>
      <p:sp>
        <p:nvSpPr>
          <p:cNvPr id="1835"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836" name="Title  Lorem ipsum dolor sit amet, consectetur adipiscing elit, sed do eiusmod tempor incididunt ut labore et dolore magna aliqua."/>
          <p:cNvSpPr txBox="1">
            <a:spLocks noGrp="1"/>
          </p:cNvSpPr>
          <p:nvPr>
            <p:ph type="body" sz="quarter" idx="24"/>
          </p:nvPr>
        </p:nvSpPr>
        <p:spPr>
          <a:xfrm>
            <a:off x="15291692" y="10656670"/>
            <a:ext cx="8555436" cy="1457273"/>
          </a:xfrm>
          <a:prstGeom prst="rect">
            <a:avLst/>
          </a:prstGeom>
        </p:spPr>
        <p:txBody>
          <a:bodyPr>
            <a:spAutoFit/>
          </a:bodyPr>
          <a:lstStyle/>
          <a:p>
            <a:pPr>
              <a:lnSpc>
                <a:spcPct val="110000"/>
              </a:lnSpc>
              <a:defRPr sz="2000" spc="0">
                <a:solidFill>
                  <a:srgbClr val="FFFFFF"/>
                </a:solidFill>
              </a:defRPr>
            </a:pPr>
            <a:r>
              <a:t>Title</a:t>
            </a:r>
            <a:br/>
            <a:br/>
            <a:r>
              <a:t>Lorem ipsum dolor sit amet, consectetur adipiscing elit, sed do eiusmod tempor incididunt ut labore et dolore magna aliqua.</a:t>
            </a:r>
          </a:p>
        </p:txBody>
      </p:sp>
      <p:sp>
        <p:nvSpPr>
          <p:cNvPr id="1837"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838" name="Category"/>
          <p:cNvSpPr>
            <a:spLocks noGrp="1"/>
          </p:cNvSpPr>
          <p:nvPr>
            <p:ph type="body" sz="quarter" idx="26"/>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839" name="Category"/>
          <p:cNvSpPr>
            <a:spLocks noGrp="1"/>
          </p:cNvSpPr>
          <p:nvPr>
            <p:ph type="body" sz="quarter" idx="27"/>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840" name="Subtitle…"/>
          <p:cNvSpPr txBox="1">
            <a:spLocks noGrp="1"/>
          </p:cNvSpPr>
          <p:nvPr>
            <p:ph type="body" sz="quarter" idx="28"/>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84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type="tx">
  <p:cSld name="Title + body + 2 img sections 3 – Grey">
    <p:bg>
      <p:bgPr>
        <a:solidFill>
          <a:srgbClr val="CCCDD1"/>
        </a:solidFill>
        <a:effectLst/>
      </p:bgPr>
    </p:bg>
    <p:spTree>
      <p:nvGrpSpPr>
        <p:cNvPr id="1" name=""/>
        <p:cNvGrpSpPr/>
        <p:nvPr/>
      </p:nvGrpSpPr>
      <p:grpSpPr>
        <a:xfrm>
          <a:off x="0" y="0"/>
          <a:ext cx="0" cy="0"/>
          <a:chOff x="0" y="0"/>
          <a:chExt cx="0" cy="0"/>
        </a:xfrm>
      </p:grpSpPr>
      <p:sp>
        <p:nvSpPr>
          <p:cNvPr id="1862" name="Image"/>
          <p:cNvSpPr>
            <a:spLocks noGrp="1"/>
          </p:cNvSpPr>
          <p:nvPr>
            <p:ph type="pic" idx="21"/>
          </p:nvPr>
        </p:nvSpPr>
        <p:spPr>
          <a:xfrm>
            <a:off x="13184140" y="472636"/>
            <a:ext cx="12770728" cy="12770728"/>
          </a:xfrm>
          <a:prstGeom prst="rect">
            <a:avLst/>
          </a:prstGeom>
        </p:spPr>
        <p:txBody>
          <a:bodyPr lIns="91439" tIns="45719" rIns="91439" bIns="45719">
            <a:noAutofit/>
          </a:bodyPr>
          <a:lstStyle/>
          <a:p>
            <a:endParaRPr/>
          </a:p>
        </p:txBody>
      </p:sp>
      <p:sp>
        <p:nvSpPr>
          <p:cNvPr id="1863"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864" name="Image"/>
          <p:cNvSpPr>
            <a:spLocks noGrp="1"/>
          </p:cNvSpPr>
          <p:nvPr>
            <p:ph type="pic" idx="23"/>
          </p:nvPr>
        </p:nvSpPr>
        <p:spPr>
          <a:xfrm>
            <a:off x="4326246" y="472636"/>
            <a:ext cx="12770727" cy="12770728"/>
          </a:xfrm>
          <a:prstGeom prst="rect">
            <a:avLst/>
          </a:prstGeom>
        </p:spPr>
        <p:txBody>
          <a:bodyPr lIns="91439" tIns="45719" rIns="91439" bIns="45719">
            <a:noAutofit/>
          </a:bodyPr>
          <a:lstStyle/>
          <a:p>
            <a:endParaRPr/>
          </a:p>
        </p:txBody>
      </p:sp>
      <p:sp>
        <p:nvSpPr>
          <p:cNvPr id="186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866" name="Category"/>
          <p:cNvSpPr>
            <a:spLocks noGrp="1"/>
          </p:cNvSpPr>
          <p:nvPr>
            <p:ph type="body" sz="quarter" idx="25"/>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867" name="Category"/>
          <p:cNvSpPr>
            <a:spLocks noGrp="1"/>
          </p:cNvSpPr>
          <p:nvPr>
            <p:ph type="body" sz="quarter" idx="26"/>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868" name="Subtitle…"/>
          <p:cNvSpPr txBox="1">
            <a:spLocks noGrp="1"/>
          </p:cNvSpPr>
          <p:nvPr>
            <p:ph type="body" sz="quarter" idx="27"/>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86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type="tx">
  <p:cSld name="Title + body + 2 img sections 3 – Dark">
    <p:bg>
      <p:bgPr>
        <a:solidFill>
          <a:srgbClr val="000000"/>
        </a:solidFill>
        <a:effectLst/>
      </p:bgPr>
    </p:bg>
    <p:spTree>
      <p:nvGrpSpPr>
        <p:cNvPr id="1" name=""/>
        <p:cNvGrpSpPr/>
        <p:nvPr/>
      </p:nvGrpSpPr>
      <p:grpSpPr>
        <a:xfrm>
          <a:off x="0" y="0"/>
          <a:ext cx="0" cy="0"/>
          <a:chOff x="0" y="0"/>
          <a:chExt cx="0" cy="0"/>
        </a:xfrm>
      </p:grpSpPr>
      <p:sp>
        <p:nvSpPr>
          <p:cNvPr id="1876" name="Image"/>
          <p:cNvSpPr>
            <a:spLocks noGrp="1"/>
          </p:cNvSpPr>
          <p:nvPr>
            <p:ph type="pic" idx="21"/>
          </p:nvPr>
        </p:nvSpPr>
        <p:spPr>
          <a:xfrm>
            <a:off x="13184140" y="472636"/>
            <a:ext cx="12770728" cy="12770728"/>
          </a:xfrm>
          <a:prstGeom prst="rect">
            <a:avLst/>
          </a:prstGeom>
        </p:spPr>
        <p:txBody>
          <a:bodyPr lIns="91439" tIns="45719" rIns="91439" bIns="45719">
            <a:noAutofit/>
          </a:bodyPr>
          <a:lstStyle/>
          <a:p>
            <a:endParaRPr/>
          </a:p>
        </p:txBody>
      </p:sp>
      <p:sp>
        <p:nvSpPr>
          <p:cNvPr id="1877" name="Image"/>
          <p:cNvSpPr>
            <a:spLocks noGrp="1"/>
          </p:cNvSpPr>
          <p:nvPr>
            <p:ph type="pic" idx="22"/>
          </p:nvPr>
        </p:nvSpPr>
        <p:spPr>
          <a:xfrm>
            <a:off x="4326246" y="472636"/>
            <a:ext cx="12770727" cy="12770728"/>
          </a:xfrm>
          <a:prstGeom prst="rect">
            <a:avLst/>
          </a:prstGeom>
        </p:spPr>
        <p:txBody>
          <a:bodyPr lIns="91439" tIns="45719" rIns="91439" bIns="45719">
            <a:noAutofit/>
          </a:bodyPr>
          <a:lstStyle/>
          <a:p>
            <a:endParaRPr/>
          </a:p>
        </p:txBody>
      </p:sp>
      <p:sp>
        <p:nvSpPr>
          <p:cNvPr id="1878"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879"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880" name="Category"/>
          <p:cNvSpPr>
            <a:spLocks noGrp="1"/>
          </p:cNvSpPr>
          <p:nvPr>
            <p:ph type="body" sz="quarter" idx="25"/>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881" name="Category"/>
          <p:cNvSpPr>
            <a:spLocks noGrp="1"/>
          </p:cNvSpPr>
          <p:nvPr>
            <p:ph type="body" sz="quarter" idx="26"/>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882" name="Subtitle…"/>
          <p:cNvSpPr txBox="1">
            <a:spLocks noGrp="1"/>
          </p:cNvSpPr>
          <p:nvPr>
            <p:ph type="body" sz="quarter" idx="27"/>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88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type="tx">
  <p:cSld name="Title + body + large img section – Grey">
    <p:bg>
      <p:bgPr>
        <a:solidFill>
          <a:srgbClr val="CCCDD1"/>
        </a:solidFill>
        <a:effectLst/>
      </p:bgPr>
    </p:bg>
    <p:spTree>
      <p:nvGrpSpPr>
        <p:cNvPr id="1" name=""/>
        <p:cNvGrpSpPr/>
        <p:nvPr/>
      </p:nvGrpSpPr>
      <p:grpSpPr>
        <a:xfrm>
          <a:off x="0" y="0"/>
          <a:ext cx="0" cy="0"/>
          <a:chOff x="0" y="0"/>
          <a:chExt cx="0" cy="0"/>
        </a:xfrm>
      </p:grpSpPr>
      <p:sp>
        <p:nvSpPr>
          <p:cNvPr id="1903"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904" name="Image"/>
          <p:cNvSpPr>
            <a:spLocks noGrp="1"/>
          </p:cNvSpPr>
          <p:nvPr>
            <p:ph type="pic" idx="22"/>
          </p:nvPr>
        </p:nvSpPr>
        <p:spPr>
          <a:xfrm>
            <a:off x="6358558" y="-1926293"/>
            <a:ext cx="17568586" cy="17568586"/>
          </a:xfrm>
          <a:prstGeom prst="rect">
            <a:avLst/>
          </a:prstGeom>
        </p:spPr>
        <p:txBody>
          <a:bodyPr lIns="91439" tIns="45719" rIns="91439" bIns="45719">
            <a:noAutofit/>
          </a:bodyPr>
          <a:lstStyle/>
          <a:p>
            <a:endParaRPr/>
          </a:p>
        </p:txBody>
      </p:sp>
      <p:sp>
        <p:nvSpPr>
          <p:cNvPr id="190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906" name="Category"/>
          <p:cNvSpPr>
            <a:spLocks noGrp="1"/>
          </p:cNvSpPr>
          <p:nvPr>
            <p:ph type="body" sz="quarter" idx="24"/>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907" name="Category"/>
          <p:cNvSpPr>
            <a:spLocks noGrp="1"/>
          </p:cNvSpPr>
          <p:nvPr>
            <p:ph type="body" sz="quarter" idx="25"/>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908" name="Subtitle…"/>
          <p:cNvSpPr txBox="1">
            <a:spLocks noGrp="1"/>
          </p:cNvSpPr>
          <p:nvPr>
            <p:ph type="body" sz="quarter" idx="26"/>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90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type="tx">
  <p:cSld name="Title + body + large img section – Dark">
    <p:bg>
      <p:bgPr>
        <a:solidFill>
          <a:srgbClr val="000000"/>
        </a:solidFill>
        <a:effectLst/>
      </p:bgPr>
    </p:bg>
    <p:spTree>
      <p:nvGrpSpPr>
        <p:cNvPr id="1" name=""/>
        <p:cNvGrpSpPr/>
        <p:nvPr/>
      </p:nvGrpSpPr>
      <p:grpSpPr>
        <a:xfrm>
          <a:off x="0" y="0"/>
          <a:ext cx="0" cy="0"/>
          <a:chOff x="0" y="0"/>
          <a:chExt cx="0" cy="0"/>
        </a:xfrm>
      </p:grpSpPr>
      <p:sp>
        <p:nvSpPr>
          <p:cNvPr id="1916" name="Image"/>
          <p:cNvSpPr>
            <a:spLocks noGrp="1"/>
          </p:cNvSpPr>
          <p:nvPr>
            <p:ph type="pic" idx="21"/>
          </p:nvPr>
        </p:nvSpPr>
        <p:spPr>
          <a:xfrm>
            <a:off x="6358558" y="-1926293"/>
            <a:ext cx="17568586" cy="17568586"/>
          </a:xfrm>
          <a:prstGeom prst="rect">
            <a:avLst/>
          </a:prstGeom>
        </p:spPr>
        <p:txBody>
          <a:bodyPr lIns="91439" tIns="45719" rIns="91439" bIns="45719">
            <a:noAutofit/>
          </a:bodyPr>
          <a:lstStyle/>
          <a:p>
            <a:endParaRPr/>
          </a:p>
        </p:txBody>
      </p:sp>
      <p:sp>
        <p:nvSpPr>
          <p:cNvPr id="1917"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918"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537007"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1919" name="Category"/>
          <p:cNvSpPr>
            <a:spLocks noGrp="1"/>
          </p:cNvSpPr>
          <p:nvPr>
            <p:ph type="body" sz="quarter" idx="24"/>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920" name="Category"/>
          <p:cNvSpPr>
            <a:spLocks noGrp="1"/>
          </p:cNvSpPr>
          <p:nvPr>
            <p:ph type="body" sz="quarter" idx="25"/>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1921" name="Subtitle…"/>
          <p:cNvSpPr txBox="1">
            <a:spLocks noGrp="1"/>
          </p:cNvSpPr>
          <p:nvPr>
            <p:ph type="body" sz="quarter" idx="26"/>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92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type="tx">
  <p:cSld name="Title + body + img section + info – Grey">
    <p:bg>
      <p:bgPr>
        <a:solidFill>
          <a:srgbClr val="CCCDD1"/>
        </a:solidFill>
        <a:effectLst/>
      </p:bgPr>
    </p:bg>
    <p:spTree>
      <p:nvGrpSpPr>
        <p:cNvPr id="1" name=""/>
        <p:cNvGrpSpPr/>
        <p:nvPr/>
      </p:nvGrpSpPr>
      <p:grpSpPr>
        <a:xfrm>
          <a:off x="0" y="0"/>
          <a:ext cx="0" cy="0"/>
          <a:chOff x="0" y="0"/>
          <a:chExt cx="0" cy="0"/>
        </a:xfrm>
      </p:grpSpPr>
      <p:sp>
        <p:nvSpPr>
          <p:cNvPr id="1941" name="Image"/>
          <p:cNvSpPr>
            <a:spLocks noGrp="1"/>
          </p:cNvSpPr>
          <p:nvPr>
            <p:ph type="pic" idx="21"/>
          </p:nvPr>
        </p:nvSpPr>
        <p:spPr>
          <a:xfrm>
            <a:off x="8441642" y="-1599829"/>
            <a:ext cx="15430160" cy="15430160"/>
          </a:xfrm>
          <a:prstGeom prst="rect">
            <a:avLst/>
          </a:prstGeom>
        </p:spPr>
        <p:txBody>
          <a:bodyPr lIns="91439" tIns="45719" rIns="91439" bIns="45719">
            <a:noAutofit/>
          </a:bodyPr>
          <a:lstStyle/>
          <a:p>
            <a:endParaRPr/>
          </a:p>
        </p:txBody>
      </p:sp>
      <p:sp>
        <p:nvSpPr>
          <p:cNvPr id="1942"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943"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23"/>
          </p:nvPr>
        </p:nvSpPr>
        <p:spPr>
          <a:xfrm>
            <a:off x="8989904" y="10019819"/>
            <a:ext cx="5159724" cy="1926050"/>
          </a:xfrm>
          <a:prstGeom prst="rect">
            <a:avLst/>
          </a:prstGeom>
        </p:spPr>
        <p:txBody>
          <a:bodyPr>
            <a:spAutoFit/>
          </a:bodyPr>
          <a:lstStyle>
            <a:lvl1pPr>
              <a:lnSpc>
                <a:spcPct val="110000"/>
              </a:lnSpc>
              <a:defRPr sz="16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a:t>
            </a:r>
          </a:p>
        </p:txBody>
      </p:sp>
      <p:sp>
        <p:nvSpPr>
          <p:cNvPr id="1944"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1945" name="Subtitle…"/>
          <p:cNvSpPr txBox="1"/>
          <p:nvPr/>
        </p:nvSpPr>
        <p:spPr>
          <a:xfrm>
            <a:off x="537007" y="508000"/>
            <a:ext cx="5381466" cy="10796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90000"/>
              </a:lnSpc>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94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type="tx">
  <p:cSld name="Title + body + img section + info – Dark">
    <p:bg>
      <p:bgPr>
        <a:solidFill>
          <a:srgbClr val="000000"/>
        </a:solidFill>
        <a:effectLst/>
      </p:bgPr>
    </p:bg>
    <p:spTree>
      <p:nvGrpSpPr>
        <p:cNvPr id="1" name=""/>
        <p:cNvGrpSpPr/>
        <p:nvPr/>
      </p:nvGrpSpPr>
      <p:grpSpPr>
        <a:xfrm>
          <a:off x="0" y="0"/>
          <a:ext cx="0" cy="0"/>
          <a:chOff x="0" y="0"/>
          <a:chExt cx="0" cy="0"/>
        </a:xfrm>
      </p:grpSpPr>
      <p:sp>
        <p:nvSpPr>
          <p:cNvPr id="1953" name="Image"/>
          <p:cNvSpPr>
            <a:spLocks noGrp="1"/>
          </p:cNvSpPr>
          <p:nvPr>
            <p:ph type="pic" idx="21"/>
          </p:nvPr>
        </p:nvSpPr>
        <p:spPr>
          <a:xfrm>
            <a:off x="8441642" y="-1599829"/>
            <a:ext cx="15430160" cy="15430160"/>
          </a:xfrm>
          <a:prstGeom prst="rect">
            <a:avLst/>
          </a:prstGeom>
        </p:spPr>
        <p:txBody>
          <a:bodyPr lIns="91439" tIns="45719" rIns="91439" bIns="45719">
            <a:noAutofit/>
          </a:bodyPr>
          <a:lstStyle/>
          <a:p>
            <a:endParaRPr/>
          </a:p>
        </p:txBody>
      </p:sp>
      <p:sp>
        <p:nvSpPr>
          <p:cNvPr id="1954"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22"/>
          </p:nvPr>
        </p:nvSpPr>
        <p:spPr>
          <a:xfrm>
            <a:off x="8989904" y="10019819"/>
            <a:ext cx="5159724" cy="1926050"/>
          </a:xfrm>
          <a:prstGeom prst="rect">
            <a:avLst/>
          </a:prstGeom>
        </p:spPr>
        <p:txBody>
          <a:bodyPr>
            <a:spAutoFit/>
          </a:bodyPr>
          <a:lstStyle>
            <a:lvl1pPr>
              <a:lnSpc>
                <a:spcPct val="110000"/>
              </a:lnSpc>
              <a:defRPr sz="1600" spc="0">
                <a:solidFill>
                  <a:srgbClr val="FFFFFF">
                    <a:alpha val="50000"/>
                  </a:srgbClr>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a:t>
            </a:r>
          </a:p>
        </p:txBody>
      </p:sp>
      <p:sp>
        <p:nvSpPr>
          <p:cNvPr id="1955"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956"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1957" name="Subtitle…"/>
          <p:cNvSpPr txBox="1">
            <a:spLocks noGrp="1"/>
          </p:cNvSpPr>
          <p:nvPr>
            <p:ph type="body" sz="quarter" idx="25"/>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95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type="tx">
  <p:cSld name="Title + body + img section – Grey">
    <p:bg>
      <p:bgPr>
        <a:solidFill>
          <a:srgbClr val="CCCDD1"/>
        </a:solidFill>
        <a:effectLst/>
      </p:bgPr>
    </p:bg>
    <p:spTree>
      <p:nvGrpSpPr>
        <p:cNvPr id="1" name=""/>
        <p:cNvGrpSpPr/>
        <p:nvPr/>
      </p:nvGrpSpPr>
      <p:grpSpPr>
        <a:xfrm>
          <a:off x="0" y="0"/>
          <a:ext cx="0" cy="0"/>
          <a:chOff x="0" y="0"/>
          <a:chExt cx="0" cy="0"/>
        </a:xfrm>
      </p:grpSpPr>
      <p:sp>
        <p:nvSpPr>
          <p:cNvPr id="1976"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1977" name="Image"/>
          <p:cNvSpPr>
            <a:spLocks noGrp="1"/>
          </p:cNvSpPr>
          <p:nvPr>
            <p:ph type="pic" idx="22"/>
          </p:nvPr>
        </p:nvSpPr>
        <p:spPr>
          <a:xfrm>
            <a:off x="8928249" y="-632287"/>
            <a:ext cx="14980574" cy="14980574"/>
          </a:xfrm>
          <a:prstGeom prst="rect">
            <a:avLst/>
          </a:prstGeom>
        </p:spPr>
        <p:txBody>
          <a:bodyPr lIns="91439" tIns="45719" rIns="91439" bIns="45719">
            <a:noAutofit/>
          </a:bodyPr>
          <a:lstStyle/>
          <a:p>
            <a:endParaRPr/>
          </a:p>
        </p:txBody>
      </p:sp>
      <p:sp>
        <p:nvSpPr>
          <p:cNvPr id="1978"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1979" name="Subtitle…"/>
          <p:cNvSpPr txBox="1">
            <a:spLocks noGrp="1"/>
          </p:cNvSpPr>
          <p:nvPr>
            <p:ph type="body" sz="quarter" idx="24"/>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98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Title + body + img section – Dark">
    <p:bg>
      <p:bgPr>
        <a:solidFill>
          <a:srgbClr val="000000"/>
        </a:solidFill>
        <a:effectLst/>
      </p:bgPr>
    </p:bg>
    <p:spTree>
      <p:nvGrpSpPr>
        <p:cNvPr id="1" name=""/>
        <p:cNvGrpSpPr/>
        <p:nvPr/>
      </p:nvGrpSpPr>
      <p:grpSpPr>
        <a:xfrm>
          <a:off x="0" y="0"/>
          <a:ext cx="0" cy="0"/>
          <a:chOff x="0" y="0"/>
          <a:chExt cx="0" cy="0"/>
        </a:xfrm>
      </p:grpSpPr>
      <p:sp>
        <p:nvSpPr>
          <p:cNvPr id="1987" name="Image"/>
          <p:cNvSpPr>
            <a:spLocks noGrp="1"/>
          </p:cNvSpPr>
          <p:nvPr>
            <p:ph type="pic" idx="21"/>
          </p:nvPr>
        </p:nvSpPr>
        <p:spPr>
          <a:xfrm>
            <a:off x="8928249" y="-632287"/>
            <a:ext cx="14980574" cy="14980574"/>
          </a:xfrm>
          <a:prstGeom prst="rect">
            <a:avLst/>
          </a:prstGeom>
        </p:spPr>
        <p:txBody>
          <a:bodyPr lIns="91439" tIns="45719" rIns="91439" bIns="45719">
            <a:noAutofit/>
          </a:bodyPr>
          <a:lstStyle/>
          <a:p>
            <a:endParaRPr/>
          </a:p>
        </p:txBody>
      </p:sp>
      <p:sp>
        <p:nvSpPr>
          <p:cNvPr id="1988"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1989"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1990" name="Subtitle…"/>
          <p:cNvSpPr txBox="1">
            <a:spLocks noGrp="1"/>
          </p:cNvSpPr>
          <p:nvPr>
            <p:ph type="body" sz="quarter" idx="24"/>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199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type="tx">
  <p:cSld name="Title + body + 3 imgs section – Grey">
    <p:bg>
      <p:bgPr>
        <a:solidFill>
          <a:srgbClr val="CCCDD1"/>
        </a:solidFill>
        <a:effectLst/>
      </p:bgPr>
    </p:bg>
    <p:spTree>
      <p:nvGrpSpPr>
        <p:cNvPr id="1" name=""/>
        <p:cNvGrpSpPr/>
        <p:nvPr/>
      </p:nvGrpSpPr>
      <p:grpSpPr>
        <a:xfrm>
          <a:off x="0" y="0"/>
          <a:ext cx="0" cy="0"/>
          <a:chOff x="0" y="0"/>
          <a:chExt cx="0" cy="0"/>
        </a:xfrm>
      </p:grpSpPr>
      <p:sp>
        <p:nvSpPr>
          <p:cNvPr id="2011"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012" name="Image"/>
          <p:cNvSpPr>
            <a:spLocks noGrp="1"/>
          </p:cNvSpPr>
          <p:nvPr>
            <p:ph type="pic" sz="quarter" idx="22"/>
          </p:nvPr>
        </p:nvSpPr>
        <p:spPr>
          <a:xfrm>
            <a:off x="16553710" y="6426315"/>
            <a:ext cx="7332928" cy="7332928"/>
          </a:xfrm>
          <a:prstGeom prst="rect">
            <a:avLst/>
          </a:prstGeom>
        </p:spPr>
        <p:txBody>
          <a:bodyPr lIns="91439" tIns="45719" rIns="91439" bIns="45719">
            <a:noAutofit/>
          </a:bodyPr>
          <a:lstStyle/>
          <a:p>
            <a:endParaRPr/>
          </a:p>
        </p:txBody>
      </p:sp>
      <p:sp>
        <p:nvSpPr>
          <p:cNvPr id="2013" name="Image"/>
          <p:cNvSpPr>
            <a:spLocks noGrp="1"/>
          </p:cNvSpPr>
          <p:nvPr>
            <p:ph type="pic" sz="quarter" idx="23"/>
          </p:nvPr>
        </p:nvSpPr>
        <p:spPr>
          <a:xfrm>
            <a:off x="8976989" y="6426315"/>
            <a:ext cx="7332928" cy="7332928"/>
          </a:xfrm>
          <a:prstGeom prst="rect">
            <a:avLst/>
          </a:prstGeom>
        </p:spPr>
        <p:txBody>
          <a:bodyPr lIns="91439" tIns="45719" rIns="91439" bIns="45719">
            <a:noAutofit/>
          </a:bodyPr>
          <a:lstStyle/>
          <a:p>
            <a:endParaRPr/>
          </a:p>
        </p:txBody>
      </p:sp>
      <p:sp>
        <p:nvSpPr>
          <p:cNvPr id="2014" name="Image"/>
          <p:cNvSpPr>
            <a:spLocks noGrp="1"/>
          </p:cNvSpPr>
          <p:nvPr>
            <p:ph type="pic" idx="24"/>
          </p:nvPr>
        </p:nvSpPr>
        <p:spPr>
          <a:xfrm>
            <a:off x="8919833" y="-3869219"/>
            <a:ext cx="14996191" cy="14996191"/>
          </a:xfrm>
          <a:prstGeom prst="rect">
            <a:avLst/>
          </a:prstGeom>
        </p:spPr>
        <p:txBody>
          <a:bodyPr lIns="91439" tIns="45719" rIns="91439" bIns="45719">
            <a:noAutofit/>
          </a:bodyPr>
          <a:lstStyle/>
          <a:p>
            <a:endParaRPr/>
          </a:p>
        </p:txBody>
      </p:sp>
      <p:sp>
        <p:nvSpPr>
          <p:cNvPr id="201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016" name="Subtitle…"/>
          <p:cNvSpPr txBox="1">
            <a:spLocks noGrp="1"/>
          </p:cNvSpPr>
          <p:nvPr>
            <p:ph type="body" sz="quarter" idx="26"/>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01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type="tx">
  <p:cSld name="Title + body + 3 imgs section – Grey copy">
    <p:bg>
      <p:bgPr>
        <a:solidFill>
          <a:srgbClr val="000000"/>
        </a:solidFill>
        <a:effectLst/>
      </p:bgPr>
    </p:bg>
    <p:spTree>
      <p:nvGrpSpPr>
        <p:cNvPr id="1" name=""/>
        <p:cNvGrpSpPr/>
        <p:nvPr/>
      </p:nvGrpSpPr>
      <p:grpSpPr>
        <a:xfrm>
          <a:off x="0" y="0"/>
          <a:ext cx="0" cy="0"/>
          <a:chOff x="0" y="0"/>
          <a:chExt cx="0" cy="0"/>
        </a:xfrm>
      </p:grpSpPr>
      <p:sp>
        <p:nvSpPr>
          <p:cNvPr id="2024" name="Image"/>
          <p:cNvSpPr>
            <a:spLocks noGrp="1"/>
          </p:cNvSpPr>
          <p:nvPr>
            <p:ph type="pic" sz="quarter" idx="21"/>
          </p:nvPr>
        </p:nvSpPr>
        <p:spPr>
          <a:xfrm>
            <a:off x="16553710" y="6426315"/>
            <a:ext cx="7332928" cy="7332928"/>
          </a:xfrm>
          <a:prstGeom prst="rect">
            <a:avLst/>
          </a:prstGeom>
        </p:spPr>
        <p:txBody>
          <a:bodyPr lIns="91439" tIns="45719" rIns="91439" bIns="45719">
            <a:noAutofit/>
          </a:bodyPr>
          <a:lstStyle/>
          <a:p>
            <a:endParaRPr/>
          </a:p>
        </p:txBody>
      </p:sp>
      <p:sp>
        <p:nvSpPr>
          <p:cNvPr id="2025" name="Image"/>
          <p:cNvSpPr>
            <a:spLocks noGrp="1"/>
          </p:cNvSpPr>
          <p:nvPr>
            <p:ph type="pic" sz="quarter" idx="22"/>
          </p:nvPr>
        </p:nvSpPr>
        <p:spPr>
          <a:xfrm>
            <a:off x="8976989" y="6426315"/>
            <a:ext cx="7332928" cy="7332928"/>
          </a:xfrm>
          <a:prstGeom prst="rect">
            <a:avLst/>
          </a:prstGeom>
        </p:spPr>
        <p:txBody>
          <a:bodyPr lIns="91439" tIns="45719" rIns="91439" bIns="45719">
            <a:noAutofit/>
          </a:bodyPr>
          <a:lstStyle/>
          <a:p>
            <a:endParaRPr/>
          </a:p>
        </p:txBody>
      </p:sp>
      <p:sp>
        <p:nvSpPr>
          <p:cNvPr id="2026" name="Image"/>
          <p:cNvSpPr>
            <a:spLocks noGrp="1"/>
          </p:cNvSpPr>
          <p:nvPr>
            <p:ph type="pic" idx="23"/>
          </p:nvPr>
        </p:nvSpPr>
        <p:spPr>
          <a:xfrm>
            <a:off x="8919833" y="-3869219"/>
            <a:ext cx="14996191" cy="14996191"/>
          </a:xfrm>
          <a:prstGeom prst="rect">
            <a:avLst/>
          </a:prstGeom>
        </p:spPr>
        <p:txBody>
          <a:bodyPr lIns="91439" tIns="45719" rIns="91439" bIns="45719">
            <a:noAutofit/>
          </a:bodyPr>
          <a:lstStyle/>
          <a:p>
            <a:endParaRPr/>
          </a:p>
        </p:txBody>
      </p:sp>
      <p:sp>
        <p:nvSpPr>
          <p:cNvPr id="2027"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028"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029" name="Subtitle…"/>
          <p:cNvSpPr txBox="1">
            <a:spLocks noGrp="1"/>
          </p:cNvSpPr>
          <p:nvPr>
            <p:ph type="body" sz="quarter" idx="26"/>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03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type="tx">
  <p:cSld name="Title + body + 4 imgs section – Grey">
    <p:bg>
      <p:bgPr>
        <a:solidFill>
          <a:srgbClr val="CCCDD1"/>
        </a:solidFill>
        <a:effectLst/>
      </p:bgPr>
    </p:bg>
    <p:spTree>
      <p:nvGrpSpPr>
        <p:cNvPr id="1" name=""/>
        <p:cNvGrpSpPr/>
        <p:nvPr/>
      </p:nvGrpSpPr>
      <p:grpSpPr>
        <a:xfrm>
          <a:off x="0" y="0"/>
          <a:ext cx="0" cy="0"/>
          <a:chOff x="0" y="0"/>
          <a:chExt cx="0" cy="0"/>
        </a:xfrm>
      </p:grpSpPr>
      <p:sp>
        <p:nvSpPr>
          <p:cNvPr id="2051" name="Image"/>
          <p:cNvSpPr>
            <a:spLocks noGrp="1"/>
          </p:cNvSpPr>
          <p:nvPr>
            <p:ph type="pic" sz="quarter" idx="21"/>
          </p:nvPr>
        </p:nvSpPr>
        <p:spPr>
          <a:xfrm>
            <a:off x="16553710" y="-37588"/>
            <a:ext cx="7332928" cy="7332928"/>
          </a:xfrm>
          <a:prstGeom prst="rect">
            <a:avLst/>
          </a:prstGeom>
        </p:spPr>
        <p:txBody>
          <a:bodyPr lIns="91439" tIns="45719" rIns="91439" bIns="45719">
            <a:noAutofit/>
          </a:bodyPr>
          <a:lstStyle/>
          <a:p>
            <a:endParaRPr/>
          </a:p>
        </p:txBody>
      </p:sp>
      <p:sp>
        <p:nvSpPr>
          <p:cNvPr id="2052" name="Image"/>
          <p:cNvSpPr>
            <a:spLocks noGrp="1"/>
          </p:cNvSpPr>
          <p:nvPr>
            <p:ph type="pic" sz="quarter" idx="22"/>
          </p:nvPr>
        </p:nvSpPr>
        <p:spPr>
          <a:xfrm>
            <a:off x="8976989" y="-37588"/>
            <a:ext cx="7332928" cy="7332928"/>
          </a:xfrm>
          <a:prstGeom prst="rect">
            <a:avLst/>
          </a:prstGeom>
        </p:spPr>
        <p:txBody>
          <a:bodyPr lIns="91439" tIns="45719" rIns="91439" bIns="45719">
            <a:noAutofit/>
          </a:bodyPr>
          <a:lstStyle/>
          <a:p>
            <a:endParaRPr/>
          </a:p>
        </p:txBody>
      </p:sp>
      <p:sp>
        <p:nvSpPr>
          <p:cNvPr id="2053"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054" name="Image"/>
          <p:cNvSpPr>
            <a:spLocks noGrp="1"/>
          </p:cNvSpPr>
          <p:nvPr>
            <p:ph type="pic" sz="quarter" idx="24"/>
          </p:nvPr>
        </p:nvSpPr>
        <p:spPr>
          <a:xfrm>
            <a:off x="16553710" y="6426315"/>
            <a:ext cx="7332928" cy="7332928"/>
          </a:xfrm>
          <a:prstGeom prst="rect">
            <a:avLst/>
          </a:prstGeom>
        </p:spPr>
        <p:txBody>
          <a:bodyPr lIns="91439" tIns="45719" rIns="91439" bIns="45719">
            <a:noAutofit/>
          </a:bodyPr>
          <a:lstStyle/>
          <a:p>
            <a:endParaRPr/>
          </a:p>
        </p:txBody>
      </p:sp>
      <p:sp>
        <p:nvSpPr>
          <p:cNvPr id="2055" name="Image"/>
          <p:cNvSpPr>
            <a:spLocks noGrp="1"/>
          </p:cNvSpPr>
          <p:nvPr>
            <p:ph type="pic" sz="quarter" idx="25"/>
          </p:nvPr>
        </p:nvSpPr>
        <p:spPr>
          <a:xfrm>
            <a:off x="8976989" y="6426315"/>
            <a:ext cx="7332928" cy="7332928"/>
          </a:xfrm>
          <a:prstGeom prst="rect">
            <a:avLst/>
          </a:prstGeom>
        </p:spPr>
        <p:txBody>
          <a:bodyPr lIns="91439" tIns="45719" rIns="91439" bIns="45719">
            <a:noAutofit/>
          </a:bodyPr>
          <a:lstStyle/>
          <a:p>
            <a:endParaRPr/>
          </a:p>
        </p:txBody>
      </p:sp>
      <p:sp>
        <p:nvSpPr>
          <p:cNvPr id="2056"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057" name="Subtitle…"/>
          <p:cNvSpPr txBox="1">
            <a:spLocks noGrp="1"/>
          </p:cNvSpPr>
          <p:nvPr>
            <p:ph type="body" sz="quarter" idx="27"/>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05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type="tx">
  <p:cSld name="Title + body + 4 imgs section – Dark">
    <p:bg>
      <p:bgPr>
        <a:solidFill>
          <a:srgbClr val="000000"/>
        </a:solidFill>
        <a:effectLst/>
      </p:bgPr>
    </p:bg>
    <p:spTree>
      <p:nvGrpSpPr>
        <p:cNvPr id="1" name=""/>
        <p:cNvGrpSpPr/>
        <p:nvPr/>
      </p:nvGrpSpPr>
      <p:grpSpPr>
        <a:xfrm>
          <a:off x="0" y="0"/>
          <a:ext cx="0" cy="0"/>
          <a:chOff x="0" y="0"/>
          <a:chExt cx="0" cy="0"/>
        </a:xfrm>
      </p:grpSpPr>
      <p:sp>
        <p:nvSpPr>
          <p:cNvPr id="2065" name="Image"/>
          <p:cNvSpPr>
            <a:spLocks noGrp="1"/>
          </p:cNvSpPr>
          <p:nvPr>
            <p:ph type="pic" sz="quarter" idx="21"/>
          </p:nvPr>
        </p:nvSpPr>
        <p:spPr>
          <a:xfrm>
            <a:off x="16553710" y="-37588"/>
            <a:ext cx="7332928" cy="7332928"/>
          </a:xfrm>
          <a:prstGeom prst="rect">
            <a:avLst/>
          </a:prstGeom>
        </p:spPr>
        <p:txBody>
          <a:bodyPr lIns="91439" tIns="45719" rIns="91439" bIns="45719">
            <a:noAutofit/>
          </a:bodyPr>
          <a:lstStyle/>
          <a:p>
            <a:endParaRPr/>
          </a:p>
        </p:txBody>
      </p:sp>
      <p:sp>
        <p:nvSpPr>
          <p:cNvPr id="2066" name="Image"/>
          <p:cNvSpPr>
            <a:spLocks noGrp="1"/>
          </p:cNvSpPr>
          <p:nvPr>
            <p:ph type="pic" sz="quarter" idx="22"/>
          </p:nvPr>
        </p:nvSpPr>
        <p:spPr>
          <a:xfrm>
            <a:off x="8976989" y="-37588"/>
            <a:ext cx="7332928" cy="7332928"/>
          </a:xfrm>
          <a:prstGeom prst="rect">
            <a:avLst/>
          </a:prstGeom>
        </p:spPr>
        <p:txBody>
          <a:bodyPr lIns="91439" tIns="45719" rIns="91439" bIns="45719">
            <a:noAutofit/>
          </a:bodyPr>
          <a:lstStyle/>
          <a:p>
            <a:endParaRPr/>
          </a:p>
        </p:txBody>
      </p:sp>
      <p:sp>
        <p:nvSpPr>
          <p:cNvPr id="2067" name="Image"/>
          <p:cNvSpPr>
            <a:spLocks noGrp="1"/>
          </p:cNvSpPr>
          <p:nvPr>
            <p:ph type="pic" sz="quarter" idx="23"/>
          </p:nvPr>
        </p:nvSpPr>
        <p:spPr>
          <a:xfrm>
            <a:off x="16553710" y="6426315"/>
            <a:ext cx="7332928" cy="7332928"/>
          </a:xfrm>
          <a:prstGeom prst="rect">
            <a:avLst/>
          </a:prstGeom>
        </p:spPr>
        <p:txBody>
          <a:bodyPr lIns="91439" tIns="45719" rIns="91439" bIns="45719">
            <a:noAutofit/>
          </a:bodyPr>
          <a:lstStyle/>
          <a:p>
            <a:endParaRPr/>
          </a:p>
        </p:txBody>
      </p:sp>
      <p:sp>
        <p:nvSpPr>
          <p:cNvPr id="2068" name="Image"/>
          <p:cNvSpPr>
            <a:spLocks noGrp="1"/>
          </p:cNvSpPr>
          <p:nvPr>
            <p:ph type="pic" sz="quarter" idx="24"/>
          </p:nvPr>
        </p:nvSpPr>
        <p:spPr>
          <a:xfrm>
            <a:off x="8976989" y="6426315"/>
            <a:ext cx="7332928" cy="7332928"/>
          </a:xfrm>
          <a:prstGeom prst="rect">
            <a:avLst/>
          </a:prstGeom>
        </p:spPr>
        <p:txBody>
          <a:bodyPr lIns="91439" tIns="45719" rIns="91439" bIns="45719">
            <a:noAutofit/>
          </a:bodyPr>
          <a:lstStyle/>
          <a:p>
            <a:endParaRPr/>
          </a:p>
        </p:txBody>
      </p:sp>
      <p:sp>
        <p:nvSpPr>
          <p:cNvPr id="2069"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070"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6"/>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071" name="Subtitle…"/>
          <p:cNvSpPr txBox="1">
            <a:spLocks noGrp="1"/>
          </p:cNvSpPr>
          <p:nvPr>
            <p:ph type="body" sz="quarter" idx="27"/>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07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type="tx">
  <p:cSld name="Title + body + 3 imgs section 2 – Grey">
    <p:bg>
      <p:bgPr>
        <a:solidFill>
          <a:srgbClr val="CCCDD1"/>
        </a:solidFill>
        <a:effectLst/>
      </p:bgPr>
    </p:bg>
    <p:spTree>
      <p:nvGrpSpPr>
        <p:cNvPr id="1" name=""/>
        <p:cNvGrpSpPr/>
        <p:nvPr/>
      </p:nvGrpSpPr>
      <p:grpSpPr>
        <a:xfrm>
          <a:off x="0" y="0"/>
          <a:ext cx="0" cy="0"/>
          <a:chOff x="0" y="0"/>
          <a:chExt cx="0" cy="0"/>
        </a:xfrm>
      </p:grpSpPr>
      <p:sp>
        <p:nvSpPr>
          <p:cNvPr id="2092" name="Image"/>
          <p:cNvSpPr>
            <a:spLocks noGrp="1"/>
          </p:cNvSpPr>
          <p:nvPr>
            <p:ph type="pic" sz="quarter" idx="21"/>
          </p:nvPr>
        </p:nvSpPr>
        <p:spPr>
          <a:xfrm>
            <a:off x="8976989" y="-37588"/>
            <a:ext cx="7332928" cy="7332928"/>
          </a:xfrm>
          <a:prstGeom prst="rect">
            <a:avLst/>
          </a:prstGeom>
        </p:spPr>
        <p:txBody>
          <a:bodyPr lIns="91439" tIns="45719" rIns="91439" bIns="45719">
            <a:noAutofit/>
          </a:bodyPr>
          <a:lstStyle/>
          <a:p>
            <a:endParaRPr/>
          </a:p>
        </p:txBody>
      </p:sp>
      <p:sp>
        <p:nvSpPr>
          <p:cNvPr id="2093"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094" name="Image"/>
          <p:cNvSpPr>
            <a:spLocks noGrp="1"/>
          </p:cNvSpPr>
          <p:nvPr>
            <p:ph type="pic" idx="23"/>
          </p:nvPr>
        </p:nvSpPr>
        <p:spPr>
          <a:xfrm>
            <a:off x="13811899" y="449725"/>
            <a:ext cx="12816550" cy="12816550"/>
          </a:xfrm>
          <a:prstGeom prst="rect">
            <a:avLst/>
          </a:prstGeom>
        </p:spPr>
        <p:txBody>
          <a:bodyPr lIns="91439" tIns="45719" rIns="91439" bIns="45719">
            <a:noAutofit/>
          </a:bodyPr>
          <a:lstStyle/>
          <a:p>
            <a:endParaRPr/>
          </a:p>
        </p:txBody>
      </p:sp>
      <p:sp>
        <p:nvSpPr>
          <p:cNvPr id="2095" name="Image"/>
          <p:cNvSpPr>
            <a:spLocks noGrp="1"/>
          </p:cNvSpPr>
          <p:nvPr>
            <p:ph type="pic" sz="quarter" idx="24"/>
          </p:nvPr>
        </p:nvSpPr>
        <p:spPr>
          <a:xfrm>
            <a:off x="8976989" y="6426315"/>
            <a:ext cx="7332928" cy="7332928"/>
          </a:xfrm>
          <a:prstGeom prst="rect">
            <a:avLst/>
          </a:prstGeom>
        </p:spPr>
        <p:txBody>
          <a:bodyPr lIns="91439" tIns="45719" rIns="91439" bIns="45719">
            <a:noAutofit/>
          </a:bodyPr>
          <a:lstStyle/>
          <a:p>
            <a:endParaRPr/>
          </a:p>
        </p:txBody>
      </p:sp>
      <p:sp>
        <p:nvSpPr>
          <p:cNvPr id="2096"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097" name="Subtitle…"/>
          <p:cNvSpPr txBox="1">
            <a:spLocks noGrp="1"/>
          </p:cNvSpPr>
          <p:nvPr>
            <p:ph type="body" sz="quarter" idx="26"/>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09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type="tx">
  <p:cSld name="Title + body + 3 imgs section 2 – Dark">
    <p:bg>
      <p:bgPr>
        <a:solidFill>
          <a:srgbClr val="000000"/>
        </a:solidFill>
        <a:effectLst/>
      </p:bgPr>
    </p:bg>
    <p:spTree>
      <p:nvGrpSpPr>
        <p:cNvPr id="1" name=""/>
        <p:cNvGrpSpPr/>
        <p:nvPr/>
      </p:nvGrpSpPr>
      <p:grpSpPr>
        <a:xfrm>
          <a:off x="0" y="0"/>
          <a:ext cx="0" cy="0"/>
          <a:chOff x="0" y="0"/>
          <a:chExt cx="0" cy="0"/>
        </a:xfrm>
      </p:grpSpPr>
      <p:sp>
        <p:nvSpPr>
          <p:cNvPr id="2105" name="Image"/>
          <p:cNvSpPr>
            <a:spLocks noGrp="1"/>
          </p:cNvSpPr>
          <p:nvPr>
            <p:ph type="pic" sz="quarter" idx="21"/>
          </p:nvPr>
        </p:nvSpPr>
        <p:spPr>
          <a:xfrm>
            <a:off x="8976989" y="-37588"/>
            <a:ext cx="7332928" cy="7332928"/>
          </a:xfrm>
          <a:prstGeom prst="rect">
            <a:avLst/>
          </a:prstGeom>
        </p:spPr>
        <p:txBody>
          <a:bodyPr lIns="91439" tIns="45719" rIns="91439" bIns="45719">
            <a:noAutofit/>
          </a:bodyPr>
          <a:lstStyle/>
          <a:p>
            <a:endParaRPr/>
          </a:p>
        </p:txBody>
      </p:sp>
      <p:sp>
        <p:nvSpPr>
          <p:cNvPr id="2106" name="Image"/>
          <p:cNvSpPr>
            <a:spLocks noGrp="1"/>
          </p:cNvSpPr>
          <p:nvPr>
            <p:ph type="pic" idx="22"/>
          </p:nvPr>
        </p:nvSpPr>
        <p:spPr>
          <a:xfrm>
            <a:off x="13811899" y="449725"/>
            <a:ext cx="12816550" cy="12816550"/>
          </a:xfrm>
          <a:prstGeom prst="rect">
            <a:avLst/>
          </a:prstGeom>
        </p:spPr>
        <p:txBody>
          <a:bodyPr lIns="91439" tIns="45719" rIns="91439" bIns="45719">
            <a:noAutofit/>
          </a:bodyPr>
          <a:lstStyle/>
          <a:p>
            <a:endParaRPr/>
          </a:p>
        </p:txBody>
      </p:sp>
      <p:sp>
        <p:nvSpPr>
          <p:cNvPr id="2107" name="Image"/>
          <p:cNvSpPr>
            <a:spLocks noGrp="1"/>
          </p:cNvSpPr>
          <p:nvPr>
            <p:ph type="pic" sz="quarter" idx="23"/>
          </p:nvPr>
        </p:nvSpPr>
        <p:spPr>
          <a:xfrm>
            <a:off x="8976989" y="6426315"/>
            <a:ext cx="7332928" cy="7332928"/>
          </a:xfrm>
          <a:prstGeom prst="rect">
            <a:avLst/>
          </a:prstGeom>
        </p:spPr>
        <p:txBody>
          <a:bodyPr lIns="91439" tIns="45719" rIns="91439" bIns="45719">
            <a:noAutofit/>
          </a:bodyPr>
          <a:lstStyle/>
          <a:p>
            <a:endParaRPr/>
          </a:p>
        </p:txBody>
      </p:sp>
      <p:sp>
        <p:nvSpPr>
          <p:cNvPr id="2108"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109"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5"/>
          </p:nvPr>
        </p:nvSpPr>
        <p:spPr>
          <a:xfrm>
            <a:off x="537007" y="2074844"/>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110" name="Subtitle…"/>
          <p:cNvSpPr txBox="1">
            <a:spLocks noGrp="1"/>
          </p:cNvSpPr>
          <p:nvPr>
            <p:ph type="body" sz="quarter" idx="26"/>
          </p:nvPr>
        </p:nvSpPr>
        <p:spPr>
          <a:xfrm>
            <a:off x="537007" y="508000"/>
            <a:ext cx="5381466"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11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type="tx">
  <p:cSld name="Title + body + large img section (L) – Grey">
    <p:bg>
      <p:bgPr>
        <a:solidFill>
          <a:srgbClr val="CCCDD1"/>
        </a:solidFill>
        <a:effectLst/>
      </p:bgPr>
    </p:bg>
    <p:spTree>
      <p:nvGrpSpPr>
        <p:cNvPr id="1" name=""/>
        <p:cNvGrpSpPr/>
        <p:nvPr/>
      </p:nvGrpSpPr>
      <p:grpSpPr>
        <a:xfrm>
          <a:off x="0" y="0"/>
          <a:ext cx="0" cy="0"/>
          <a:chOff x="0" y="0"/>
          <a:chExt cx="0" cy="0"/>
        </a:xfrm>
      </p:grpSpPr>
      <p:sp>
        <p:nvSpPr>
          <p:cNvPr id="2131"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132" name="Image"/>
          <p:cNvSpPr>
            <a:spLocks noGrp="1"/>
          </p:cNvSpPr>
          <p:nvPr>
            <p:ph type="pic" idx="22"/>
          </p:nvPr>
        </p:nvSpPr>
        <p:spPr>
          <a:xfrm>
            <a:off x="453425" y="-1926293"/>
            <a:ext cx="17568586" cy="17568586"/>
          </a:xfrm>
          <a:prstGeom prst="rect">
            <a:avLst/>
          </a:prstGeom>
        </p:spPr>
        <p:txBody>
          <a:bodyPr lIns="91439" tIns="45719" rIns="91439" bIns="45719">
            <a:noAutofit/>
          </a:bodyPr>
          <a:lstStyle/>
          <a:p>
            <a:endParaRPr/>
          </a:p>
        </p:txBody>
      </p:sp>
      <p:sp>
        <p:nvSpPr>
          <p:cNvPr id="2133"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18533144"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134" name="Category"/>
          <p:cNvSpPr>
            <a:spLocks noGrp="1"/>
          </p:cNvSpPr>
          <p:nvPr>
            <p:ph type="body" sz="quarter" idx="24"/>
          </p:nvPr>
        </p:nvSpPr>
        <p:spPr>
          <a:xfrm>
            <a:off x="18533144"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135" name="Category"/>
          <p:cNvSpPr>
            <a:spLocks noGrp="1"/>
          </p:cNvSpPr>
          <p:nvPr>
            <p:ph type="body" sz="quarter" idx="25"/>
          </p:nvPr>
        </p:nvSpPr>
        <p:spPr>
          <a:xfrm>
            <a:off x="20114609" y="7602515"/>
            <a:ext cx="1466192"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136" name="Subtitle…"/>
          <p:cNvSpPr txBox="1">
            <a:spLocks noGrp="1"/>
          </p:cNvSpPr>
          <p:nvPr>
            <p:ph type="body" sz="quarter" idx="26"/>
          </p:nvPr>
        </p:nvSpPr>
        <p:spPr>
          <a:xfrm>
            <a:off x="18533144" y="508000"/>
            <a:ext cx="5250175"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13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type="tx">
  <p:cSld name="Title + body + large img section (L) – Dark">
    <p:bg>
      <p:bgPr>
        <a:solidFill>
          <a:srgbClr val="000000"/>
        </a:solidFill>
        <a:effectLst/>
      </p:bgPr>
    </p:bg>
    <p:spTree>
      <p:nvGrpSpPr>
        <p:cNvPr id="1" name=""/>
        <p:cNvGrpSpPr/>
        <p:nvPr/>
      </p:nvGrpSpPr>
      <p:grpSpPr>
        <a:xfrm>
          <a:off x="0" y="0"/>
          <a:ext cx="0" cy="0"/>
          <a:chOff x="0" y="0"/>
          <a:chExt cx="0" cy="0"/>
        </a:xfrm>
      </p:grpSpPr>
      <p:sp>
        <p:nvSpPr>
          <p:cNvPr id="2144" name="Image"/>
          <p:cNvSpPr>
            <a:spLocks noGrp="1"/>
          </p:cNvSpPr>
          <p:nvPr>
            <p:ph type="pic" idx="21"/>
          </p:nvPr>
        </p:nvSpPr>
        <p:spPr>
          <a:xfrm>
            <a:off x="453425" y="-1926293"/>
            <a:ext cx="17568586" cy="17568586"/>
          </a:xfrm>
          <a:prstGeom prst="rect">
            <a:avLst/>
          </a:prstGeom>
        </p:spPr>
        <p:txBody>
          <a:bodyPr lIns="91439" tIns="45719" rIns="91439" bIns="45719">
            <a:noAutofit/>
          </a:bodyPr>
          <a:lstStyle/>
          <a:p>
            <a:endParaRPr/>
          </a:p>
        </p:txBody>
      </p:sp>
      <p:sp>
        <p:nvSpPr>
          <p:cNvPr id="2145"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146"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18533144" y="2074844"/>
            <a:ext cx="4951299" cy="4593892"/>
          </a:xfrm>
          <a:prstGeom prst="rect">
            <a:avLst/>
          </a:prstGeom>
        </p:spPr>
        <p:txBody>
          <a:bodyPr>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147" name="Category"/>
          <p:cNvSpPr>
            <a:spLocks noGrp="1"/>
          </p:cNvSpPr>
          <p:nvPr>
            <p:ph type="body" sz="quarter" idx="24"/>
          </p:nvPr>
        </p:nvSpPr>
        <p:spPr>
          <a:xfrm>
            <a:off x="18533144"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148" name="Category"/>
          <p:cNvSpPr>
            <a:spLocks noGrp="1"/>
          </p:cNvSpPr>
          <p:nvPr>
            <p:ph type="body" sz="quarter" idx="25"/>
          </p:nvPr>
        </p:nvSpPr>
        <p:spPr>
          <a:xfrm>
            <a:off x="20114609" y="7602515"/>
            <a:ext cx="1466192"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149" name="Subtitle…"/>
          <p:cNvSpPr txBox="1">
            <a:spLocks noGrp="1"/>
          </p:cNvSpPr>
          <p:nvPr>
            <p:ph type="body" sz="quarter" idx="26"/>
          </p:nvPr>
        </p:nvSpPr>
        <p:spPr>
          <a:xfrm>
            <a:off x="18533144" y="508000"/>
            <a:ext cx="5250175" cy="1079658"/>
          </a:xfrm>
          <a:prstGeom prst="rect">
            <a:avLst/>
          </a:prstGeom>
        </p:spPr>
        <p:txBody>
          <a:bodyPr>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15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name="Title + body + img section (L) – Grey">
    <p:bg>
      <p:bgPr>
        <a:solidFill>
          <a:srgbClr val="CCCDD1"/>
        </a:solidFill>
        <a:effectLst/>
      </p:bgPr>
    </p:bg>
    <p:spTree>
      <p:nvGrpSpPr>
        <p:cNvPr id="1" name=""/>
        <p:cNvGrpSpPr/>
        <p:nvPr/>
      </p:nvGrpSpPr>
      <p:grpSpPr>
        <a:xfrm>
          <a:off x="0" y="0"/>
          <a:ext cx="0" cy="0"/>
          <a:chOff x="0" y="0"/>
          <a:chExt cx="0" cy="0"/>
        </a:xfrm>
      </p:grpSpPr>
      <p:sp>
        <p:nvSpPr>
          <p:cNvPr id="2168" name="Image"/>
          <p:cNvSpPr>
            <a:spLocks noGrp="1"/>
          </p:cNvSpPr>
          <p:nvPr>
            <p:ph type="pic" idx="21"/>
          </p:nvPr>
        </p:nvSpPr>
        <p:spPr>
          <a:xfrm>
            <a:off x="474662" y="-632287"/>
            <a:ext cx="14980573" cy="14980574"/>
          </a:xfrm>
          <a:prstGeom prst="rect">
            <a:avLst/>
          </a:prstGeom>
        </p:spPr>
        <p:txBody>
          <a:bodyPr lIns="91439" tIns="45719" rIns="91439" bIns="45719">
            <a:noAutofit/>
          </a:bodyPr>
          <a:lstStyle/>
          <a:p>
            <a:endParaRPr/>
          </a:p>
        </p:txBody>
      </p:sp>
      <p:sp>
        <p:nvSpPr>
          <p:cNvPr id="2169" name="Subtitle…"/>
          <p:cNvSpPr txBox="1">
            <a:spLocks noGrp="1"/>
          </p:cNvSpPr>
          <p:nvPr>
            <p:ph type="body" sz="quarter" idx="22"/>
          </p:nvPr>
        </p:nvSpPr>
        <p:spPr>
          <a:xfrm>
            <a:off x="15984300" y="507999"/>
            <a:ext cx="1607033" cy="1079659"/>
          </a:xfrm>
          <a:prstGeom prst="rect">
            <a:avLst/>
          </a:prstGeom>
        </p:spPr>
        <p:txBody>
          <a:bodyPr wrap="none">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170"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15984300" y="2072797"/>
            <a:ext cx="7624314"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171"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17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type="tx">
  <p:cSld name="Title + body + img section (L) – Dark">
    <p:bg>
      <p:bgPr>
        <a:solidFill>
          <a:srgbClr val="000000"/>
        </a:solidFill>
        <a:effectLst/>
      </p:bgPr>
    </p:bg>
    <p:spTree>
      <p:nvGrpSpPr>
        <p:cNvPr id="1" name=""/>
        <p:cNvGrpSpPr/>
        <p:nvPr/>
      </p:nvGrpSpPr>
      <p:grpSpPr>
        <a:xfrm>
          <a:off x="0" y="0"/>
          <a:ext cx="0" cy="0"/>
          <a:chOff x="0" y="0"/>
          <a:chExt cx="0" cy="0"/>
        </a:xfrm>
      </p:grpSpPr>
      <p:sp>
        <p:nvSpPr>
          <p:cNvPr id="2179" name="Image"/>
          <p:cNvSpPr>
            <a:spLocks noGrp="1"/>
          </p:cNvSpPr>
          <p:nvPr>
            <p:ph type="pic" idx="21"/>
          </p:nvPr>
        </p:nvSpPr>
        <p:spPr>
          <a:xfrm>
            <a:off x="474662" y="-632287"/>
            <a:ext cx="14980573" cy="14980574"/>
          </a:xfrm>
          <a:prstGeom prst="rect">
            <a:avLst/>
          </a:prstGeom>
        </p:spPr>
        <p:txBody>
          <a:bodyPr lIns="91439" tIns="45719" rIns="91439" bIns="45719">
            <a:noAutofit/>
          </a:bodyPr>
          <a:lstStyle/>
          <a:p>
            <a:endParaRPr/>
          </a:p>
        </p:txBody>
      </p:sp>
      <p:sp>
        <p:nvSpPr>
          <p:cNvPr id="2180"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181" name="Subtitle…"/>
          <p:cNvSpPr txBox="1">
            <a:spLocks noGrp="1"/>
          </p:cNvSpPr>
          <p:nvPr>
            <p:ph type="body" sz="quarter" idx="23"/>
          </p:nvPr>
        </p:nvSpPr>
        <p:spPr>
          <a:xfrm>
            <a:off x="15984300" y="507999"/>
            <a:ext cx="1607033" cy="1079659"/>
          </a:xfrm>
          <a:prstGeom prst="rect">
            <a:avLst/>
          </a:prstGeom>
        </p:spPr>
        <p:txBody>
          <a:bodyPr wrap="none">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182"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15984300" y="2072797"/>
            <a:ext cx="7624314"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18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type="tx">
  <p:cSld name="Title + body + img section 2 (L) – Grey">
    <p:bg>
      <p:bgPr>
        <a:solidFill>
          <a:srgbClr val="CCCDD1"/>
        </a:solidFill>
        <a:effectLst/>
      </p:bgPr>
    </p:bg>
    <p:spTree>
      <p:nvGrpSpPr>
        <p:cNvPr id="1" name=""/>
        <p:cNvGrpSpPr/>
        <p:nvPr/>
      </p:nvGrpSpPr>
      <p:grpSpPr>
        <a:xfrm>
          <a:off x="0" y="0"/>
          <a:ext cx="0" cy="0"/>
          <a:chOff x="0" y="0"/>
          <a:chExt cx="0" cy="0"/>
        </a:xfrm>
      </p:grpSpPr>
      <p:sp>
        <p:nvSpPr>
          <p:cNvPr id="2201" name="Subtitle…"/>
          <p:cNvSpPr txBox="1">
            <a:spLocks noGrp="1"/>
          </p:cNvSpPr>
          <p:nvPr>
            <p:ph type="body" sz="quarter" idx="21"/>
          </p:nvPr>
        </p:nvSpPr>
        <p:spPr>
          <a:xfrm>
            <a:off x="14923028" y="507999"/>
            <a:ext cx="1607034" cy="1079659"/>
          </a:xfrm>
          <a:prstGeom prst="rect">
            <a:avLst/>
          </a:prstGeom>
        </p:spPr>
        <p:txBody>
          <a:bodyPr wrap="none">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202"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2"/>
          </p:nvPr>
        </p:nvSpPr>
        <p:spPr>
          <a:xfrm>
            <a:off x="14923028" y="2072797"/>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203" name="Image"/>
          <p:cNvSpPr>
            <a:spLocks noGrp="1"/>
          </p:cNvSpPr>
          <p:nvPr>
            <p:ph type="pic" idx="23"/>
          </p:nvPr>
        </p:nvSpPr>
        <p:spPr>
          <a:xfrm>
            <a:off x="512633" y="-57064"/>
            <a:ext cx="13830129" cy="13830128"/>
          </a:xfrm>
          <a:prstGeom prst="rect">
            <a:avLst/>
          </a:prstGeom>
        </p:spPr>
        <p:txBody>
          <a:bodyPr lIns="91439" tIns="45719" rIns="91439" bIns="45719">
            <a:noAutofit/>
          </a:bodyPr>
          <a:lstStyle/>
          <a:p>
            <a:endParaRPr/>
          </a:p>
        </p:txBody>
      </p:sp>
      <p:sp>
        <p:nvSpPr>
          <p:cNvPr id="2204"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20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name="Title + body + img section 2 (L) – Dark">
    <p:bg>
      <p:bgPr>
        <a:solidFill>
          <a:srgbClr val="000000"/>
        </a:solidFill>
        <a:effectLst/>
      </p:bgPr>
    </p:bg>
    <p:spTree>
      <p:nvGrpSpPr>
        <p:cNvPr id="1" name=""/>
        <p:cNvGrpSpPr/>
        <p:nvPr/>
      </p:nvGrpSpPr>
      <p:grpSpPr>
        <a:xfrm>
          <a:off x="0" y="0"/>
          <a:ext cx="0" cy="0"/>
          <a:chOff x="0" y="0"/>
          <a:chExt cx="0" cy="0"/>
        </a:xfrm>
      </p:grpSpPr>
      <p:sp>
        <p:nvSpPr>
          <p:cNvPr id="2212" name="Image"/>
          <p:cNvSpPr>
            <a:spLocks noGrp="1"/>
          </p:cNvSpPr>
          <p:nvPr>
            <p:ph type="pic" idx="21"/>
          </p:nvPr>
        </p:nvSpPr>
        <p:spPr>
          <a:xfrm>
            <a:off x="512633" y="-57064"/>
            <a:ext cx="13830129" cy="13830128"/>
          </a:xfrm>
          <a:prstGeom prst="rect">
            <a:avLst/>
          </a:prstGeom>
        </p:spPr>
        <p:txBody>
          <a:bodyPr lIns="91439" tIns="45719" rIns="91439" bIns="45719">
            <a:noAutofit/>
          </a:bodyPr>
          <a:lstStyle/>
          <a:p>
            <a:endParaRPr/>
          </a:p>
        </p:txBody>
      </p:sp>
      <p:sp>
        <p:nvSpPr>
          <p:cNvPr id="2213"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214" name="Subtitle…"/>
          <p:cNvSpPr txBox="1">
            <a:spLocks noGrp="1"/>
          </p:cNvSpPr>
          <p:nvPr>
            <p:ph type="body" sz="quarter" idx="23"/>
          </p:nvPr>
        </p:nvSpPr>
        <p:spPr>
          <a:xfrm>
            <a:off x="14923028" y="507999"/>
            <a:ext cx="1607034" cy="1079659"/>
          </a:xfrm>
          <a:prstGeom prst="rect">
            <a:avLst/>
          </a:prstGeom>
        </p:spPr>
        <p:txBody>
          <a:bodyPr wrap="none">
            <a:spAutoFit/>
          </a:bodyPr>
          <a:lstStyle/>
          <a:p>
            <a:pPr>
              <a:defRPr sz="3400" spc="-34">
                <a:solidFill>
                  <a:srgbClr val="FFFFFF">
                    <a:alpha val="50000"/>
                  </a:srgbClr>
                </a:solidFill>
              </a:defRPr>
            </a:pPr>
            <a:r>
              <a:t>Subtitle</a:t>
            </a:r>
          </a:p>
          <a:p>
            <a:pPr defTabSz="457200">
              <a:lnSpc>
                <a:spcPct val="100000"/>
              </a:lnSpc>
              <a:defRPr sz="3400" spc="-34">
                <a:solidFill>
                  <a:srgbClr val="FFFFFF"/>
                </a:solidFill>
              </a:defRPr>
            </a:pPr>
            <a:r>
              <a:t>Title</a:t>
            </a:r>
          </a:p>
        </p:txBody>
      </p:sp>
      <p:sp>
        <p:nvSpPr>
          <p:cNvPr id="221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4"/>
          </p:nvPr>
        </p:nvSpPr>
        <p:spPr>
          <a:xfrm>
            <a:off x="14923028" y="2072797"/>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21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type="tx">
  <p:cSld name="Title + body + img section 3 (L) – Grey">
    <p:bg>
      <p:bgPr>
        <a:solidFill>
          <a:srgbClr val="CCCDD1"/>
        </a:solidFill>
        <a:effectLst/>
      </p:bgPr>
    </p:bg>
    <p:spTree>
      <p:nvGrpSpPr>
        <p:cNvPr id="1" name=""/>
        <p:cNvGrpSpPr/>
        <p:nvPr/>
      </p:nvGrpSpPr>
      <p:grpSpPr>
        <a:xfrm>
          <a:off x="0" y="0"/>
          <a:ext cx="0" cy="0"/>
          <a:chOff x="0" y="0"/>
          <a:chExt cx="0" cy="0"/>
        </a:xfrm>
      </p:grpSpPr>
      <p:sp>
        <p:nvSpPr>
          <p:cNvPr id="2234"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1"/>
          </p:nvPr>
        </p:nvSpPr>
        <p:spPr>
          <a:xfrm>
            <a:off x="13818035" y="2072797"/>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235" name="Image"/>
          <p:cNvSpPr>
            <a:spLocks noGrp="1"/>
          </p:cNvSpPr>
          <p:nvPr>
            <p:ph type="pic" idx="22"/>
          </p:nvPr>
        </p:nvSpPr>
        <p:spPr>
          <a:xfrm>
            <a:off x="468586" y="443167"/>
            <a:ext cx="12829666" cy="12829666"/>
          </a:xfrm>
          <a:prstGeom prst="rect">
            <a:avLst/>
          </a:prstGeom>
        </p:spPr>
        <p:txBody>
          <a:bodyPr lIns="91439" tIns="45719" rIns="91439" bIns="45719">
            <a:noAutofit/>
          </a:bodyPr>
          <a:lstStyle/>
          <a:p>
            <a:endParaRPr/>
          </a:p>
        </p:txBody>
      </p:sp>
      <p:sp>
        <p:nvSpPr>
          <p:cNvPr id="2236"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237" name="Subtitle…"/>
          <p:cNvSpPr txBox="1">
            <a:spLocks noGrp="1"/>
          </p:cNvSpPr>
          <p:nvPr>
            <p:ph type="body" sz="quarter" idx="24"/>
          </p:nvPr>
        </p:nvSpPr>
        <p:spPr>
          <a:xfrm>
            <a:off x="13818035" y="508000"/>
            <a:ext cx="1641578" cy="1079658"/>
          </a:xfrm>
          <a:prstGeom prst="rect">
            <a:avLst/>
          </a:prstGeom>
        </p:spPr>
        <p:txBody>
          <a:bodyPr wrap="none">
            <a:spAutoFit/>
          </a:bodyPr>
          <a:lstStyle/>
          <a:p>
            <a:pPr>
              <a:defRPr sz="3400" spc="0">
                <a:solidFill>
                  <a:srgbClr val="FFFFFF">
                    <a:alpha val="50000"/>
                  </a:srgbClr>
                </a:solidFill>
              </a:defRPr>
            </a:pPr>
            <a:r>
              <a:t>Subtitle</a:t>
            </a:r>
          </a:p>
          <a:p>
            <a:pPr>
              <a:defRPr sz="3400" spc="0">
                <a:solidFill>
                  <a:srgbClr val="FFFFFF"/>
                </a:solidFill>
              </a:defRPr>
            </a:pPr>
            <a:r>
              <a:t>Title</a:t>
            </a:r>
          </a:p>
        </p:txBody>
      </p:sp>
      <p:sp>
        <p:nvSpPr>
          <p:cNvPr id="223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type="tx">
  <p:cSld name="Title + body + img section 3 (L) – Dark">
    <p:bg>
      <p:bgPr>
        <a:solidFill>
          <a:srgbClr val="000000"/>
        </a:solidFill>
        <a:effectLst/>
      </p:bgPr>
    </p:bg>
    <p:spTree>
      <p:nvGrpSpPr>
        <p:cNvPr id="1" name=""/>
        <p:cNvGrpSpPr/>
        <p:nvPr/>
      </p:nvGrpSpPr>
      <p:grpSpPr>
        <a:xfrm>
          <a:off x="0" y="0"/>
          <a:ext cx="0" cy="0"/>
          <a:chOff x="0" y="0"/>
          <a:chExt cx="0" cy="0"/>
        </a:xfrm>
      </p:grpSpPr>
      <p:sp>
        <p:nvSpPr>
          <p:cNvPr id="2245" name="Image"/>
          <p:cNvSpPr>
            <a:spLocks noGrp="1"/>
          </p:cNvSpPr>
          <p:nvPr>
            <p:ph type="pic" idx="21"/>
          </p:nvPr>
        </p:nvSpPr>
        <p:spPr>
          <a:xfrm>
            <a:off x="468586" y="443167"/>
            <a:ext cx="12829666" cy="12829666"/>
          </a:xfrm>
          <a:prstGeom prst="rect">
            <a:avLst/>
          </a:prstGeom>
        </p:spPr>
        <p:txBody>
          <a:bodyPr lIns="91439" tIns="45719" rIns="91439" bIns="45719">
            <a:noAutofit/>
          </a:bodyPr>
          <a:lstStyle/>
          <a:p>
            <a:endParaRPr/>
          </a:p>
        </p:txBody>
      </p:sp>
      <p:sp>
        <p:nvSpPr>
          <p:cNvPr id="2246"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247"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13818035" y="2072797"/>
            <a:ext cx="7624315" cy="2078043"/>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248" name="Subtitle…"/>
          <p:cNvSpPr txBox="1">
            <a:spLocks noGrp="1"/>
          </p:cNvSpPr>
          <p:nvPr>
            <p:ph type="body" sz="quarter" idx="24"/>
          </p:nvPr>
        </p:nvSpPr>
        <p:spPr>
          <a:xfrm>
            <a:off x="13818035" y="508000"/>
            <a:ext cx="1641578" cy="1079658"/>
          </a:xfrm>
          <a:prstGeom prst="rect">
            <a:avLst/>
          </a:prstGeom>
        </p:spPr>
        <p:txBody>
          <a:bodyPr wrap="none">
            <a:spAutoFit/>
          </a:bodyPr>
          <a:lstStyle/>
          <a:p>
            <a:pPr>
              <a:defRPr sz="3400" spc="0">
                <a:solidFill>
                  <a:srgbClr val="FFFFFF">
                    <a:alpha val="50000"/>
                  </a:srgbClr>
                </a:solidFill>
              </a:defRPr>
            </a:pPr>
            <a:r>
              <a:t>Subtitle</a:t>
            </a:r>
          </a:p>
          <a:p>
            <a:pPr>
              <a:defRPr sz="3400" spc="0">
                <a:solidFill>
                  <a:srgbClr val="FFFFFF"/>
                </a:solidFill>
              </a:defRPr>
            </a:pPr>
            <a:r>
              <a:t>Title</a:t>
            </a:r>
          </a:p>
        </p:txBody>
      </p:sp>
      <p:sp>
        <p:nvSpPr>
          <p:cNvPr id="224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type="tx">
  <p:cSld name="Categories – Grey">
    <p:bg>
      <p:bgPr>
        <a:solidFill>
          <a:srgbClr val="CCCDD1"/>
        </a:solidFill>
        <a:effectLst/>
      </p:bgPr>
    </p:bg>
    <p:spTree>
      <p:nvGrpSpPr>
        <p:cNvPr id="1" name=""/>
        <p:cNvGrpSpPr/>
        <p:nvPr/>
      </p:nvGrpSpPr>
      <p:grpSpPr>
        <a:xfrm>
          <a:off x="0" y="0"/>
          <a:ext cx="0" cy="0"/>
          <a:chOff x="0" y="0"/>
          <a:chExt cx="0" cy="0"/>
        </a:xfrm>
      </p:grpSpPr>
      <p:sp>
        <p:nvSpPr>
          <p:cNvPr id="2287"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288"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2"/>
          </p:nvPr>
        </p:nvSpPr>
        <p:spPr>
          <a:xfrm>
            <a:off x="537007" y="8614108"/>
            <a:ext cx="4951299" cy="4593892"/>
          </a:xfrm>
          <a:prstGeom prst="rect">
            <a:avLst/>
          </a:prstGeom>
        </p:spPr>
        <p:txBody>
          <a:bodyPr anchor="b">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289" name="Category"/>
          <p:cNvSpPr>
            <a:spLocks noGrp="1"/>
          </p:cNvSpPr>
          <p:nvPr>
            <p:ph type="body" sz="quarter" idx="23"/>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290" name="Category"/>
          <p:cNvSpPr>
            <a:spLocks noGrp="1"/>
          </p:cNvSpPr>
          <p:nvPr>
            <p:ph type="body" sz="quarter" idx="24"/>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291" name="Rounded Rectangle"/>
          <p:cNvSpPr/>
          <p:nvPr/>
        </p:nvSpPr>
        <p:spPr>
          <a:xfrm>
            <a:off x="16385192" y="9160380"/>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292" name="Rounded Rectangle"/>
          <p:cNvSpPr/>
          <p:nvPr/>
        </p:nvSpPr>
        <p:spPr>
          <a:xfrm>
            <a:off x="8623805" y="9160380"/>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293" name="Rounded Rectangle"/>
          <p:cNvSpPr/>
          <p:nvPr/>
        </p:nvSpPr>
        <p:spPr>
          <a:xfrm>
            <a:off x="16385192" y="4834189"/>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294" name="Rounded Rectangle"/>
          <p:cNvSpPr/>
          <p:nvPr/>
        </p:nvSpPr>
        <p:spPr>
          <a:xfrm>
            <a:off x="16385192" y="507999"/>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295" name="Rounded Rectangle"/>
          <p:cNvSpPr/>
          <p:nvPr/>
        </p:nvSpPr>
        <p:spPr>
          <a:xfrm>
            <a:off x="8623805" y="4834189"/>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296" name="Rounded Rectangle"/>
          <p:cNvSpPr/>
          <p:nvPr/>
        </p:nvSpPr>
        <p:spPr>
          <a:xfrm>
            <a:off x="8623805" y="507999"/>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297" name="Category 1…"/>
          <p:cNvSpPr txBox="1">
            <a:spLocks noGrp="1"/>
          </p:cNvSpPr>
          <p:nvPr>
            <p:ph type="body" sz="quarter" idx="25"/>
          </p:nvPr>
        </p:nvSpPr>
        <p:spPr>
          <a:xfrm>
            <a:off x="8928647" y="850352"/>
            <a:ext cx="6852203" cy="1120653"/>
          </a:xfrm>
          <a:prstGeom prst="rect">
            <a:avLst/>
          </a:prstGeom>
        </p:spPr>
        <p:txBody>
          <a:bodyPr>
            <a:spAutoFit/>
          </a:bodyPr>
          <a:lstStyle/>
          <a:p>
            <a:pPr>
              <a:lnSpc>
                <a:spcPct val="60000"/>
              </a:lnSpc>
              <a:defRPr sz="2000" spc="0">
                <a:solidFill>
                  <a:srgbClr val="FFFFFF">
                    <a:alpha val="50000"/>
                  </a:srgbClr>
                </a:solidFill>
              </a:defRPr>
            </a:pPr>
            <a:r>
              <a:t>Category 1</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298" name="Lorem ipsum dolor sit amet, consectetur adipiscing elit, sed do eiusmod tempor incididunt ut labore et dolore magna aliqua."/>
          <p:cNvSpPr txBox="1">
            <a:spLocks noGrp="1"/>
          </p:cNvSpPr>
          <p:nvPr>
            <p:ph type="body" sz="quarter" idx="26"/>
          </p:nvPr>
        </p:nvSpPr>
        <p:spPr>
          <a:xfrm>
            <a:off x="8928647" y="3104508"/>
            <a:ext cx="6852203" cy="1108760"/>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299" name="Caption"/>
          <p:cNvSpPr txBox="1"/>
          <p:nvPr/>
        </p:nvSpPr>
        <p:spPr>
          <a:xfrm>
            <a:off x="537007" y="437468"/>
            <a:ext cx="5196234" cy="41173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60000"/>
              </a:lnSpc>
              <a:defRPr sz="2000" spc="0">
                <a:solidFill>
                  <a:srgbClr val="FFFFFF">
                    <a:alpha val="50000"/>
                  </a:srgbClr>
                </a:solidFill>
              </a:defRPr>
            </a:lvl1pPr>
          </a:lstStyle>
          <a:p>
            <a:r>
              <a:t>Caption</a:t>
            </a:r>
          </a:p>
        </p:txBody>
      </p:sp>
      <p:sp>
        <p:nvSpPr>
          <p:cNvPr id="2300" name="Title of section…"/>
          <p:cNvSpPr txBox="1"/>
          <p:nvPr/>
        </p:nvSpPr>
        <p:spPr>
          <a:xfrm>
            <a:off x="537007" y="788897"/>
            <a:ext cx="5470681" cy="18673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90000"/>
              </a:lnSpc>
              <a:defRPr sz="6000" spc="-180">
                <a:solidFill>
                  <a:srgbClr val="FFFFFF"/>
                </a:solidFill>
              </a:defRPr>
            </a:pPr>
            <a:r>
              <a:t>Title of section</a:t>
            </a:r>
          </a:p>
          <a:p>
            <a:pPr>
              <a:lnSpc>
                <a:spcPct val="90000"/>
              </a:lnSpc>
              <a:defRPr sz="6000" spc="-180">
                <a:solidFill>
                  <a:srgbClr val="FFFFFF">
                    <a:alpha val="50000"/>
                  </a:srgbClr>
                </a:solidFill>
              </a:defRPr>
            </a:pPr>
            <a:r>
              <a:t>Subtitle</a:t>
            </a:r>
          </a:p>
        </p:txBody>
      </p:sp>
      <p:sp>
        <p:nvSpPr>
          <p:cNvPr id="2301" name="Category 2…"/>
          <p:cNvSpPr txBox="1">
            <a:spLocks noGrp="1"/>
          </p:cNvSpPr>
          <p:nvPr>
            <p:ph type="body" sz="quarter" idx="27"/>
          </p:nvPr>
        </p:nvSpPr>
        <p:spPr>
          <a:xfrm>
            <a:off x="16690035" y="850352"/>
            <a:ext cx="6852203" cy="1120653"/>
          </a:xfrm>
          <a:prstGeom prst="rect">
            <a:avLst/>
          </a:prstGeom>
        </p:spPr>
        <p:txBody>
          <a:bodyPr>
            <a:spAutoFit/>
          </a:bodyPr>
          <a:lstStyle/>
          <a:p>
            <a:pPr>
              <a:lnSpc>
                <a:spcPct val="60000"/>
              </a:lnSpc>
              <a:defRPr sz="2000" spc="0">
                <a:solidFill>
                  <a:srgbClr val="FFFFFF">
                    <a:alpha val="50000"/>
                  </a:srgbClr>
                </a:solidFill>
              </a:defRPr>
            </a:pPr>
            <a:r>
              <a:t>Category 2</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02" name="Lorem ipsum dolor sit amet, consectetur adipiscing elit, sed do eiusmod tempor incididunt ut labore et dolore magna aliqua."/>
          <p:cNvSpPr txBox="1">
            <a:spLocks noGrp="1"/>
          </p:cNvSpPr>
          <p:nvPr>
            <p:ph type="body" sz="quarter" idx="28"/>
          </p:nvPr>
        </p:nvSpPr>
        <p:spPr>
          <a:xfrm>
            <a:off x="16690035" y="3104508"/>
            <a:ext cx="6852203" cy="1108760"/>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03" name="Category 3…"/>
          <p:cNvSpPr txBox="1">
            <a:spLocks noGrp="1"/>
          </p:cNvSpPr>
          <p:nvPr>
            <p:ph type="body" sz="quarter" idx="29"/>
          </p:nvPr>
        </p:nvSpPr>
        <p:spPr>
          <a:xfrm>
            <a:off x="8928647" y="5176542"/>
            <a:ext cx="6852203" cy="1120653"/>
          </a:xfrm>
          <a:prstGeom prst="rect">
            <a:avLst/>
          </a:prstGeom>
        </p:spPr>
        <p:txBody>
          <a:bodyPr>
            <a:spAutoFit/>
          </a:bodyPr>
          <a:lstStyle/>
          <a:p>
            <a:pPr>
              <a:lnSpc>
                <a:spcPct val="60000"/>
              </a:lnSpc>
              <a:defRPr sz="2000" spc="0">
                <a:solidFill>
                  <a:srgbClr val="FFFFFF">
                    <a:alpha val="50000"/>
                  </a:srgbClr>
                </a:solidFill>
              </a:defRPr>
            </a:pPr>
            <a:r>
              <a:t>Category 3</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04" name="Lorem ipsum dolor sit amet, consectetur adipiscing elit, sed do eiusmod tempor incididunt ut labore et dolore magna aliqua."/>
          <p:cNvSpPr txBox="1">
            <a:spLocks noGrp="1"/>
          </p:cNvSpPr>
          <p:nvPr>
            <p:ph type="body" sz="quarter" idx="30"/>
          </p:nvPr>
        </p:nvSpPr>
        <p:spPr>
          <a:xfrm>
            <a:off x="8928647" y="7430699"/>
            <a:ext cx="6852203" cy="1108759"/>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05" name="Category 4…"/>
          <p:cNvSpPr txBox="1">
            <a:spLocks noGrp="1"/>
          </p:cNvSpPr>
          <p:nvPr>
            <p:ph type="body" sz="quarter" idx="31"/>
          </p:nvPr>
        </p:nvSpPr>
        <p:spPr>
          <a:xfrm>
            <a:off x="16690035" y="5176542"/>
            <a:ext cx="6852203" cy="1120653"/>
          </a:xfrm>
          <a:prstGeom prst="rect">
            <a:avLst/>
          </a:prstGeom>
        </p:spPr>
        <p:txBody>
          <a:bodyPr>
            <a:spAutoFit/>
          </a:bodyPr>
          <a:lstStyle/>
          <a:p>
            <a:pPr>
              <a:lnSpc>
                <a:spcPct val="60000"/>
              </a:lnSpc>
              <a:defRPr sz="2000" spc="0">
                <a:solidFill>
                  <a:srgbClr val="FFFFFF">
                    <a:alpha val="50000"/>
                  </a:srgbClr>
                </a:solidFill>
              </a:defRPr>
            </a:pPr>
            <a:r>
              <a:t>Category 4</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06" name="Lorem ipsum dolor sit amet, consectetur adipiscing elit, sed do eiusmod tempor incididunt ut labore et dolore magna aliqua."/>
          <p:cNvSpPr txBox="1">
            <a:spLocks noGrp="1"/>
          </p:cNvSpPr>
          <p:nvPr>
            <p:ph type="body" sz="quarter" idx="32"/>
          </p:nvPr>
        </p:nvSpPr>
        <p:spPr>
          <a:xfrm>
            <a:off x="16690035" y="7430699"/>
            <a:ext cx="6852203" cy="1108759"/>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07" name="Category 5…"/>
          <p:cNvSpPr txBox="1">
            <a:spLocks noGrp="1"/>
          </p:cNvSpPr>
          <p:nvPr>
            <p:ph type="body" sz="quarter" idx="33"/>
          </p:nvPr>
        </p:nvSpPr>
        <p:spPr>
          <a:xfrm>
            <a:off x="8928647" y="9502732"/>
            <a:ext cx="6852203" cy="1120653"/>
          </a:xfrm>
          <a:prstGeom prst="rect">
            <a:avLst/>
          </a:prstGeom>
        </p:spPr>
        <p:txBody>
          <a:bodyPr>
            <a:spAutoFit/>
          </a:bodyPr>
          <a:lstStyle/>
          <a:p>
            <a:pPr>
              <a:lnSpc>
                <a:spcPct val="60000"/>
              </a:lnSpc>
              <a:defRPr sz="2000" spc="0">
                <a:solidFill>
                  <a:srgbClr val="FFFFFF">
                    <a:alpha val="50000"/>
                  </a:srgbClr>
                </a:solidFill>
              </a:defRPr>
            </a:pPr>
            <a:r>
              <a:t>Category 5</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08" name="Lorem ipsum dolor sit amet, consectetur adipiscing elit, sed do eiusmod tempor incididunt ut labore et dolore magna aliqua."/>
          <p:cNvSpPr txBox="1">
            <a:spLocks noGrp="1"/>
          </p:cNvSpPr>
          <p:nvPr>
            <p:ph type="body" sz="quarter" idx="34"/>
          </p:nvPr>
        </p:nvSpPr>
        <p:spPr>
          <a:xfrm>
            <a:off x="8928647" y="11756889"/>
            <a:ext cx="6852203" cy="1108760"/>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09" name="Category 6…"/>
          <p:cNvSpPr txBox="1">
            <a:spLocks noGrp="1"/>
          </p:cNvSpPr>
          <p:nvPr>
            <p:ph type="body" sz="quarter" idx="35"/>
          </p:nvPr>
        </p:nvSpPr>
        <p:spPr>
          <a:xfrm>
            <a:off x="16690035" y="9502732"/>
            <a:ext cx="6852203" cy="1120653"/>
          </a:xfrm>
          <a:prstGeom prst="rect">
            <a:avLst/>
          </a:prstGeom>
        </p:spPr>
        <p:txBody>
          <a:bodyPr>
            <a:spAutoFit/>
          </a:bodyPr>
          <a:lstStyle/>
          <a:p>
            <a:pPr>
              <a:lnSpc>
                <a:spcPct val="60000"/>
              </a:lnSpc>
              <a:defRPr sz="2000" spc="0">
                <a:solidFill>
                  <a:srgbClr val="FFFFFF">
                    <a:alpha val="50000"/>
                  </a:srgbClr>
                </a:solidFill>
              </a:defRPr>
            </a:pPr>
            <a:r>
              <a:t>Category 6</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10" name="Lorem ipsum dolor sit amet, consectetur adipiscing elit, sed do eiusmod tempor incididunt ut labore et dolore magna aliqua."/>
          <p:cNvSpPr txBox="1">
            <a:spLocks noGrp="1"/>
          </p:cNvSpPr>
          <p:nvPr>
            <p:ph type="body" sz="quarter" idx="36"/>
          </p:nvPr>
        </p:nvSpPr>
        <p:spPr>
          <a:xfrm>
            <a:off x="16690035" y="11756889"/>
            <a:ext cx="6852203" cy="1108760"/>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1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type="tx">
  <p:cSld name="Categories – Dark">
    <p:bg>
      <p:bgPr>
        <a:solidFill>
          <a:srgbClr val="000000"/>
        </a:solidFill>
        <a:effectLst/>
      </p:bgPr>
    </p:bg>
    <p:spTree>
      <p:nvGrpSpPr>
        <p:cNvPr id="1" name=""/>
        <p:cNvGrpSpPr/>
        <p:nvPr/>
      </p:nvGrpSpPr>
      <p:grpSpPr>
        <a:xfrm>
          <a:off x="0" y="0"/>
          <a:ext cx="0" cy="0"/>
          <a:chOff x="0" y="0"/>
          <a:chExt cx="0" cy="0"/>
        </a:xfrm>
      </p:grpSpPr>
      <p:sp>
        <p:nvSpPr>
          <p:cNvPr id="2318" name="Rounded Rectangle"/>
          <p:cNvSpPr/>
          <p:nvPr/>
        </p:nvSpPr>
        <p:spPr>
          <a:xfrm>
            <a:off x="16385192" y="9160380"/>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19" name="Rounded Rectangle"/>
          <p:cNvSpPr/>
          <p:nvPr/>
        </p:nvSpPr>
        <p:spPr>
          <a:xfrm>
            <a:off x="8623805" y="9160380"/>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20" name="Rounded Rectangle"/>
          <p:cNvSpPr/>
          <p:nvPr/>
        </p:nvSpPr>
        <p:spPr>
          <a:xfrm>
            <a:off x="16385192" y="4834189"/>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21" name="Rounded Rectangle"/>
          <p:cNvSpPr/>
          <p:nvPr/>
        </p:nvSpPr>
        <p:spPr>
          <a:xfrm>
            <a:off x="16385192" y="507999"/>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22" name="Rounded Rectangle"/>
          <p:cNvSpPr/>
          <p:nvPr/>
        </p:nvSpPr>
        <p:spPr>
          <a:xfrm>
            <a:off x="8623805" y="4834189"/>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23" name="Rounded Rectangle"/>
          <p:cNvSpPr/>
          <p:nvPr/>
        </p:nvSpPr>
        <p:spPr>
          <a:xfrm>
            <a:off x="8623805" y="507999"/>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24"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32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2"/>
          </p:nvPr>
        </p:nvSpPr>
        <p:spPr>
          <a:xfrm>
            <a:off x="537007" y="8614108"/>
            <a:ext cx="4951299" cy="4593892"/>
          </a:xfrm>
          <a:prstGeom prst="rect">
            <a:avLst/>
          </a:prstGeom>
        </p:spPr>
        <p:txBody>
          <a:bodyPr anchor="b">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26" name="Category"/>
          <p:cNvSpPr>
            <a:spLocks noGrp="1"/>
          </p:cNvSpPr>
          <p:nvPr>
            <p:ph type="body" sz="quarter" idx="23"/>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327" name="Category"/>
          <p:cNvSpPr>
            <a:spLocks noGrp="1"/>
          </p:cNvSpPr>
          <p:nvPr>
            <p:ph type="body" sz="quarter" idx="24"/>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328" name="Category 1…"/>
          <p:cNvSpPr txBox="1">
            <a:spLocks noGrp="1"/>
          </p:cNvSpPr>
          <p:nvPr>
            <p:ph type="body" sz="quarter" idx="25"/>
          </p:nvPr>
        </p:nvSpPr>
        <p:spPr>
          <a:xfrm>
            <a:off x="8928647" y="850352"/>
            <a:ext cx="6852203" cy="1120653"/>
          </a:xfrm>
          <a:prstGeom prst="rect">
            <a:avLst/>
          </a:prstGeom>
        </p:spPr>
        <p:txBody>
          <a:bodyPr>
            <a:spAutoFit/>
          </a:bodyPr>
          <a:lstStyle/>
          <a:p>
            <a:pPr>
              <a:lnSpc>
                <a:spcPct val="60000"/>
              </a:lnSpc>
              <a:defRPr sz="2000" spc="0">
                <a:solidFill>
                  <a:srgbClr val="FFFFFF">
                    <a:alpha val="50000"/>
                  </a:srgbClr>
                </a:solidFill>
              </a:defRPr>
            </a:pPr>
            <a:r>
              <a:t>Category 1</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29" name="Lorem ipsum dolor sit amet, consectetur adipiscing elit, sed do eiusmod tempor incididunt ut labore et dolore magna aliqua."/>
          <p:cNvSpPr txBox="1">
            <a:spLocks noGrp="1"/>
          </p:cNvSpPr>
          <p:nvPr>
            <p:ph type="body" sz="quarter" idx="26"/>
          </p:nvPr>
        </p:nvSpPr>
        <p:spPr>
          <a:xfrm>
            <a:off x="8928647" y="3104508"/>
            <a:ext cx="6852203" cy="1108760"/>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30" name="Caption"/>
          <p:cNvSpPr txBox="1">
            <a:spLocks noGrp="1"/>
          </p:cNvSpPr>
          <p:nvPr>
            <p:ph type="body" sz="quarter" idx="27"/>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331" name="Title of section…"/>
          <p:cNvSpPr txBox="1">
            <a:spLocks noGrp="1"/>
          </p:cNvSpPr>
          <p:nvPr>
            <p:ph type="body" sz="quarter" idx="28"/>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332" name="Category 2…"/>
          <p:cNvSpPr txBox="1">
            <a:spLocks noGrp="1"/>
          </p:cNvSpPr>
          <p:nvPr>
            <p:ph type="body" sz="quarter" idx="29"/>
          </p:nvPr>
        </p:nvSpPr>
        <p:spPr>
          <a:xfrm>
            <a:off x="16690035" y="850352"/>
            <a:ext cx="6852203" cy="1120653"/>
          </a:xfrm>
          <a:prstGeom prst="rect">
            <a:avLst/>
          </a:prstGeom>
        </p:spPr>
        <p:txBody>
          <a:bodyPr>
            <a:spAutoFit/>
          </a:bodyPr>
          <a:lstStyle/>
          <a:p>
            <a:pPr>
              <a:lnSpc>
                <a:spcPct val="60000"/>
              </a:lnSpc>
              <a:defRPr sz="2000" spc="0">
                <a:solidFill>
                  <a:srgbClr val="FFFFFF">
                    <a:alpha val="50000"/>
                  </a:srgbClr>
                </a:solidFill>
              </a:defRPr>
            </a:pPr>
            <a:r>
              <a:t>Category 2</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33" name="Lorem ipsum dolor sit amet, consectetur adipiscing elit, sed do eiusmod tempor incididunt ut labore et dolore magna aliqua."/>
          <p:cNvSpPr txBox="1">
            <a:spLocks noGrp="1"/>
          </p:cNvSpPr>
          <p:nvPr>
            <p:ph type="body" sz="quarter" idx="30"/>
          </p:nvPr>
        </p:nvSpPr>
        <p:spPr>
          <a:xfrm>
            <a:off x="16690035" y="3104508"/>
            <a:ext cx="6852203" cy="1108760"/>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34" name="Category 3…"/>
          <p:cNvSpPr txBox="1">
            <a:spLocks noGrp="1"/>
          </p:cNvSpPr>
          <p:nvPr>
            <p:ph type="body" sz="quarter" idx="31"/>
          </p:nvPr>
        </p:nvSpPr>
        <p:spPr>
          <a:xfrm>
            <a:off x="8928647" y="5176542"/>
            <a:ext cx="6852203" cy="1120653"/>
          </a:xfrm>
          <a:prstGeom prst="rect">
            <a:avLst/>
          </a:prstGeom>
        </p:spPr>
        <p:txBody>
          <a:bodyPr>
            <a:spAutoFit/>
          </a:bodyPr>
          <a:lstStyle/>
          <a:p>
            <a:pPr>
              <a:lnSpc>
                <a:spcPct val="60000"/>
              </a:lnSpc>
              <a:defRPr sz="2000" spc="0">
                <a:solidFill>
                  <a:srgbClr val="FFFFFF">
                    <a:alpha val="50000"/>
                  </a:srgbClr>
                </a:solidFill>
              </a:defRPr>
            </a:pPr>
            <a:r>
              <a:t>Category 3</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35" name="Lorem ipsum dolor sit amet, consectetur adipiscing elit, sed do eiusmod tempor incididunt ut labore et dolore magna aliqua."/>
          <p:cNvSpPr txBox="1">
            <a:spLocks noGrp="1"/>
          </p:cNvSpPr>
          <p:nvPr>
            <p:ph type="body" sz="quarter" idx="32"/>
          </p:nvPr>
        </p:nvSpPr>
        <p:spPr>
          <a:xfrm>
            <a:off x="8928647" y="7430699"/>
            <a:ext cx="6852203" cy="1108759"/>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36" name="Category 4…"/>
          <p:cNvSpPr txBox="1">
            <a:spLocks noGrp="1"/>
          </p:cNvSpPr>
          <p:nvPr>
            <p:ph type="body" sz="quarter" idx="33"/>
          </p:nvPr>
        </p:nvSpPr>
        <p:spPr>
          <a:xfrm>
            <a:off x="16690035" y="5176542"/>
            <a:ext cx="6852203" cy="1120653"/>
          </a:xfrm>
          <a:prstGeom prst="rect">
            <a:avLst/>
          </a:prstGeom>
        </p:spPr>
        <p:txBody>
          <a:bodyPr>
            <a:spAutoFit/>
          </a:bodyPr>
          <a:lstStyle/>
          <a:p>
            <a:pPr>
              <a:lnSpc>
                <a:spcPct val="60000"/>
              </a:lnSpc>
              <a:defRPr sz="2000" spc="0">
                <a:solidFill>
                  <a:srgbClr val="FFFFFF">
                    <a:alpha val="50000"/>
                  </a:srgbClr>
                </a:solidFill>
              </a:defRPr>
            </a:pPr>
            <a:r>
              <a:t>Category 4</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37" name="Lorem ipsum dolor sit amet, consectetur adipiscing elit, sed do eiusmod tempor incididunt ut labore et dolore magna aliqua."/>
          <p:cNvSpPr txBox="1">
            <a:spLocks noGrp="1"/>
          </p:cNvSpPr>
          <p:nvPr>
            <p:ph type="body" sz="quarter" idx="34"/>
          </p:nvPr>
        </p:nvSpPr>
        <p:spPr>
          <a:xfrm>
            <a:off x="16690035" y="7430699"/>
            <a:ext cx="6852203" cy="1108759"/>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38" name="Category 5…"/>
          <p:cNvSpPr txBox="1">
            <a:spLocks noGrp="1"/>
          </p:cNvSpPr>
          <p:nvPr>
            <p:ph type="body" sz="quarter" idx="35"/>
          </p:nvPr>
        </p:nvSpPr>
        <p:spPr>
          <a:xfrm>
            <a:off x="8928647" y="9502732"/>
            <a:ext cx="6852203" cy="1120653"/>
          </a:xfrm>
          <a:prstGeom prst="rect">
            <a:avLst/>
          </a:prstGeom>
        </p:spPr>
        <p:txBody>
          <a:bodyPr>
            <a:spAutoFit/>
          </a:bodyPr>
          <a:lstStyle/>
          <a:p>
            <a:pPr>
              <a:lnSpc>
                <a:spcPct val="60000"/>
              </a:lnSpc>
              <a:defRPr sz="2000" spc="0">
                <a:solidFill>
                  <a:srgbClr val="FFFFFF">
                    <a:alpha val="50000"/>
                  </a:srgbClr>
                </a:solidFill>
              </a:defRPr>
            </a:pPr>
            <a:r>
              <a:t>Category 5</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39" name="Lorem ipsum dolor sit amet, consectetur adipiscing elit, sed do eiusmod tempor incididunt ut labore et dolore magna aliqua."/>
          <p:cNvSpPr txBox="1">
            <a:spLocks noGrp="1"/>
          </p:cNvSpPr>
          <p:nvPr>
            <p:ph type="body" sz="quarter" idx="36"/>
          </p:nvPr>
        </p:nvSpPr>
        <p:spPr>
          <a:xfrm>
            <a:off x="8928647" y="11756889"/>
            <a:ext cx="6852203" cy="1108760"/>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40" name="Category 6…"/>
          <p:cNvSpPr txBox="1">
            <a:spLocks noGrp="1"/>
          </p:cNvSpPr>
          <p:nvPr>
            <p:ph type="body" sz="quarter" idx="37"/>
          </p:nvPr>
        </p:nvSpPr>
        <p:spPr>
          <a:xfrm>
            <a:off x="16690035" y="9502732"/>
            <a:ext cx="6852203" cy="1120653"/>
          </a:xfrm>
          <a:prstGeom prst="rect">
            <a:avLst/>
          </a:prstGeom>
        </p:spPr>
        <p:txBody>
          <a:bodyPr>
            <a:spAutoFit/>
          </a:bodyPr>
          <a:lstStyle/>
          <a:p>
            <a:pPr>
              <a:lnSpc>
                <a:spcPct val="60000"/>
              </a:lnSpc>
              <a:defRPr sz="2000" spc="0">
                <a:solidFill>
                  <a:srgbClr val="FFFFFF">
                    <a:alpha val="50000"/>
                  </a:srgbClr>
                </a:solidFill>
              </a:defRPr>
            </a:pPr>
            <a:r>
              <a:t>Category 6</a:t>
            </a:r>
          </a:p>
          <a:p>
            <a:pPr>
              <a:lnSpc>
                <a:spcPct val="60000"/>
              </a:lnSpc>
              <a:defRPr sz="3400" spc="0">
                <a:solidFill>
                  <a:srgbClr val="FFFFFF"/>
                </a:solidFill>
              </a:defRPr>
            </a:pPr>
            <a:endParaRPr/>
          </a:p>
          <a:p>
            <a:pPr defTabSz="457200">
              <a:lnSpc>
                <a:spcPct val="100000"/>
              </a:lnSpc>
              <a:defRPr sz="3400" spc="-34">
                <a:solidFill>
                  <a:srgbClr val="FFFFFF"/>
                </a:solidFill>
              </a:defRPr>
            </a:pPr>
            <a:r>
              <a:t>Lorem ipsum</a:t>
            </a:r>
          </a:p>
        </p:txBody>
      </p:sp>
      <p:sp>
        <p:nvSpPr>
          <p:cNvPr id="2341" name="Lorem ipsum dolor sit amet, consectetur adipiscing elit, sed do eiusmod tempor incididunt ut labore et dolore magna aliqua."/>
          <p:cNvSpPr txBox="1">
            <a:spLocks noGrp="1"/>
          </p:cNvSpPr>
          <p:nvPr>
            <p:ph type="body" sz="quarter" idx="38"/>
          </p:nvPr>
        </p:nvSpPr>
        <p:spPr>
          <a:xfrm>
            <a:off x="16690035" y="11756889"/>
            <a:ext cx="6852203" cy="1108760"/>
          </a:xfrm>
          <a:prstGeom prst="rect">
            <a:avLst/>
          </a:prstGeom>
        </p:spPr>
        <p:txBody>
          <a:bodyPr anchor="b">
            <a:spAutoFit/>
          </a:bodyPr>
          <a:lstStyle>
            <a:lvl1pPr>
              <a:lnSpc>
                <a:spcPct val="110000"/>
              </a:lnSpc>
              <a:defRPr sz="2000" spc="0">
                <a:solidFill>
                  <a:srgbClr val="FFFFFF"/>
                </a:solidFill>
              </a:defRPr>
            </a:lvl1pPr>
          </a:lstStyle>
          <a:p>
            <a:r>
              <a:t>Lorem ipsum dolor sit amet, consectetur adipiscing elit, sed do eiusmod tempor incididunt ut labore et dolore magna aliqua.</a:t>
            </a:r>
          </a:p>
        </p:txBody>
      </p:sp>
      <p:sp>
        <p:nvSpPr>
          <p:cNvPr id="234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type="tx">
  <p:cSld name="Title + body + 6 text boxes – Grey">
    <p:bg>
      <p:bgPr>
        <a:solidFill>
          <a:srgbClr val="CCCDD1"/>
        </a:solidFill>
        <a:effectLst/>
      </p:bgPr>
    </p:bg>
    <p:spTree>
      <p:nvGrpSpPr>
        <p:cNvPr id="1" name=""/>
        <p:cNvGrpSpPr/>
        <p:nvPr/>
      </p:nvGrpSpPr>
      <p:grpSpPr>
        <a:xfrm>
          <a:off x="0" y="0"/>
          <a:ext cx="0" cy="0"/>
          <a:chOff x="0" y="0"/>
          <a:chExt cx="0" cy="0"/>
        </a:xfrm>
      </p:grpSpPr>
      <p:sp>
        <p:nvSpPr>
          <p:cNvPr id="2372"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373" name="Rounded Rectangle"/>
          <p:cNvSpPr/>
          <p:nvPr/>
        </p:nvSpPr>
        <p:spPr>
          <a:xfrm>
            <a:off x="16385192" y="507999"/>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74" name="Rounded Rectangle"/>
          <p:cNvSpPr/>
          <p:nvPr/>
        </p:nvSpPr>
        <p:spPr>
          <a:xfrm>
            <a:off x="8623805" y="507999"/>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75" name="Title of section…"/>
          <p:cNvSpPr txBox="1">
            <a:spLocks noGrp="1"/>
          </p:cNvSpPr>
          <p:nvPr>
            <p:ph type="body" sz="quarter" idx="22"/>
          </p:nvPr>
        </p:nvSpPr>
        <p:spPr>
          <a:xfrm>
            <a:off x="8928647" y="860193"/>
            <a:ext cx="6852204" cy="2502812"/>
          </a:xfrm>
          <a:prstGeom prst="rect">
            <a:avLst/>
          </a:prstGeom>
        </p:spPr>
        <p:txBody>
          <a:bodyPr>
            <a:spAutoFit/>
          </a:bodyPr>
          <a:lstStyle/>
          <a:p>
            <a:pPr>
              <a:lnSpc>
                <a:spcPct val="110000"/>
              </a:lnSpc>
              <a:defRPr sz="2000" spc="0">
                <a:solidFill>
                  <a:srgbClr val="FFFFFF"/>
                </a:solidFill>
              </a:defRPr>
            </a:pPr>
            <a:r>
              <a:t>Title of section</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76" name="Title of section…"/>
          <p:cNvSpPr txBox="1">
            <a:spLocks noGrp="1"/>
          </p:cNvSpPr>
          <p:nvPr>
            <p:ph type="body" sz="quarter" idx="23"/>
          </p:nvPr>
        </p:nvSpPr>
        <p:spPr>
          <a:xfrm>
            <a:off x="16690033" y="860193"/>
            <a:ext cx="6852205" cy="2502812"/>
          </a:xfrm>
          <a:prstGeom prst="rect">
            <a:avLst/>
          </a:prstGeom>
        </p:spPr>
        <p:txBody>
          <a:bodyPr>
            <a:spAutoFit/>
          </a:bodyPr>
          <a:lstStyle/>
          <a:p>
            <a:pPr>
              <a:lnSpc>
                <a:spcPct val="110000"/>
              </a:lnSpc>
              <a:defRPr sz="2000" spc="0">
                <a:solidFill>
                  <a:srgbClr val="FFFFFF"/>
                </a:solidFill>
              </a:defRPr>
            </a:pPr>
            <a:r>
              <a:t>Title of section</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77" name="Rounded Rectangle"/>
          <p:cNvSpPr/>
          <p:nvPr/>
        </p:nvSpPr>
        <p:spPr>
          <a:xfrm>
            <a:off x="16385192" y="4834189"/>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78" name="Title of section…"/>
          <p:cNvSpPr txBox="1">
            <a:spLocks noGrp="1"/>
          </p:cNvSpPr>
          <p:nvPr>
            <p:ph type="body" sz="quarter" idx="24"/>
          </p:nvPr>
        </p:nvSpPr>
        <p:spPr>
          <a:xfrm>
            <a:off x="16690033" y="5186383"/>
            <a:ext cx="6852205" cy="2502813"/>
          </a:xfrm>
          <a:prstGeom prst="rect">
            <a:avLst/>
          </a:prstGeom>
        </p:spPr>
        <p:txBody>
          <a:bodyPr>
            <a:spAutoFit/>
          </a:bodyPr>
          <a:lstStyle/>
          <a:p>
            <a:pPr>
              <a:lnSpc>
                <a:spcPct val="110000"/>
              </a:lnSpc>
              <a:defRPr sz="2000" spc="0">
                <a:solidFill>
                  <a:srgbClr val="FFFFFF"/>
                </a:solidFill>
              </a:defRPr>
            </a:pPr>
            <a:r>
              <a:t>Title of section</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79" name="Rounded Rectangle"/>
          <p:cNvSpPr/>
          <p:nvPr/>
        </p:nvSpPr>
        <p:spPr>
          <a:xfrm>
            <a:off x="8623805" y="4834189"/>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80" name="Title of section…"/>
          <p:cNvSpPr txBox="1">
            <a:spLocks noGrp="1"/>
          </p:cNvSpPr>
          <p:nvPr>
            <p:ph type="body" sz="quarter" idx="25"/>
          </p:nvPr>
        </p:nvSpPr>
        <p:spPr>
          <a:xfrm>
            <a:off x="8928647" y="5186383"/>
            <a:ext cx="6852204" cy="2502813"/>
          </a:xfrm>
          <a:prstGeom prst="rect">
            <a:avLst/>
          </a:prstGeom>
        </p:spPr>
        <p:txBody>
          <a:bodyPr>
            <a:spAutoFit/>
          </a:bodyPr>
          <a:lstStyle/>
          <a:p>
            <a:pPr>
              <a:lnSpc>
                <a:spcPct val="110000"/>
              </a:lnSpc>
              <a:defRPr sz="2000" spc="0">
                <a:solidFill>
                  <a:srgbClr val="FFFFFF"/>
                </a:solidFill>
              </a:defRPr>
            </a:pPr>
            <a:r>
              <a:t>Title of section</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81" name="Rounded Rectangle"/>
          <p:cNvSpPr/>
          <p:nvPr/>
        </p:nvSpPr>
        <p:spPr>
          <a:xfrm>
            <a:off x="16385192" y="9160380"/>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82" name="Title of section…"/>
          <p:cNvSpPr txBox="1">
            <a:spLocks noGrp="1"/>
          </p:cNvSpPr>
          <p:nvPr>
            <p:ph type="body" sz="quarter" idx="26"/>
          </p:nvPr>
        </p:nvSpPr>
        <p:spPr>
          <a:xfrm>
            <a:off x="16690033" y="9512573"/>
            <a:ext cx="6852205" cy="2502813"/>
          </a:xfrm>
          <a:prstGeom prst="rect">
            <a:avLst/>
          </a:prstGeom>
        </p:spPr>
        <p:txBody>
          <a:bodyPr>
            <a:spAutoFit/>
          </a:bodyPr>
          <a:lstStyle/>
          <a:p>
            <a:pPr>
              <a:lnSpc>
                <a:spcPct val="110000"/>
              </a:lnSpc>
              <a:defRPr sz="2000" spc="0">
                <a:solidFill>
                  <a:srgbClr val="FFFFFF"/>
                </a:solidFill>
              </a:defRPr>
            </a:pPr>
            <a:r>
              <a:t>Title of section</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83" name="Rounded Rectangle"/>
          <p:cNvSpPr/>
          <p:nvPr/>
        </p:nvSpPr>
        <p:spPr>
          <a:xfrm>
            <a:off x="8623805" y="9160380"/>
            <a:ext cx="7461888" cy="4047621"/>
          </a:xfrm>
          <a:prstGeom prst="roundRect">
            <a:avLst>
              <a:gd name="adj" fmla="val 4822"/>
            </a:avLst>
          </a:prstGeom>
          <a:solidFill>
            <a:srgbClr val="000000">
              <a:alpha val="4538"/>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84" name="Title of section…"/>
          <p:cNvSpPr txBox="1">
            <a:spLocks noGrp="1"/>
          </p:cNvSpPr>
          <p:nvPr>
            <p:ph type="body" sz="quarter" idx="27"/>
          </p:nvPr>
        </p:nvSpPr>
        <p:spPr>
          <a:xfrm>
            <a:off x="8928647" y="9512573"/>
            <a:ext cx="6852204" cy="2502813"/>
          </a:xfrm>
          <a:prstGeom prst="rect">
            <a:avLst/>
          </a:prstGeom>
        </p:spPr>
        <p:txBody>
          <a:bodyPr>
            <a:spAutoFit/>
          </a:bodyPr>
          <a:lstStyle/>
          <a:p>
            <a:pPr>
              <a:lnSpc>
                <a:spcPct val="110000"/>
              </a:lnSpc>
              <a:defRPr sz="2000" spc="0">
                <a:solidFill>
                  <a:srgbClr val="FFFFFF"/>
                </a:solidFill>
              </a:defRPr>
            </a:pPr>
            <a:r>
              <a:t>Title of section</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8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8"/>
          </p:nvPr>
        </p:nvSpPr>
        <p:spPr>
          <a:xfrm>
            <a:off x="537007" y="8614108"/>
            <a:ext cx="4951299" cy="4593892"/>
          </a:xfrm>
          <a:prstGeom prst="rect">
            <a:avLst/>
          </a:prstGeom>
        </p:spPr>
        <p:txBody>
          <a:bodyPr anchor="b">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386" name="Category"/>
          <p:cNvSpPr>
            <a:spLocks noGrp="1"/>
          </p:cNvSpPr>
          <p:nvPr>
            <p:ph type="body" sz="quarter" idx="29"/>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387" name="Category"/>
          <p:cNvSpPr>
            <a:spLocks noGrp="1"/>
          </p:cNvSpPr>
          <p:nvPr>
            <p:ph type="body" sz="quarter" idx="30"/>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388" name="Caption"/>
          <p:cNvSpPr txBox="1">
            <a:spLocks noGrp="1"/>
          </p:cNvSpPr>
          <p:nvPr>
            <p:ph type="body" sz="quarter" idx="31"/>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389" name="Title of section…"/>
          <p:cNvSpPr txBox="1">
            <a:spLocks noGrp="1"/>
          </p:cNvSpPr>
          <p:nvPr>
            <p:ph type="body" sz="quarter" idx="32"/>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39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type="tx">
  <p:cSld name="Title + body + 6 text boxes – Dark">
    <p:bg>
      <p:bgPr>
        <a:solidFill>
          <a:srgbClr val="000000"/>
        </a:solidFill>
        <a:effectLst/>
      </p:bgPr>
    </p:bg>
    <p:spTree>
      <p:nvGrpSpPr>
        <p:cNvPr id="1" name=""/>
        <p:cNvGrpSpPr/>
        <p:nvPr/>
      </p:nvGrpSpPr>
      <p:grpSpPr>
        <a:xfrm>
          <a:off x="0" y="0"/>
          <a:ext cx="0" cy="0"/>
          <a:chOff x="0" y="0"/>
          <a:chExt cx="0" cy="0"/>
        </a:xfrm>
      </p:grpSpPr>
      <p:sp>
        <p:nvSpPr>
          <p:cNvPr id="2397" name="Rounded Rectangle"/>
          <p:cNvSpPr/>
          <p:nvPr/>
        </p:nvSpPr>
        <p:spPr>
          <a:xfrm>
            <a:off x="16385192" y="9160380"/>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98" name="Rounded Rectangle"/>
          <p:cNvSpPr/>
          <p:nvPr/>
        </p:nvSpPr>
        <p:spPr>
          <a:xfrm>
            <a:off x="8623805" y="9232024"/>
            <a:ext cx="7461888" cy="3975977"/>
          </a:xfrm>
          <a:prstGeom prst="roundRect">
            <a:avLst>
              <a:gd name="adj" fmla="val 4908"/>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399" name="Rounded Rectangle"/>
          <p:cNvSpPr/>
          <p:nvPr/>
        </p:nvSpPr>
        <p:spPr>
          <a:xfrm>
            <a:off x="16385192" y="4834189"/>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400" name="Rounded Rectangle"/>
          <p:cNvSpPr/>
          <p:nvPr/>
        </p:nvSpPr>
        <p:spPr>
          <a:xfrm>
            <a:off x="16385192" y="507999"/>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401" name="Rounded Rectangle"/>
          <p:cNvSpPr/>
          <p:nvPr/>
        </p:nvSpPr>
        <p:spPr>
          <a:xfrm>
            <a:off x="8623805" y="4834189"/>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402" name="Rounded Rectangle"/>
          <p:cNvSpPr/>
          <p:nvPr/>
        </p:nvSpPr>
        <p:spPr>
          <a:xfrm>
            <a:off x="8623805" y="507999"/>
            <a:ext cx="7461888" cy="4047621"/>
          </a:xfrm>
          <a:prstGeom prst="roundRect">
            <a:avLst>
              <a:gd name="adj" fmla="val 4822"/>
            </a:avLst>
          </a:prstGeom>
          <a:solidFill>
            <a:srgbClr val="FFFFFF">
              <a:alpha val="10000"/>
            </a:srgbClr>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403" name="Title of section…"/>
          <p:cNvSpPr txBox="1">
            <a:spLocks noGrp="1"/>
          </p:cNvSpPr>
          <p:nvPr>
            <p:ph type="body" sz="quarter" idx="21"/>
          </p:nvPr>
        </p:nvSpPr>
        <p:spPr>
          <a:xfrm>
            <a:off x="8928647" y="860193"/>
            <a:ext cx="6852204" cy="2502812"/>
          </a:xfrm>
          <a:prstGeom prst="rect">
            <a:avLst/>
          </a:prstGeom>
        </p:spPr>
        <p:txBody>
          <a:bodyPr>
            <a:spAutoFit/>
          </a:bodyPr>
          <a:lstStyle/>
          <a:p>
            <a:pPr>
              <a:lnSpc>
                <a:spcPct val="110000"/>
              </a:lnSpc>
              <a:defRPr sz="2000" spc="0">
                <a:solidFill>
                  <a:srgbClr val="FFFFFF"/>
                </a:solidFill>
              </a:defRPr>
            </a:pPr>
            <a:r>
              <a:t>Title of section</a:t>
            </a:r>
          </a:p>
          <a:p>
            <a:pPr defTabSz="1828800">
              <a:lnSpc>
                <a:spcPct val="110000"/>
              </a:lnSpc>
              <a:defRPr sz="2000" spc="0">
                <a:solidFill>
                  <a:srgbClr val="FFFFFF"/>
                </a:solidFill>
              </a:defRPr>
            </a:pPr>
            <a:endParaRPr/>
          </a:p>
          <a:p>
            <a:pPr>
              <a:lnSpc>
                <a:spcPct val="110000"/>
              </a:lnSpc>
              <a:defRPr sz="20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04"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405"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537007" y="8614108"/>
            <a:ext cx="4951299" cy="4593892"/>
          </a:xfrm>
          <a:prstGeom prst="rect">
            <a:avLst/>
          </a:prstGeom>
        </p:spPr>
        <p:txBody>
          <a:bodyPr anchor="b">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06" name="Category"/>
          <p:cNvSpPr>
            <a:spLocks noGrp="1"/>
          </p:cNvSpPr>
          <p:nvPr>
            <p:ph type="body" sz="quarter" idx="24"/>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407" name="Category"/>
          <p:cNvSpPr>
            <a:spLocks noGrp="1"/>
          </p:cNvSpPr>
          <p:nvPr>
            <p:ph type="body" sz="quarter" idx="25"/>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408" name="Caption"/>
          <p:cNvSpPr txBox="1">
            <a:spLocks noGrp="1"/>
          </p:cNvSpPr>
          <p:nvPr>
            <p:ph type="body" sz="quarter" idx="26"/>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409" name="Title of section…"/>
          <p:cNvSpPr txBox="1">
            <a:spLocks noGrp="1"/>
          </p:cNvSpPr>
          <p:nvPr>
            <p:ph type="body" sz="quarter" idx="27"/>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410" name="Title of section…"/>
          <p:cNvSpPr txBox="1"/>
          <p:nvPr/>
        </p:nvSpPr>
        <p:spPr>
          <a:xfrm>
            <a:off x="16690033" y="860193"/>
            <a:ext cx="6852205" cy="250281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defRPr sz="2000" spc="0">
                <a:solidFill>
                  <a:srgbClr val="FFFFFF"/>
                </a:solidFill>
              </a:defRPr>
            </a:pPr>
            <a:r>
              <a:t>Title of section</a:t>
            </a:r>
          </a:p>
          <a:p>
            <a:pPr defTabSz="1828800">
              <a:defRPr sz="2000" spc="0">
                <a:solidFill>
                  <a:srgbClr val="FFFFFF"/>
                </a:solidFill>
              </a:defRPr>
            </a:pPr>
            <a:endParaRPr/>
          </a:p>
          <a:p>
            <a:pPr>
              <a:defRPr sz="20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11" name="Title of section…"/>
          <p:cNvSpPr txBox="1"/>
          <p:nvPr/>
        </p:nvSpPr>
        <p:spPr>
          <a:xfrm>
            <a:off x="16690033" y="5186383"/>
            <a:ext cx="6852205" cy="250281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defRPr sz="2000" spc="0">
                <a:solidFill>
                  <a:srgbClr val="FFFFFF"/>
                </a:solidFill>
              </a:defRPr>
            </a:pPr>
            <a:r>
              <a:t>Title of section</a:t>
            </a:r>
          </a:p>
          <a:p>
            <a:pPr defTabSz="1828800">
              <a:defRPr sz="2000" spc="0">
                <a:solidFill>
                  <a:srgbClr val="FFFFFF"/>
                </a:solidFill>
              </a:defRPr>
            </a:pPr>
            <a:endParaRPr/>
          </a:p>
          <a:p>
            <a:pPr>
              <a:defRPr sz="20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12" name="Title of section…"/>
          <p:cNvSpPr txBox="1"/>
          <p:nvPr/>
        </p:nvSpPr>
        <p:spPr>
          <a:xfrm>
            <a:off x="8928647" y="5186383"/>
            <a:ext cx="6852204" cy="250281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defRPr sz="2000" spc="0">
                <a:solidFill>
                  <a:srgbClr val="FFFFFF"/>
                </a:solidFill>
              </a:defRPr>
            </a:pPr>
            <a:r>
              <a:t>Title of section</a:t>
            </a:r>
          </a:p>
          <a:p>
            <a:pPr defTabSz="1828800">
              <a:defRPr sz="2000" spc="0">
                <a:solidFill>
                  <a:srgbClr val="FFFFFF"/>
                </a:solidFill>
              </a:defRPr>
            </a:pPr>
            <a:endParaRPr/>
          </a:p>
          <a:p>
            <a:pPr>
              <a:defRPr sz="20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13" name="Title of section…"/>
          <p:cNvSpPr txBox="1"/>
          <p:nvPr/>
        </p:nvSpPr>
        <p:spPr>
          <a:xfrm>
            <a:off x="8928647" y="9512573"/>
            <a:ext cx="6852204" cy="250281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defRPr sz="2000" spc="0">
                <a:solidFill>
                  <a:srgbClr val="FFFFFF"/>
                </a:solidFill>
              </a:defRPr>
            </a:pPr>
            <a:r>
              <a:t>Title of section</a:t>
            </a:r>
          </a:p>
          <a:p>
            <a:pPr defTabSz="1828800">
              <a:defRPr sz="2000" spc="0">
                <a:solidFill>
                  <a:srgbClr val="FFFFFF"/>
                </a:solidFill>
              </a:defRPr>
            </a:pPr>
            <a:endParaRPr/>
          </a:p>
          <a:p>
            <a:pPr>
              <a:defRPr sz="20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14" name="Title of section…"/>
          <p:cNvSpPr txBox="1"/>
          <p:nvPr/>
        </p:nvSpPr>
        <p:spPr>
          <a:xfrm>
            <a:off x="16690033" y="9512573"/>
            <a:ext cx="6852205" cy="250281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defRPr sz="2000" spc="0">
                <a:solidFill>
                  <a:srgbClr val="FFFFFF"/>
                </a:solidFill>
              </a:defRPr>
            </a:pPr>
            <a:r>
              <a:t>Title of section</a:t>
            </a:r>
          </a:p>
          <a:p>
            <a:pPr defTabSz="1828800">
              <a:defRPr sz="2000" spc="0">
                <a:solidFill>
                  <a:srgbClr val="FFFFFF"/>
                </a:solidFill>
              </a:defRPr>
            </a:pPr>
            <a:endParaRPr/>
          </a:p>
          <a:p>
            <a:pPr>
              <a:defRPr sz="20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1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type="tx">
  <p:cSld name="Title + body + quote – Grey">
    <p:bg>
      <p:bgPr>
        <a:solidFill>
          <a:srgbClr val="CCCDD1"/>
        </a:solidFill>
        <a:effectLst/>
      </p:bgPr>
    </p:bg>
    <p:spTree>
      <p:nvGrpSpPr>
        <p:cNvPr id="1" name=""/>
        <p:cNvGrpSpPr/>
        <p:nvPr/>
      </p:nvGrpSpPr>
      <p:grpSpPr>
        <a:xfrm>
          <a:off x="0" y="0"/>
          <a:ext cx="0" cy="0"/>
          <a:chOff x="0" y="0"/>
          <a:chExt cx="0" cy="0"/>
        </a:xfrm>
      </p:grpSpPr>
      <p:sp>
        <p:nvSpPr>
          <p:cNvPr id="2436"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437" name="“Full page quote or sentence. Lorem ipsum dolor sit amet, consectetur adipiscing elit. Lorem ipsum dolor sit amet, consectetur adipiscing elit. Lorem ipsum dolor sit amet, consectetur adipiscing elit, sed do eiusmod tempor incididunt ut labore et dolore "/>
          <p:cNvSpPr txBox="1">
            <a:spLocks noGrp="1"/>
          </p:cNvSpPr>
          <p:nvPr>
            <p:ph type="body" sz="half" idx="22"/>
          </p:nvPr>
        </p:nvSpPr>
        <p:spPr>
          <a:xfrm>
            <a:off x="8674226" y="423252"/>
            <a:ext cx="14497714" cy="7803540"/>
          </a:xfrm>
          <a:prstGeom prst="rect">
            <a:avLst/>
          </a:prstGeom>
        </p:spPr>
        <p:txBody>
          <a:bodyPr>
            <a:spAutoFit/>
          </a:bodyPr>
          <a:lstStyle>
            <a:lvl1pPr>
              <a:defRPr>
                <a:solidFill>
                  <a:srgbClr val="FFFFFF"/>
                </a:solidFill>
              </a:defRPr>
            </a:lvl1pPr>
          </a:lstStyle>
          <a:p>
            <a:r>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p>
        </p:txBody>
      </p:sp>
      <p:sp>
        <p:nvSpPr>
          <p:cNvPr id="2438"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537007" y="8614108"/>
            <a:ext cx="4951299" cy="4593892"/>
          </a:xfrm>
          <a:prstGeom prst="rect">
            <a:avLst/>
          </a:prstGeom>
        </p:spPr>
        <p:txBody>
          <a:bodyPr anchor="b">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39" name="Category"/>
          <p:cNvSpPr>
            <a:spLocks noGrp="1"/>
          </p:cNvSpPr>
          <p:nvPr>
            <p:ph type="body" sz="quarter" idx="24"/>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440" name="Category"/>
          <p:cNvSpPr>
            <a:spLocks noGrp="1"/>
          </p:cNvSpPr>
          <p:nvPr>
            <p:ph type="body" sz="quarter" idx="25"/>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441" name="Caption"/>
          <p:cNvSpPr txBox="1">
            <a:spLocks noGrp="1"/>
          </p:cNvSpPr>
          <p:nvPr>
            <p:ph type="body" sz="quarter" idx="26"/>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442" name="Title of section…"/>
          <p:cNvSpPr txBox="1">
            <a:spLocks noGrp="1"/>
          </p:cNvSpPr>
          <p:nvPr>
            <p:ph type="body" sz="quarter" idx="27"/>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44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type="tx">
  <p:cSld name="Title + body + quote – Dark">
    <p:bg>
      <p:bgPr>
        <a:solidFill>
          <a:srgbClr val="000000"/>
        </a:solidFill>
        <a:effectLst/>
      </p:bgPr>
    </p:bg>
    <p:spTree>
      <p:nvGrpSpPr>
        <p:cNvPr id="1" name=""/>
        <p:cNvGrpSpPr/>
        <p:nvPr/>
      </p:nvGrpSpPr>
      <p:grpSpPr>
        <a:xfrm>
          <a:off x="0" y="0"/>
          <a:ext cx="0" cy="0"/>
          <a:chOff x="0" y="0"/>
          <a:chExt cx="0" cy="0"/>
        </a:xfrm>
      </p:grpSpPr>
      <p:sp>
        <p:nvSpPr>
          <p:cNvPr id="2450"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451" name="“Full page quote or sentence. Lorem ipsum dolor sit amet, consectetur adipiscing elit. Lorem ipsum dolor sit amet, consectetur adipiscing elit. Lorem ipsum dolor sit amet, consectetur adipiscing elit, sed do eiusmod tempor incididunt ut labore et dolore "/>
          <p:cNvSpPr txBox="1">
            <a:spLocks noGrp="1"/>
          </p:cNvSpPr>
          <p:nvPr>
            <p:ph type="body" sz="half" idx="22"/>
          </p:nvPr>
        </p:nvSpPr>
        <p:spPr>
          <a:xfrm>
            <a:off x="8674226" y="423252"/>
            <a:ext cx="14497714" cy="7803540"/>
          </a:xfrm>
          <a:prstGeom prst="rect">
            <a:avLst/>
          </a:prstGeom>
        </p:spPr>
        <p:txBody>
          <a:bodyPr>
            <a:spAutoFit/>
          </a:bodyPr>
          <a:lstStyle>
            <a:lvl1pPr>
              <a:defRPr>
                <a:solidFill>
                  <a:srgbClr val="FFFFFF"/>
                </a:solidFill>
              </a:defRPr>
            </a:lvl1pPr>
          </a:lstStyle>
          <a:p>
            <a:r>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p>
        </p:txBody>
      </p:sp>
      <p:sp>
        <p:nvSpPr>
          <p:cNvPr id="2452" name="Lorem ipsum dolor sit amet, consectetur adipiscing elit, sed do eiusmod tempor incididunt ut labore et dolore magna aliqua. Ut enim ad minim veniam, quis nostrud exercitation ullamco laboris nisi ut aliquip ex ea commodo consequat.…"/>
          <p:cNvSpPr txBox="1">
            <a:spLocks noGrp="1"/>
          </p:cNvSpPr>
          <p:nvPr>
            <p:ph type="body" sz="quarter" idx="23"/>
          </p:nvPr>
        </p:nvSpPr>
        <p:spPr>
          <a:xfrm>
            <a:off x="537007" y="8614108"/>
            <a:ext cx="4951299" cy="4593892"/>
          </a:xfrm>
          <a:prstGeom prst="rect">
            <a:avLst/>
          </a:prstGeom>
        </p:spPr>
        <p:txBody>
          <a:bodyPr anchor="b">
            <a:spAutoFit/>
          </a:bodyPr>
          <a:lstStyle/>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a:p>
            <a:pPr>
              <a:lnSpc>
                <a:spcPct val="110000"/>
              </a:lnSpc>
              <a:defRPr sz="2000" spc="0">
                <a:solidFill>
                  <a:srgbClr val="FFFFFF"/>
                </a:solidFill>
              </a:defRPr>
            </a:pPr>
            <a:endParaRPr/>
          </a:p>
          <a:p>
            <a:pPr>
              <a:lnSpc>
                <a:spcPct val="110000"/>
              </a:lnSpc>
              <a:defRPr sz="20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453" name="Category"/>
          <p:cNvSpPr>
            <a:spLocks noGrp="1"/>
          </p:cNvSpPr>
          <p:nvPr>
            <p:ph type="body" sz="quarter" idx="24"/>
          </p:nvPr>
        </p:nvSpPr>
        <p:spPr>
          <a:xfrm>
            <a:off x="537007" y="7602515"/>
            <a:ext cx="1466192" cy="602471"/>
          </a:xfrm>
          <a:prstGeom prst="roundRect">
            <a:avLst>
              <a:gd name="adj" fmla="val 50000"/>
            </a:avLst>
          </a:prstGeom>
          <a:gradFill>
            <a:gsLst>
              <a:gs pos="2755">
                <a:srgbClr val="91969C"/>
              </a:gs>
              <a:gs pos="99681">
                <a:srgbClr val="6F7278"/>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454" name="Category"/>
          <p:cNvSpPr>
            <a:spLocks noGrp="1"/>
          </p:cNvSpPr>
          <p:nvPr>
            <p:ph type="body" sz="quarter" idx="25"/>
          </p:nvPr>
        </p:nvSpPr>
        <p:spPr>
          <a:xfrm>
            <a:off x="2118472" y="7602515"/>
            <a:ext cx="1466191" cy="602471"/>
          </a:xfrm>
          <a:prstGeom prst="roundRect">
            <a:avLst>
              <a:gd name="adj" fmla="val 50000"/>
            </a:avLst>
          </a:prstGeom>
          <a:gradFill>
            <a:gsLst>
              <a:gs pos="4022">
                <a:srgbClr val="B1B3B9"/>
              </a:gs>
              <a:gs pos="99681">
                <a:srgbClr val="D8DAE2"/>
              </a:gs>
            </a:gsLst>
            <a:lin ang="16200000"/>
          </a:gradFill>
        </p:spPr>
        <p:txBody>
          <a:bodyPr anchor="ctr">
            <a:noAutofit/>
          </a:bodyPr>
          <a:lstStyle>
            <a:lvl1pPr algn="ctr">
              <a:lnSpc>
                <a:spcPct val="110000"/>
              </a:lnSpc>
              <a:defRPr sz="1600" spc="0">
                <a:solidFill>
                  <a:srgbClr val="FFFFFF"/>
                </a:solidFill>
              </a:defRPr>
            </a:lvl1pPr>
          </a:lstStyle>
          <a:p>
            <a:r>
              <a:t>Category</a:t>
            </a:r>
          </a:p>
        </p:txBody>
      </p:sp>
      <p:sp>
        <p:nvSpPr>
          <p:cNvPr id="2455" name="Caption"/>
          <p:cNvSpPr txBox="1">
            <a:spLocks noGrp="1"/>
          </p:cNvSpPr>
          <p:nvPr>
            <p:ph type="body" sz="quarter" idx="26"/>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456" name="Title of section…"/>
          <p:cNvSpPr txBox="1">
            <a:spLocks noGrp="1"/>
          </p:cNvSpPr>
          <p:nvPr>
            <p:ph type="body" sz="quarter" idx="27"/>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45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type="tx">
  <p:cSld name="Title + rows – Grey">
    <p:bg>
      <p:bgPr>
        <a:solidFill>
          <a:srgbClr val="CCCDD1"/>
        </a:solidFill>
        <a:effectLst/>
      </p:bgPr>
    </p:bg>
    <p:spTree>
      <p:nvGrpSpPr>
        <p:cNvPr id="1" name=""/>
        <p:cNvGrpSpPr/>
        <p:nvPr/>
      </p:nvGrpSpPr>
      <p:grpSpPr>
        <a:xfrm>
          <a:off x="0" y="0"/>
          <a:ext cx="0" cy="0"/>
          <a:chOff x="0" y="0"/>
          <a:chExt cx="0" cy="0"/>
        </a:xfrm>
      </p:grpSpPr>
      <p:sp>
        <p:nvSpPr>
          <p:cNvPr id="2480"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481"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22"/>
          </p:nvPr>
        </p:nvSpPr>
        <p:spPr>
          <a:xfrm>
            <a:off x="8674226" y="3466992"/>
            <a:ext cx="14497713" cy="1673797"/>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a:t>
            </a:r>
          </a:p>
        </p:txBody>
      </p:sp>
      <p:sp>
        <p:nvSpPr>
          <p:cNvPr id="2482"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23"/>
          </p:nvPr>
        </p:nvSpPr>
        <p:spPr>
          <a:xfrm>
            <a:off x="8674226" y="6145371"/>
            <a:ext cx="14497714" cy="1673797"/>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a:t>
            </a:r>
          </a:p>
        </p:txBody>
      </p:sp>
      <p:sp>
        <p:nvSpPr>
          <p:cNvPr id="2483"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24"/>
          </p:nvPr>
        </p:nvSpPr>
        <p:spPr>
          <a:xfrm>
            <a:off x="8674226" y="8823750"/>
            <a:ext cx="14497713" cy="1673797"/>
          </a:xfrm>
          <a:prstGeom prst="rect">
            <a:avLst/>
          </a:prstGeom>
        </p:spPr>
        <p:txBody>
          <a:bodyPr>
            <a:spAutoFit/>
          </a:bodyPr>
          <a:lstStyle>
            <a:lvl1pPr>
              <a:lnSpc>
                <a:spcPct val="110000"/>
              </a:lnSpc>
              <a:defRPr sz="2400" spc="0">
                <a:solidFill>
                  <a:srgbClr val="FFFFFF"/>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a:t>
            </a:r>
          </a:p>
        </p:txBody>
      </p:sp>
      <p:sp>
        <p:nvSpPr>
          <p:cNvPr id="2484" name="Title"/>
          <p:cNvSpPr txBox="1">
            <a:spLocks noGrp="1"/>
          </p:cNvSpPr>
          <p:nvPr>
            <p:ph type="body" sz="quarter" idx="25"/>
          </p:nvPr>
        </p:nvSpPr>
        <p:spPr>
          <a:xfrm>
            <a:off x="537007" y="3466992"/>
            <a:ext cx="940767" cy="609776"/>
          </a:xfrm>
          <a:prstGeom prst="rect">
            <a:avLst/>
          </a:prstGeom>
        </p:spPr>
        <p:txBody>
          <a:bodyPr wrap="none">
            <a:spAutoFit/>
          </a:bodyPr>
          <a:lstStyle>
            <a:lvl1pPr defTabSz="457200">
              <a:lnSpc>
                <a:spcPct val="100000"/>
              </a:lnSpc>
              <a:defRPr sz="3400" spc="-34">
                <a:solidFill>
                  <a:srgbClr val="FFFFFF"/>
                </a:solidFill>
              </a:defRPr>
            </a:lvl1pPr>
          </a:lstStyle>
          <a:p>
            <a:r>
              <a:t>Title</a:t>
            </a:r>
          </a:p>
        </p:txBody>
      </p:sp>
      <p:sp>
        <p:nvSpPr>
          <p:cNvPr id="2485" name="Title"/>
          <p:cNvSpPr txBox="1">
            <a:spLocks noGrp="1"/>
          </p:cNvSpPr>
          <p:nvPr>
            <p:ph type="body" sz="quarter" idx="26"/>
          </p:nvPr>
        </p:nvSpPr>
        <p:spPr>
          <a:xfrm>
            <a:off x="537007" y="6145371"/>
            <a:ext cx="940767" cy="609776"/>
          </a:xfrm>
          <a:prstGeom prst="rect">
            <a:avLst/>
          </a:prstGeom>
        </p:spPr>
        <p:txBody>
          <a:bodyPr wrap="none">
            <a:spAutoFit/>
          </a:bodyPr>
          <a:lstStyle>
            <a:lvl1pPr defTabSz="457200">
              <a:lnSpc>
                <a:spcPct val="100000"/>
              </a:lnSpc>
              <a:defRPr sz="3400" spc="-34">
                <a:solidFill>
                  <a:srgbClr val="FFFFFF"/>
                </a:solidFill>
              </a:defRPr>
            </a:lvl1pPr>
          </a:lstStyle>
          <a:p>
            <a:r>
              <a:t>Title</a:t>
            </a:r>
          </a:p>
        </p:txBody>
      </p:sp>
      <p:sp>
        <p:nvSpPr>
          <p:cNvPr id="2486" name="Title"/>
          <p:cNvSpPr txBox="1">
            <a:spLocks noGrp="1"/>
          </p:cNvSpPr>
          <p:nvPr>
            <p:ph type="body" sz="quarter" idx="27"/>
          </p:nvPr>
        </p:nvSpPr>
        <p:spPr>
          <a:xfrm>
            <a:off x="537007" y="8823750"/>
            <a:ext cx="940767" cy="609776"/>
          </a:xfrm>
          <a:prstGeom prst="rect">
            <a:avLst/>
          </a:prstGeom>
        </p:spPr>
        <p:txBody>
          <a:bodyPr wrap="none">
            <a:spAutoFit/>
          </a:bodyPr>
          <a:lstStyle>
            <a:lvl1pPr defTabSz="457200">
              <a:lnSpc>
                <a:spcPct val="100000"/>
              </a:lnSpc>
              <a:defRPr sz="3400" spc="-34">
                <a:solidFill>
                  <a:srgbClr val="FFFFFF"/>
                </a:solidFill>
              </a:defRPr>
            </a:lvl1pPr>
          </a:lstStyle>
          <a:p>
            <a:r>
              <a:t>Title</a:t>
            </a:r>
          </a:p>
        </p:txBody>
      </p:sp>
      <p:sp>
        <p:nvSpPr>
          <p:cNvPr id="2487" name="Caption"/>
          <p:cNvSpPr txBox="1">
            <a:spLocks noGrp="1"/>
          </p:cNvSpPr>
          <p:nvPr>
            <p:ph type="body" sz="quarter" idx="28"/>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488" name="Title of section…"/>
          <p:cNvSpPr txBox="1">
            <a:spLocks noGrp="1"/>
          </p:cNvSpPr>
          <p:nvPr>
            <p:ph type="body" sz="quarter" idx="29"/>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48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type="tx">
  <p:cSld name="Title + rows – Dark">
    <p:bg>
      <p:bgPr>
        <a:solidFill>
          <a:srgbClr val="000000"/>
        </a:solidFill>
        <a:effectLst/>
      </p:bgPr>
    </p:bg>
    <p:spTree>
      <p:nvGrpSpPr>
        <p:cNvPr id="1" name=""/>
        <p:cNvGrpSpPr/>
        <p:nvPr/>
      </p:nvGrpSpPr>
      <p:grpSpPr>
        <a:xfrm>
          <a:off x="0" y="0"/>
          <a:ext cx="0" cy="0"/>
          <a:chOff x="0" y="0"/>
          <a:chExt cx="0" cy="0"/>
        </a:xfrm>
      </p:grpSpPr>
      <p:sp>
        <p:nvSpPr>
          <p:cNvPr id="2496"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21"/>
          </p:nvPr>
        </p:nvSpPr>
        <p:spPr>
          <a:xfrm>
            <a:off x="8674226" y="3466992"/>
            <a:ext cx="14497713" cy="1673797"/>
          </a:xfrm>
          <a:prstGeom prst="rect">
            <a:avLst/>
          </a:prstGeom>
        </p:spPr>
        <p:txBody>
          <a:bodyPr>
            <a:spAutoFit/>
          </a:bodyPr>
          <a:lstStyle>
            <a:lvl1pPr>
              <a:lnSpc>
                <a:spcPct val="110000"/>
              </a:lnSpc>
              <a:defRPr sz="2400" spc="0">
                <a:solidFill>
                  <a:srgbClr val="FFFFFF">
                    <a:alpha val="50000"/>
                  </a:srgbClr>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a:t>
            </a:r>
          </a:p>
        </p:txBody>
      </p:sp>
      <p:sp>
        <p:nvSpPr>
          <p:cNvPr id="2497"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22"/>
          </p:nvPr>
        </p:nvSpPr>
        <p:spPr>
          <a:xfrm>
            <a:off x="8674226" y="6145371"/>
            <a:ext cx="14497714" cy="1673797"/>
          </a:xfrm>
          <a:prstGeom prst="rect">
            <a:avLst/>
          </a:prstGeom>
        </p:spPr>
        <p:txBody>
          <a:bodyPr>
            <a:spAutoFit/>
          </a:bodyPr>
          <a:lstStyle>
            <a:lvl1pPr>
              <a:lnSpc>
                <a:spcPct val="110000"/>
              </a:lnSpc>
              <a:defRPr sz="2400" spc="0">
                <a:solidFill>
                  <a:srgbClr val="FFFFFF">
                    <a:alpha val="50000"/>
                  </a:srgbClr>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a:t>
            </a:r>
          </a:p>
        </p:txBody>
      </p:sp>
      <p:sp>
        <p:nvSpPr>
          <p:cNvPr id="2498" name="Lorem ipsum dolor sit amet, consectetur adipiscing elit, sed do eiusmod tempor incididunt ut labore et dolore magna aliqua. Ut enim ad minim veniam, quis nostrud exercitation ullamco laboris nisi ut aliquip ex ea commodo consequat. Lorem ipsum dolor sit "/>
          <p:cNvSpPr txBox="1">
            <a:spLocks noGrp="1"/>
          </p:cNvSpPr>
          <p:nvPr>
            <p:ph type="body" sz="quarter" idx="23"/>
          </p:nvPr>
        </p:nvSpPr>
        <p:spPr>
          <a:xfrm>
            <a:off x="8674226" y="8823750"/>
            <a:ext cx="14497713" cy="1673797"/>
          </a:xfrm>
          <a:prstGeom prst="rect">
            <a:avLst/>
          </a:prstGeom>
        </p:spPr>
        <p:txBody>
          <a:bodyPr>
            <a:spAutoFit/>
          </a:bodyPr>
          <a:lstStyle>
            <a:lvl1pPr>
              <a:lnSpc>
                <a:spcPct val="110000"/>
              </a:lnSpc>
              <a:defRPr sz="2400" spc="0">
                <a:solidFill>
                  <a:srgbClr val="FFFFFF">
                    <a:alpha val="50000"/>
                  </a:srgbClr>
                </a:solidFill>
              </a:defRPr>
            </a:lvl1pPr>
          </a:lstStyle>
          <a:p>
            <a: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 et dolore magna aliqua.</a:t>
            </a:r>
          </a:p>
        </p:txBody>
      </p:sp>
      <p:sp>
        <p:nvSpPr>
          <p:cNvPr id="2499"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500" name="Title"/>
          <p:cNvSpPr txBox="1">
            <a:spLocks noGrp="1"/>
          </p:cNvSpPr>
          <p:nvPr>
            <p:ph type="body" sz="quarter" idx="25"/>
          </p:nvPr>
        </p:nvSpPr>
        <p:spPr>
          <a:xfrm>
            <a:off x="537007" y="3466992"/>
            <a:ext cx="940767" cy="609776"/>
          </a:xfrm>
          <a:prstGeom prst="rect">
            <a:avLst/>
          </a:prstGeom>
        </p:spPr>
        <p:txBody>
          <a:bodyPr wrap="none">
            <a:spAutoFit/>
          </a:bodyPr>
          <a:lstStyle>
            <a:lvl1pPr defTabSz="457200">
              <a:lnSpc>
                <a:spcPct val="100000"/>
              </a:lnSpc>
              <a:defRPr sz="3400" spc="-34">
                <a:solidFill>
                  <a:srgbClr val="FFFFFF"/>
                </a:solidFill>
              </a:defRPr>
            </a:lvl1pPr>
          </a:lstStyle>
          <a:p>
            <a:r>
              <a:t>Title</a:t>
            </a:r>
          </a:p>
        </p:txBody>
      </p:sp>
      <p:sp>
        <p:nvSpPr>
          <p:cNvPr id="2501" name="Title"/>
          <p:cNvSpPr txBox="1">
            <a:spLocks noGrp="1"/>
          </p:cNvSpPr>
          <p:nvPr>
            <p:ph type="body" sz="quarter" idx="26"/>
          </p:nvPr>
        </p:nvSpPr>
        <p:spPr>
          <a:xfrm>
            <a:off x="537007" y="6145371"/>
            <a:ext cx="940767" cy="609776"/>
          </a:xfrm>
          <a:prstGeom prst="rect">
            <a:avLst/>
          </a:prstGeom>
        </p:spPr>
        <p:txBody>
          <a:bodyPr wrap="none">
            <a:spAutoFit/>
          </a:bodyPr>
          <a:lstStyle>
            <a:lvl1pPr defTabSz="457200">
              <a:lnSpc>
                <a:spcPct val="100000"/>
              </a:lnSpc>
              <a:defRPr sz="3400" spc="-34">
                <a:solidFill>
                  <a:srgbClr val="FFFFFF"/>
                </a:solidFill>
              </a:defRPr>
            </a:lvl1pPr>
          </a:lstStyle>
          <a:p>
            <a:r>
              <a:t>Title</a:t>
            </a:r>
          </a:p>
        </p:txBody>
      </p:sp>
      <p:sp>
        <p:nvSpPr>
          <p:cNvPr id="2502" name="Title"/>
          <p:cNvSpPr txBox="1">
            <a:spLocks noGrp="1"/>
          </p:cNvSpPr>
          <p:nvPr>
            <p:ph type="body" sz="quarter" idx="27"/>
          </p:nvPr>
        </p:nvSpPr>
        <p:spPr>
          <a:xfrm>
            <a:off x="537007" y="8823750"/>
            <a:ext cx="940767" cy="609776"/>
          </a:xfrm>
          <a:prstGeom prst="rect">
            <a:avLst/>
          </a:prstGeom>
        </p:spPr>
        <p:txBody>
          <a:bodyPr wrap="none">
            <a:spAutoFit/>
          </a:bodyPr>
          <a:lstStyle>
            <a:lvl1pPr defTabSz="457200">
              <a:lnSpc>
                <a:spcPct val="100000"/>
              </a:lnSpc>
              <a:defRPr sz="3400" spc="-34">
                <a:solidFill>
                  <a:srgbClr val="FFFFFF"/>
                </a:solidFill>
              </a:defRPr>
            </a:lvl1pPr>
          </a:lstStyle>
          <a:p>
            <a:r>
              <a:t>Title</a:t>
            </a:r>
          </a:p>
        </p:txBody>
      </p:sp>
      <p:sp>
        <p:nvSpPr>
          <p:cNvPr id="2503" name="Caption"/>
          <p:cNvSpPr txBox="1">
            <a:spLocks noGrp="1"/>
          </p:cNvSpPr>
          <p:nvPr>
            <p:ph type="body" sz="quarter" idx="28"/>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504" name="Title of section…"/>
          <p:cNvSpPr txBox="1">
            <a:spLocks noGrp="1"/>
          </p:cNvSpPr>
          <p:nvPr>
            <p:ph type="body" sz="quarter" idx="29"/>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50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type="tx">
  <p:cSld name="Title + rows (3 columns) – Grey">
    <p:bg>
      <p:bgPr>
        <a:solidFill>
          <a:srgbClr val="CCCDD1"/>
        </a:solidFill>
        <a:effectLst/>
      </p:bgPr>
    </p:bg>
    <p:spTree>
      <p:nvGrpSpPr>
        <p:cNvPr id="1" name=""/>
        <p:cNvGrpSpPr/>
        <p:nvPr/>
      </p:nvGrpSpPr>
      <p:grpSpPr>
        <a:xfrm>
          <a:off x="0" y="0"/>
          <a:ext cx="0" cy="0"/>
          <a:chOff x="0" y="0"/>
          <a:chExt cx="0" cy="0"/>
        </a:xfrm>
      </p:grpSpPr>
      <p:sp>
        <p:nvSpPr>
          <p:cNvPr id="2531"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532" name="If there is smaller text that would go here. Lorem ipsum dolor sit amet, consectetur adipiscing elit."/>
          <p:cNvSpPr txBox="1">
            <a:spLocks noGrp="1"/>
          </p:cNvSpPr>
          <p:nvPr>
            <p:ph type="body" sz="quarter" idx="22"/>
          </p:nvPr>
        </p:nvSpPr>
        <p:spPr>
          <a:xfrm>
            <a:off x="8674226" y="3466992"/>
            <a:ext cx="5681820" cy="1470983"/>
          </a:xfrm>
          <a:prstGeom prst="rect">
            <a:avLst/>
          </a:prstGeom>
        </p:spPr>
        <p:txBody>
          <a:bodyPr>
            <a:spAutoFit/>
          </a:bodyPr>
          <a:lstStyle>
            <a:lvl1pPr>
              <a:lnSpc>
                <a:spcPct val="110000"/>
              </a:lnSpc>
              <a:defRPr sz="2800" spc="0">
                <a:solidFill>
                  <a:srgbClr val="FFFFFF"/>
                </a:solidFill>
              </a:defRPr>
            </a:lvl1pPr>
          </a:lstStyle>
          <a:p>
            <a:r>
              <a:t>If there is smaller text that would go here. Lorem ipsum dolor sit amet, consectetur adipiscing elit. </a:t>
            </a:r>
          </a:p>
        </p:txBody>
      </p:sp>
      <p:sp>
        <p:nvSpPr>
          <p:cNvPr id="2533" name="If there is smaller text that would go here. Lorem ipsum dolor sit amet, consectetur adipiscing elit."/>
          <p:cNvSpPr txBox="1">
            <a:spLocks noGrp="1"/>
          </p:cNvSpPr>
          <p:nvPr>
            <p:ph type="body" sz="quarter" idx="23"/>
          </p:nvPr>
        </p:nvSpPr>
        <p:spPr>
          <a:xfrm>
            <a:off x="17488430" y="3466992"/>
            <a:ext cx="5681821" cy="1269551"/>
          </a:xfrm>
          <a:prstGeom prst="rect">
            <a:avLst/>
          </a:prstGeom>
        </p:spPr>
        <p:txBody>
          <a:bodyPr>
            <a:spAutoFit/>
          </a:bodyPr>
          <a:lstStyle>
            <a:lvl1pPr>
              <a:lnSpc>
                <a:spcPct val="110000"/>
              </a:lnSpc>
              <a:defRPr sz="2400" spc="0">
                <a:solidFill>
                  <a:srgbClr val="FFFFFF"/>
                </a:solidFill>
              </a:defRPr>
            </a:lvl1pPr>
          </a:lstStyle>
          <a:p>
            <a:r>
              <a:t>If there is smaller text that would go here. Lorem ipsum dolor sit amet, consectetur adipiscing elit. </a:t>
            </a:r>
          </a:p>
        </p:txBody>
      </p:sp>
      <p:sp>
        <p:nvSpPr>
          <p:cNvPr id="2534" name="If there is smaller text that would go here. Lorem ipsum dolor sit amet, consectetur adipiscing elit."/>
          <p:cNvSpPr txBox="1">
            <a:spLocks noGrp="1"/>
          </p:cNvSpPr>
          <p:nvPr>
            <p:ph type="body" sz="quarter" idx="24"/>
          </p:nvPr>
        </p:nvSpPr>
        <p:spPr>
          <a:xfrm>
            <a:off x="8674226" y="6239211"/>
            <a:ext cx="5681820" cy="1470983"/>
          </a:xfrm>
          <a:prstGeom prst="rect">
            <a:avLst/>
          </a:prstGeom>
        </p:spPr>
        <p:txBody>
          <a:bodyPr>
            <a:spAutoFit/>
          </a:bodyPr>
          <a:lstStyle>
            <a:lvl1pPr>
              <a:lnSpc>
                <a:spcPct val="110000"/>
              </a:lnSpc>
              <a:defRPr sz="2800" spc="0">
                <a:solidFill>
                  <a:srgbClr val="FFFFFF"/>
                </a:solidFill>
              </a:defRPr>
            </a:lvl1pPr>
          </a:lstStyle>
          <a:p>
            <a:r>
              <a:t>If there is smaller text that would go here. Lorem ipsum dolor sit amet, consectetur adipiscing elit. </a:t>
            </a:r>
          </a:p>
        </p:txBody>
      </p:sp>
      <p:sp>
        <p:nvSpPr>
          <p:cNvPr id="2535" name="If there is smaller text that would go here. Lorem ipsum dolor sit amet, consectetur adipiscing elit."/>
          <p:cNvSpPr txBox="1">
            <a:spLocks noGrp="1"/>
          </p:cNvSpPr>
          <p:nvPr>
            <p:ph type="body" sz="quarter" idx="25"/>
          </p:nvPr>
        </p:nvSpPr>
        <p:spPr>
          <a:xfrm>
            <a:off x="17488430" y="6239211"/>
            <a:ext cx="5681821" cy="1269551"/>
          </a:xfrm>
          <a:prstGeom prst="rect">
            <a:avLst/>
          </a:prstGeom>
        </p:spPr>
        <p:txBody>
          <a:bodyPr>
            <a:spAutoFit/>
          </a:bodyPr>
          <a:lstStyle>
            <a:lvl1pPr>
              <a:lnSpc>
                <a:spcPct val="110000"/>
              </a:lnSpc>
              <a:defRPr sz="2400" spc="0">
                <a:solidFill>
                  <a:srgbClr val="FFFFFF"/>
                </a:solidFill>
              </a:defRPr>
            </a:lvl1pPr>
          </a:lstStyle>
          <a:p>
            <a:r>
              <a:t>If there is smaller text that would go here. Lorem ipsum dolor sit amet, consectetur adipiscing elit. </a:t>
            </a:r>
          </a:p>
        </p:txBody>
      </p:sp>
      <p:sp>
        <p:nvSpPr>
          <p:cNvPr id="2536" name="If there is smaller text that would go here. Lorem ipsum dolor sit amet, consectetur adipiscing elit."/>
          <p:cNvSpPr txBox="1">
            <a:spLocks noGrp="1"/>
          </p:cNvSpPr>
          <p:nvPr>
            <p:ph type="body" sz="quarter" idx="26"/>
          </p:nvPr>
        </p:nvSpPr>
        <p:spPr>
          <a:xfrm>
            <a:off x="8674226" y="8917590"/>
            <a:ext cx="5681820" cy="1470983"/>
          </a:xfrm>
          <a:prstGeom prst="rect">
            <a:avLst/>
          </a:prstGeom>
        </p:spPr>
        <p:txBody>
          <a:bodyPr>
            <a:spAutoFit/>
          </a:bodyPr>
          <a:lstStyle>
            <a:lvl1pPr>
              <a:lnSpc>
                <a:spcPct val="110000"/>
              </a:lnSpc>
              <a:defRPr sz="2800" spc="0">
                <a:solidFill>
                  <a:srgbClr val="FFFFFF"/>
                </a:solidFill>
              </a:defRPr>
            </a:lvl1pPr>
          </a:lstStyle>
          <a:p>
            <a:r>
              <a:t>If there is smaller text that would go here. Lorem ipsum dolor sit amet, consectetur adipiscing elit. </a:t>
            </a:r>
          </a:p>
        </p:txBody>
      </p:sp>
      <p:sp>
        <p:nvSpPr>
          <p:cNvPr id="2537" name="If there is smaller text that would go here. Lorem ipsum dolor sit amet, consectetur adipiscing elit."/>
          <p:cNvSpPr txBox="1">
            <a:spLocks noGrp="1"/>
          </p:cNvSpPr>
          <p:nvPr>
            <p:ph type="body" sz="quarter" idx="27"/>
          </p:nvPr>
        </p:nvSpPr>
        <p:spPr>
          <a:xfrm>
            <a:off x="17488430" y="8917590"/>
            <a:ext cx="5681821" cy="1269551"/>
          </a:xfrm>
          <a:prstGeom prst="rect">
            <a:avLst/>
          </a:prstGeom>
        </p:spPr>
        <p:txBody>
          <a:bodyPr>
            <a:spAutoFit/>
          </a:bodyPr>
          <a:lstStyle>
            <a:lvl1pPr>
              <a:lnSpc>
                <a:spcPct val="110000"/>
              </a:lnSpc>
              <a:defRPr sz="2400" spc="0">
                <a:solidFill>
                  <a:srgbClr val="FFFFFF"/>
                </a:solidFill>
              </a:defRPr>
            </a:lvl1pPr>
          </a:lstStyle>
          <a:p>
            <a:r>
              <a:t>If there is smaller text that would go here. Lorem ipsum dolor sit amet, consectetur adipiscing elit. </a:t>
            </a:r>
          </a:p>
        </p:txBody>
      </p:sp>
      <p:sp>
        <p:nvSpPr>
          <p:cNvPr id="2538" name="Title"/>
          <p:cNvSpPr txBox="1">
            <a:spLocks noGrp="1"/>
          </p:cNvSpPr>
          <p:nvPr>
            <p:ph type="body" sz="quarter" idx="28"/>
          </p:nvPr>
        </p:nvSpPr>
        <p:spPr>
          <a:xfrm>
            <a:off x="537007" y="3466992"/>
            <a:ext cx="940767" cy="609776"/>
          </a:xfrm>
          <a:prstGeom prst="rect">
            <a:avLst/>
          </a:prstGeom>
        </p:spPr>
        <p:txBody>
          <a:bodyPr wrap="none">
            <a:spAutoFit/>
          </a:bodyPr>
          <a:lstStyle>
            <a:lvl1pPr defTabSz="457200">
              <a:lnSpc>
                <a:spcPct val="100000"/>
              </a:lnSpc>
              <a:defRPr sz="3400" spc="-34">
                <a:solidFill>
                  <a:srgbClr val="FFFFFF"/>
                </a:solidFill>
              </a:defRPr>
            </a:lvl1pPr>
          </a:lstStyle>
          <a:p>
            <a:r>
              <a:t>Title</a:t>
            </a:r>
          </a:p>
        </p:txBody>
      </p:sp>
      <p:sp>
        <p:nvSpPr>
          <p:cNvPr id="2539" name="Title"/>
          <p:cNvSpPr txBox="1">
            <a:spLocks noGrp="1"/>
          </p:cNvSpPr>
          <p:nvPr>
            <p:ph type="body" sz="quarter" idx="29"/>
          </p:nvPr>
        </p:nvSpPr>
        <p:spPr>
          <a:xfrm>
            <a:off x="537007" y="6145371"/>
            <a:ext cx="940767" cy="609776"/>
          </a:xfrm>
          <a:prstGeom prst="rect">
            <a:avLst/>
          </a:prstGeom>
        </p:spPr>
        <p:txBody>
          <a:bodyPr wrap="none">
            <a:spAutoFit/>
          </a:bodyPr>
          <a:lstStyle>
            <a:lvl1pPr defTabSz="457200">
              <a:lnSpc>
                <a:spcPct val="100000"/>
              </a:lnSpc>
              <a:defRPr sz="3400" spc="-34">
                <a:solidFill>
                  <a:srgbClr val="FFFFFF"/>
                </a:solidFill>
              </a:defRPr>
            </a:lvl1pPr>
          </a:lstStyle>
          <a:p>
            <a:r>
              <a:t>Title</a:t>
            </a:r>
          </a:p>
        </p:txBody>
      </p:sp>
      <p:sp>
        <p:nvSpPr>
          <p:cNvPr id="2540" name="Title"/>
          <p:cNvSpPr txBox="1">
            <a:spLocks noGrp="1"/>
          </p:cNvSpPr>
          <p:nvPr>
            <p:ph type="body" sz="quarter" idx="30"/>
          </p:nvPr>
        </p:nvSpPr>
        <p:spPr>
          <a:xfrm>
            <a:off x="537007" y="8823750"/>
            <a:ext cx="940767" cy="609776"/>
          </a:xfrm>
          <a:prstGeom prst="rect">
            <a:avLst/>
          </a:prstGeom>
        </p:spPr>
        <p:txBody>
          <a:bodyPr wrap="none">
            <a:spAutoFit/>
          </a:bodyPr>
          <a:lstStyle>
            <a:lvl1pPr defTabSz="457200">
              <a:lnSpc>
                <a:spcPct val="100000"/>
              </a:lnSpc>
              <a:defRPr sz="3400" spc="-34">
                <a:solidFill>
                  <a:srgbClr val="FFFFFF"/>
                </a:solidFill>
              </a:defRPr>
            </a:lvl1pPr>
          </a:lstStyle>
          <a:p>
            <a:r>
              <a:t>Title</a:t>
            </a:r>
          </a:p>
        </p:txBody>
      </p:sp>
      <p:sp>
        <p:nvSpPr>
          <p:cNvPr id="2541" name="Caption"/>
          <p:cNvSpPr txBox="1">
            <a:spLocks noGrp="1"/>
          </p:cNvSpPr>
          <p:nvPr>
            <p:ph type="body" sz="quarter" idx="31"/>
          </p:nvPr>
        </p:nvSpPr>
        <p:spPr>
          <a:xfrm>
            <a:off x="537007" y="437468"/>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Caption</a:t>
            </a:r>
          </a:p>
        </p:txBody>
      </p:sp>
      <p:sp>
        <p:nvSpPr>
          <p:cNvPr id="2542" name="Title of section…"/>
          <p:cNvSpPr txBox="1">
            <a:spLocks noGrp="1"/>
          </p:cNvSpPr>
          <p:nvPr>
            <p:ph type="body" sz="quarter" idx="32"/>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54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name="Title + rows (3 columns) – Dark">
    <p:bg>
      <p:bgPr>
        <a:solidFill>
          <a:srgbClr val="000000"/>
        </a:solidFill>
        <a:effectLst/>
      </p:bgPr>
    </p:bg>
    <p:spTree>
      <p:nvGrpSpPr>
        <p:cNvPr id="1" name=""/>
        <p:cNvGrpSpPr/>
        <p:nvPr/>
      </p:nvGrpSpPr>
      <p:grpSpPr>
        <a:xfrm>
          <a:off x="0" y="0"/>
          <a:ext cx="0" cy="0"/>
          <a:chOff x="0" y="0"/>
          <a:chExt cx="0" cy="0"/>
        </a:xfrm>
      </p:grpSpPr>
      <p:sp>
        <p:nvSpPr>
          <p:cNvPr id="2550" name="Caption"/>
          <p:cNvSpPr txBox="1">
            <a:spLocks noGrp="1"/>
          </p:cNvSpPr>
          <p:nvPr>
            <p:ph type="body" sz="quarter" idx="21"/>
          </p:nvPr>
        </p:nvSpPr>
        <p:spPr>
          <a:xfrm>
            <a:off x="537007" y="437468"/>
            <a:ext cx="5196234" cy="411733"/>
          </a:xfrm>
          <a:prstGeom prst="rect">
            <a:avLst/>
          </a:prstGeom>
        </p:spPr>
        <p:txBody>
          <a:bodyPr>
            <a:spAutoFit/>
          </a:bodyPr>
          <a:lstStyle>
            <a:lvl1pPr>
              <a:lnSpc>
                <a:spcPct val="120000"/>
              </a:lnSpc>
              <a:defRPr sz="2000" spc="0">
                <a:solidFill>
                  <a:srgbClr val="FFFFFF">
                    <a:alpha val="50000"/>
                  </a:srgbClr>
                </a:solidFill>
              </a:defRPr>
            </a:lvl1pPr>
          </a:lstStyle>
          <a:p>
            <a:r>
              <a:t>Caption</a:t>
            </a:r>
          </a:p>
        </p:txBody>
      </p:sp>
      <p:sp>
        <p:nvSpPr>
          <p:cNvPr id="2551" name="Title of section…"/>
          <p:cNvSpPr txBox="1">
            <a:spLocks noGrp="1"/>
          </p:cNvSpPr>
          <p:nvPr>
            <p:ph type="body" sz="quarter" idx="22"/>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552" name="Title"/>
          <p:cNvSpPr txBox="1">
            <a:spLocks noGrp="1"/>
          </p:cNvSpPr>
          <p:nvPr>
            <p:ph type="body" sz="quarter" idx="23"/>
          </p:nvPr>
        </p:nvSpPr>
        <p:spPr>
          <a:xfrm>
            <a:off x="537007" y="3466992"/>
            <a:ext cx="919177" cy="609776"/>
          </a:xfrm>
          <a:prstGeom prst="rect">
            <a:avLst/>
          </a:prstGeom>
        </p:spPr>
        <p:txBody>
          <a:bodyPr wrap="none">
            <a:spAutoFit/>
          </a:bodyPr>
          <a:lstStyle>
            <a:lvl1pPr>
              <a:lnSpc>
                <a:spcPct val="110000"/>
              </a:lnSpc>
              <a:defRPr sz="3400" spc="-68">
                <a:solidFill>
                  <a:srgbClr val="FFFFFF"/>
                </a:solidFill>
              </a:defRPr>
            </a:lvl1pPr>
          </a:lstStyle>
          <a:p>
            <a:r>
              <a:t>Title</a:t>
            </a:r>
          </a:p>
        </p:txBody>
      </p:sp>
      <p:sp>
        <p:nvSpPr>
          <p:cNvPr id="2553" name="Title"/>
          <p:cNvSpPr txBox="1">
            <a:spLocks noGrp="1"/>
          </p:cNvSpPr>
          <p:nvPr>
            <p:ph type="body" sz="quarter" idx="24"/>
          </p:nvPr>
        </p:nvSpPr>
        <p:spPr>
          <a:xfrm>
            <a:off x="537007" y="6145371"/>
            <a:ext cx="919177" cy="609776"/>
          </a:xfrm>
          <a:prstGeom prst="rect">
            <a:avLst/>
          </a:prstGeom>
        </p:spPr>
        <p:txBody>
          <a:bodyPr wrap="none">
            <a:spAutoFit/>
          </a:bodyPr>
          <a:lstStyle>
            <a:lvl1pPr>
              <a:lnSpc>
                <a:spcPct val="110000"/>
              </a:lnSpc>
              <a:defRPr sz="3400" spc="-68">
                <a:solidFill>
                  <a:srgbClr val="FFFFFF"/>
                </a:solidFill>
              </a:defRPr>
            </a:lvl1pPr>
          </a:lstStyle>
          <a:p>
            <a:r>
              <a:t>Title</a:t>
            </a:r>
          </a:p>
        </p:txBody>
      </p:sp>
      <p:sp>
        <p:nvSpPr>
          <p:cNvPr id="2554" name="Title"/>
          <p:cNvSpPr txBox="1">
            <a:spLocks noGrp="1"/>
          </p:cNvSpPr>
          <p:nvPr>
            <p:ph type="body" sz="quarter" idx="25"/>
          </p:nvPr>
        </p:nvSpPr>
        <p:spPr>
          <a:xfrm>
            <a:off x="537007" y="8823750"/>
            <a:ext cx="919177" cy="609776"/>
          </a:xfrm>
          <a:prstGeom prst="rect">
            <a:avLst/>
          </a:prstGeom>
        </p:spPr>
        <p:txBody>
          <a:bodyPr wrap="none">
            <a:spAutoFit/>
          </a:bodyPr>
          <a:lstStyle>
            <a:lvl1pPr>
              <a:lnSpc>
                <a:spcPct val="110000"/>
              </a:lnSpc>
              <a:defRPr sz="3400" spc="-68">
                <a:solidFill>
                  <a:srgbClr val="FFFFFF"/>
                </a:solidFill>
              </a:defRPr>
            </a:lvl1pPr>
          </a:lstStyle>
          <a:p>
            <a:r>
              <a:t>Title</a:t>
            </a:r>
          </a:p>
        </p:txBody>
      </p:sp>
      <p:sp>
        <p:nvSpPr>
          <p:cNvPr id="2555" name="If there is smaller text that would go here. Lorem ipsum dolor sit amet, consectetur adipiscing elit."/>
          <p:cNvSpPr txBox="1">
            <a:spLocks noGrp="1"/>
          </p:cNvSpPr>
          <p:nvPr>
            <p:ph type="body" sz="quarter" idx="26"/>
          </p:nvPr>
        </p:nvSpPr>
        <p:spPr>
          <a:xfrm>
            <a:off x="8674226" y="3466992"/>
            <a:ext cx="5681820" cy="1470983"/>
          </a:xfrm>
          <a:prstGeom prst="rect">
            <a:avLst/>
          </a:prstGeom>
        </p:spPr>
        <p:txBody>
          <a:bodyPr>
            <a:spAutoFit/>
          </a:bodyPr>
          <a:lstStyle>
            <a:lvl1pPr>
              <a:lnSpc>
                <a:spcPct val="110000"/>
              </a:lnSpc>
              <a:defRPr sz="2800" spc="0">
                <a:solidFill>
                  <a:srgbClr val="FFFFFF"/>
                </a:solidFill>
              </a:defRPr>
            </a:lvl1pPr>
          </a:lstStyle>
          <a:p>
            <a:r>
              <a:t>If there is smaller text that would go here. Lorem ipsum dolor sit amet, consectetur adipiscing elit. </a:t>
            </a:r>
          </a:p>
        </p:txBody>
      </p:sp>
      <p:sp>
        <p:nvSpPr>
          <p:cNvPr id="2556" name="If there is smaller text that would go here. Lorem ipsum dolor sit amet, consectetur adipiscing elit."/>
          <p:cNvSpPr txBox="1">
            <a:spLocks noGrp="1"/>
          </p:cNvSpPr>
          <p:nvPr>
            <p:ph type="body" sz="quarter" idx="27"/>
          </p:nvPr>
        </p:nvSpPr>
        <p:spPr>
          <a:xfrm>
            <a:off x="17488430" y="3466992"/>
            <a:ext cx="5681821" cy="1269551"/>
          </a:xfrm>
          <a:prstGeom prst="rect">
            <a:avLst/>
          </a:prstGeom>
        </p:spPr>
        <p:txBody>
          <a:bodyPr>
            <a:spAutoFit/>
          </a:bodyPr>
          <a:lstStyle>
            <a:lvl1pPr>
              <a:lnSpc>
                <a:spcPct val="110000"/>
              </a:lnSpc>
              <a:defRPr sz="2400" spc="0">
                <a:solidFill>
                  <a:srgbClr val="FFFFFF"/>
                </a:solidFill>
              </a:defRPr>
            </a:lvl1pPr>
          </a:lstStyle>
          <a:p>
            <a:r>
              <a:t>If there is smaller text that would go here. Lorem ipsum dolor sit amet, consectetur adipiscing elit. </a:t>
            </a:r>
          </a:p>
        </p:txBody>
      </p:sp>
      <p:sp>
        <p:nvSpPr>
          <p:cNvPr id="2557" name="If there is smaller text that would go here. Lorem ipsum dolor sit amet, consectetur adipiscing elit."/>
          <p:cNvSpPr txBox="1">
            <a:spLocks noGrp="1"/>
          </p:cNvSpPr>
          <p:nvPr>
            <p:ph type="body" sz="quarter" idx="28"/>
          </p:nvPr>
        </p:nvSpPr>
        <p:spPr>
          <a:xfrm>
            <a:off x="8674226" y="6239211"/>
            <a:ext cx="5681820" cy="1470983"/>
          </a:xfrm>
          <a:prstGeom prst="rect">
            <a:avLst/>
          </a:prstGeom>
        </p:spPr>
        <p:txBody>
          <a:bodyPr>
            <a:spAutoFit/>
          </a:bodyPr>
          <a:lstStyle>
            <a:lvl1pPr>
              <a:lnSpc>
                <a:spcPct val="110000"/>
              </a:lnSpc>
              <a:defRPr sz="2800" spc="0">
                <a:solidFill>
                  <a:srgbClr val="FFFFFF"/>
                </a:solidFill>
              </a:defRPr>
            </a:lvl1pPr>
          </a:lstStyle>
          <a:p>
            <a:r>
              <a:t>If there is smaller text that would go here. Lorem ipsum dolor sit amet, consectetur adipiscing elit. </a:t>
            </a:r>
          </a:p>
        </p:txBody>
      </p:sp>
      <p:sp>
        <p:nvSpPr>
          <p:cNvPr id="2558" name="If there is smaller text that would go here. Lorem ipsum dolor sit amet, consectetur adipiscing elit."/>
          <p:cNvSpPr txBox="1">
            <a:spLocks noGrp="1"/>
          </p:cNvSpPr>
          <p:nvPr>
            <p:ph type="body" sz="quarter" idx="29"/>
          </p:nvPr>
        </p:nvSpPr>
        <p:spPr>
          <a:xfrm>
            <a:off x="17488430" y="6239211"/>
            <a:ext cx="5681821" cy="1269551"/>
          </a:xfrm>
          <a:prstGeom prst="rect">
            <a:avLst/>
          </a:prstGeom>
        </p:spPr>
        <p:txBody>
          <a:bodyPr>
            <a:spAutoFit/>
          </a:bodyPr>
          <a:lstStyle>
            <a:lvl1pPr>
              <a:lnSpc>
                <a:spcPct val="110000"/>
              </a:lnSpc>
              <a:defRPr sz="2400" spc="0">
                <a:solidFill>
                  <a:srgbClr val="FFFFFF"/>
                </a:solidFill>
              </a:defRPr>
            </a:lvl1pPr>
          </a:lstStyle>
          <a:p>
            <a:r>
              <a:t>If there is smaller text that would go here. Lorem ipsum dolor sit amet, consectetur adipiscing elit. </a:t>
            </a:r>
          </a:p>
        </p:txBody>
      </p:sp>
      <p:sp>
        <p:nvSpPr>
          <p:cNvPr id="2559" name="If there is smaller text that would go here. Lorem ipsum dolor sit amet, consectetur adipiscing elit."/>
          <p:cNvSpPr txBox="1">
            <a:spLocks noGrp="1"/>
          </p:cNvSpPr>
          <p:nvPr>
            <p:ph type="body" sz="quarter" idx="30"/>
          </p:nvPr>
        </p:nvSpPr>
        <p:spPr>
          <a:xfrm>
            <a:off x="8674226" y="8917590"/>
            <a:ext cx="5681820" cy="1470983"/>
          </a:xfrm>
          <a:prstGeom prst="rect">
            <a:avLst/>
          </a:prstGeom>
        </p:spPr>
        <p:txBody>
          <a:bodyPr>
            <a:spAutoFit/>
          </a:bodyPr>
          <a:lstStyle>
            <a:lvl1pPr>
              <a:lnSpc>
                <a:spcPct val="110000"/>
              </a:lnSpc>
              <a:defRPr sz="2800" spc="0">
                <a:solidFill>
                  <a:srgbClr val="FFFFFF"/>
                </a:solidFill>
              </a:defRPr>
            </a:lvl1pPr>
          </a:lstStyle>
          <a:p>
            <a:r>
              <a:t>If there is smaller text that would go here. Lorem ipsum dolor sit amet, consectetur adipiscing elit. </a:t>
            </a:r>
          </a:p>
        </p:txBody>
      </p:sp>
      <p:sp>
        <p:nvSpPr>
          <p:cNvPr id="2560" name="If there is smaller text that would go here. Lorem ipsum dolor sit amet, consectetur adipiscing elit."/>
          <p:cNvSpPr txBox="1">
            <a:spLocks noGrp="1"/>
          </p:cNvSpPr>
          <p:nvPr>
            <p:ph type="body" sz="quarter" idx="31"/>
          </p:nvPr>
        </p:nvSpPr>
        <p:spPr>
          <a:xfrm>
            <a:off x="17488430" y="8917590"/>
            <a:ext cx="5681821" cy="1269551"/>
          </a:xfrm>
          <a:prstGeom prst="rect">
            <a:avLst/>
          </a:prstGeom>
        </p:spPr>
        <p:txBody>
          <a:bodyPr>
            <a:spAutoFit/>
          </a:bodyPr>
          <a:lstStyle>
            <a:lvl1pPr>
              <a:lnSpc>
                <a:spcPct val="110000"/>
              </a:lnSpc>
              <a:defRPr sz="2400" spc="0">
                <a:solidFill>
                  <a:srgbClr val="FFFFFF"/>
                </a:solidFill>
              </a:defRPr>
            </a:lvl1pPr>
          </a:lstStyle>
          <a:p>
            <a:r>
              <a:t>If there is smaller text that would go here. Lorem ipsum dolor sit amet, consectetur adipiscing elit. </a:t>
            </a:r>
          </a:p>
        </p:txBody>
      </p:sp>
      <p:sp>
        <p:nvSpPr>
          <p:cNvPr id="2561" name="Text"/>
          <p:cNvSpPr txBox="1">
            <a:spLocks noGrp="1"/>
          </p:cNvSpPr>
          <p:nvPr>
            <p:ph type="body" sz="quarter" idx="3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56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type="tx">
  <p:cSld name="Title + 6 text boxes – Grey">
    <p:bg>
      <p:bgPr>
        <a:solidFill>
          <a:srgbClr val="CCCDD1"/>
        </a:solidFill>
        <a:effectLst/>
      </p:bgPr>
    </p:bg>
    <p:spTree>
      <p:nvGrpSpPr>
        <p:cNvPr id="1" name=""/>
        <p:cNvGrpSpPr/>
        <p:nvPr/>
      </p:nvGrpSpPr>
      <p:grpSpPr>
        <a:xfrm>
          <a:off x="0" y="0"/>
          <a:ext cx="0" cy="0"/>
          <a:chOff x="0" y="0"/>
          <a:chExt cx="0" cy="0"/>
        </a:xfrm>
      </p:grpSpPr>
      <p:sp>
        <p:nvSpPr>
          <p:cNvPr id="2585"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586" name="Title of section…"/>
          <p:cNvSpPr txBox="1">
            <a:spLocks noGrp="1"/>
          </p:cNvSpPr>
          <p:nvPr>
            <p:ph type="body" sz="quarter" idx="22"/>
          </p:nvPr>
        </p:nvSpPr>
        <p:spPr>
          <a:xfrm>
            <a:off x="8674226" y="3484158"/>
            <a:ext cx="7035547"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587" name="Title of section…"/>
          <p:cNvSpPr txBox="1">
            <a:spLocks noGrp="1"/>
          </p:cNvSpPr>
          <p:nvPr>
            <p:ph type="body" sz="quarter" idx="23"/>
          </p:nvPr>
        </p:nvSpPr>
        <p:spPr>
          <a:xfrm>
            <a:off x="16817033" y="3484158"/>
            <a:ext cx="7035548"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588" name="Title of section…"/>
          <p:cNvSpPr txBox="1">
            <a:spLocks noGrp="1"/>
          </p:cNvSpPr>
          <p:nvPr>
            <p:ph type="body" sz="quarter" idx="24"/>
          </p:nvPr>
        </p:nvSpPr>
        <p:spPr>
          <a:xfrm>
            <a:off x="537007" y="3484158"/>
            <a:ext cx="7035548"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589" name="Title of section…"/>
          <p:cNvSpPr txBox="1">
            <a:spLocks noGrp="1"/>
          </p:cNvSpPr>
          <p:nvPr>
            <p:ph type="body" sz="quarter" idx="25"/>
          </p:nvPr>
        </p:nvSpPr>
        <p:spPr>
          <a:xfrm>
            <a:off x="8674226" y="7854494"/>
            <a:ext cx="7035547"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590" name="Title of section…"/>
          <p:cNvSpPr txBox="1">
            <a:spLocks noGrp="1"/>
          </p:cNvSpPr>
          <p:nvPr>
            <p:ph type="body" sz="quarter" idx="26"/>
          </p:nvPr>
        </p:nvSpPr>
        <p:spPr>
          <a:xfrm>
            <a:off x="16817033" y="7854494"/>
            <a:ext cx="7035548"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591" name="Title of section…"/>
          <p:cNvSpPr txBox="1">
            <a:spLocks noGrp="1"/>
          </p:cNvSpPr>
          <p:nvPr>
            <p:ph type="body" sz="quarter" idx="27"/>
          </p:nvPr>
        </p:nvSpPr>
        <p:spPr>
          <a:xfrm>
            <a:off x="537007" y="7854494"/>
            <a:ext cx="7035548"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592" name="Caption"/>
          <p:cNvSpPr txBox="1">
            <a:spLocks noGrp="1"/>
          </p:cNvSpPr>
          <p:nvPr>
            <p:ph type="body" sz="quarter" idx="28"/>
          </p:nvPr>
        </p:nvSpPr>
        <p:spPr>
          <a:xfrm>
            <a:off x="537007" y="437468"/>
            <a:ext cx="5196234" cy="411733"/>
          </a:xfrm>
          <a:prstGeom prst="rect">
            <a:avLst/>
          </a:prstGeom>
        </p:spPr>
        <p:txBody>
          <a:bodyPr>
            <a:spAutoFit/>
          </a:bodyPr>
          <a:lstStyle>
            <a:lvl1pPr>
              <a:lnSpc>
                <a:spcPct val="120000"/>
              </a:lnSpc>
              <a:defRPr sz="2000" spc="0">
                <a:solidFill>
                  <a:srgbClr val="FFFFFF">
                    <a:alpha val="50000"/>
                  </a:srgbClr>
                </a:solidFill>
              </a:defRPr>
            </a:lvl1pPr>
          </a:lstStyle>
          <a:p>
            <a:r>
              <a:t>Caption</a:t>
            </a:r>
          </a:p>
        </p:txBody>
      </p:sp>
      <p:sp>
        <p:nvSpPr>
          <p:cNvPr id="2593" name="Title of section…"/>
          <p:cNvSpPr txBox="1">
            <a:spLocks noGrp="1"/>
          </p:cNvSpPr>
          <p:nvPr>
            <p:ph type="body" sz="quarter" idx="29"/>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59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type="tx">
  <p:cSld name="Title + 6 text boxes – Dark">
    <p:bg>
      <p:bgPr>
        <a:solidFill>
          <a:srgbClr val="000000"/>
        </a:solidFill>
        <a:effectLst/>
      </p:bgPr>
    </p:bg>
    <p:spTree>
      <p:nvGrpSpPr>
        <p:cNvPr id="1" name=""/>
        <p:cNvGrpSpPr/>
        <p:nvPr/>
      </p:nvGrpSpPr>
      <p:grpSpPr>
        <a:xfrm>
          <a:off x="0" y="0"/>
          <a:ext cx="0" cy="0"/>
          <a:chOff x="0" y="0"/>
          <a:chExt cx="0" cy="0"/>
        </a:xfrm>
      </p:grpSpPr>
      <p:sp>
        <p:nvSpPr>
          <p:cNvPr id="2601"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602" name="Title of section…"/>
          <p:cNvSpPr txBox="1">
            <a:spLocks noGrp="1"/>
          </p:cNvSpPr>
          <p:nvPr>
            <p:ph type="body" sz="quarter" idx="22"/>
          </p:nvPr>
        </p:nvSpPr>
        <p:spPr>
          <a:xfrm>
            <a:off x="8674226" y="3484158"/>
            <a:ext cx="7035547"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03" name="Title of section…"/>
          <p:cNvSpPr txBox="1">
            <a:spLocks noGrp="1"/>
          </p:cNvSpPr>
          <p:nvPr>
            <p:ph type="body" sz="quarter" idx="23"/>
          </p:nvPr>
        </p:nvSpPr>
        <p:spPr>
          <a:xfrm>
            <a:off x="16817033" y="3484158"/>
            <a:ext cx="7035548"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04" name="Title of section…"/>
          <p:cNvSpPr txBox="1">
            <a:spLocks noGrp="1"/>
          </p:cNvSpPr>
          <p:nvPr>
            <p:ph type="body" sz="quarter" idx="24"/>
          </p:nvPr>
        </p:nvSpPr>
        <p:spPr>
          <a:xfrm>
            <a:off x="537007" y="3484158"/>
            <a:ext cx="7035548"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05" name="Title of section…"/>
          <p:cNvSpPr txBox="1">
            <a:spLocks noGrp="1"/>
          </p:cNvSpPr>
          <p:nvPr>
            <p:ph type="body" sz="quarter" idx="25"/>
          </p:nvPr>
        </p:nvSpPr>
        <p:spPr>
          <a:xfrm>
            <a:off x="8674226" y="7854494"/>
            <a:ext cx="7035547"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06" name="Title of section…"/>
          <p:cNvSpPr txBox="1">
            <a:spLocks noGrp="1"/>
          </p:cNvSpPr>
          <p:nvPr>
            <p:ph type="body" sz="quarter" idx="26"/>
          </p:nvPr>
        </p:nvSpPr>
        <p:spPr>
          <a:xfrm>
            <a:off x="16817033" y="7854494"/>
            <a:ext cx="7035548"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07" name="Title of section…"/>
          <p:cNvSpPr txBox="1">
            <a:spLocks noGrp="1"/>
          </p:cNvSpPr>
          <p:nvPr>
            <p:ph type="body" sz="quarter" idx="27"/>
          </p:nvPr>
        </p:nvSpPr>
        <p:spPr>
          <a:xfrm>
            <a:off x="537007" y="7854494"/>
            <a:ext cx="7035548" cy="3290781"/>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08" name="Caption"/>
          <p:cNvSpPr txBox="1">
            <a:spLocks noGrp="1"/>
          </p:cNvSpPr>
          <p:nvPr>
            <p:ph type="body" sz="quarter" idx="28"/>
          </p:nvPr>
        </p:nvSpPr>
        <p:spPr>
          <a:xfrm>
            <a:off x="537007" y="437468"/>
            <a:ext cx="5196234" cy="411733"/>
          </a:xfrm>
          <a:prstGeom prst="rect">
            <a:avLst/>
          </a:prstGeom>
        </p:spPr>
        <p:txBody>
          <a:bodyPr>
            <a:spAutoFit/>
          </a:bodyPr>
          <a:lstStyle>
            <a:lvl1pPr>
              <a:lnSpc>
                <a:spcPct val="120000"/>
              </a:lnSpc>
              <a:defRPr sz="2000" spc="0">
                <a:solidFill>
                  <a:srgbClr val="FFFFFF">
                    <a:alpha val="50000"/>
                  </a:srgbClr>
                </a:solidFill>
              </a:defRPr>
            </a:lvl1pPr>
          </a:lstStyle>
          <a:p>
            <a:r>
              <a:t>Caption</a:t>
            </a:r>
          </a:p>
        </p:txBody>
      </p:sp>
      <p:sp>
        <p:nvSpPr>
          <p:cNvPr id="2609" name="Title of section…"/>
          <p:cNvSpPr txBox="1">
            <a:spLocks noGrp="1"/>
          </p:cNvSpPr>
          <p:nvPr>
            <p:ph type="body" sz="quarter" idx="29"/>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61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type="tx">
  <p:cSld name="Title + 4 columns – Grey">
    <p:bg>
      <p:bgPr>
        <a:solidFill>
          <a:srgbClr val="CCCDD1"/>
        </a:solidFill>
        <a:effectLst/>
      </p:bgPr>
    </p:bg>
    <p:spTree>
      <p:nvGrpSpPr>
        <p:cNvPr id="1" name=""/>
        <p:cNvGrpSpPr/>
        <p:nvPr/>
      </p:nvGrpSpPr>
      <p:grpSpPr>
        <a:xfrm>
          <a:off x="0" y="0"/>
          <a:ext cx="0" cy="0"/>
          <a:chOff x="0" y="0"/>
          <a:chExt cx="0" cy="0"/>
        </a:xfrm>
      </p:grpSpPr>
      <p:sp>
        <p:nvSpPr>
          <p:cNvPr id="2631" name="Title of section…"/>
          <p:cNvSpPr txBox="1">
            <a:spLocks noGrp="1"/>
          </p:cNvSpPr>
          <p:nvPr>
            <p:ph type="body" sz="quarter" idx="21"/>
          </p:nvPr>
        </p:nvSpPr>
        <p:spPr>
          <a:xfrm>
            <a:off x="534213" y="5086799"/>
            <a:ext cx="5341902" cy="3695027"/>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32" name="Title of section…"/>
          <p:cNvSpPr txBox="1">
            <a:spLocks noGrp="1"/>
          </p:cNvSpPr>
          <p:nvPr>
            <p:ph type="body" sz="quarter" idx="22"/>
          </p:nvPr>
        </p:nvSpPr>
        <p:spPr>
          <a:xfrm>
            <a:off x="6525437" y="5086799"/>
            <a:ext cx="5341902" cy="3695027"/>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33" name="Title of section…"/>
          <p:cNvSpPr txBox="1">
            <a:spLocks noGrp="1"/>
          </p:cNvSpPr>
          <p:nvPr>
            <p:ph type="body" sz="quarter" idx="23"/>
          </p:nvPr>
        </p:nvSpPr>
        <p:spPr>
          <a:xfrm>
            <a:off x="12516662" y="5086799"/>
            <a:ext cx="5341902" cy="3695027"/>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34" name="Title of section…"/>
          <p:cNvSpPr txBox="1">
            <a:spLocks noGrp="1"/>
          </p:cNvSpPr>
          <p:nvPr>
            <p:ph type="body" sz="quarter" idx="24"/>
          </p:nvPr>
        </p:nvSpPr>
        <p:spPr>
          <a:xfrm>
            <a:off x="18507885" y="5086799"/>
            <a:ext cx="5341903" cy="3695027"/>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35" name="Text"/>
          <p:cNvSpPr txBox="1">
            <a:spLocks noGrp="1"/>
          </p:cNvSpPr>
          <p:nvPr>
            <p:ph type="body" sz="quarter" idx="25"/>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636" name="Caption"/>
          <p:cNvSpPr txBox="1">
            <a:spLocks noGrp="1"/>
          </p:cNvSpPr>
          <p:nvPr>
            <p:ph type="body" sz="quarter" idx="26"/>
          </p:nvPr>
        </p:nvSpPr>
        <p:spPr>
          <a:xfrm>
            <a:off x="537007" y="437468"/>
            <a:ext cx="5196234" cy="411733"/>
          </a:xfrm>
          <a:prstGeom prst="rect">
            <a:avLst/>
          </a:prstGeom>
        </p:spPr>
        <p:txBody>
          <a:bodyPr>
            <a:spAutoFit/>
          </a:bodyPr>
          <a:lstStyle>
            <a:lvl1pPr>
              <a:lnSpc>
                <a:spcPct val="120000"/>
              </a:lnSpc>
              <a:defRPr sz="2000" spc="0">
                <a:solidFill>
                  <a:srgbClr val="FFFFFF">
                    <a:alpha val="50000"/>
                  </a:srgbClr>
                </a:solidFill>
              </a:defRPr>
            </a:lvl1pPr>
          </a:lstStyle>
          <a:p>
            <a:r>
              <a:t>Caption</a:t>
            </a:r>
          </a:p>
        </p:txBody>
      </p:sp>
      <p:sp>
        <p:nvSpPr>
          <p:cNvPr id="2637" name="Title of section…"/>
          <p:cNvSpPr txBox="1">
            <a:spLocks noGrp="1"/>
          </p:cNvSpPr>
          <p:nvPr>
            <p:ph type="body" sz="quarter" idx="27"/>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63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type="tx">
  <p:cSld name="Title + 4 columns – Dark">
    <p:bg>
      <p:bgPr>
        <a:solidFill>
          <a:srgbClr val="000000"/>
        </a:solidFill>
        <a:effectLst/>
      </p:bgPr>
    </p:bg>
    <p:spTree>
      <p:nvGrpSpPr>
        <p:cNvPr id="1" name=""/>
        <p:cNvGrpSpPr/>
        <p:nvPr/>
      </p:nvGrpSpPr>
      <p:grpSpPr>
        <a:xfrm>
          <a:off x="0" y="0"/>
          <a:ext cx="0" cy="0"/>
          <a:chOff x="0" y="0"/>
          <a:chExt cx="0" cy="0"/>
        </a:xfrm>
      </p:grpSpPr>
      <p:sp>
        <p:nvSpPr>
          <p:cNvPr id="2645"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646" name="Title of section…"/>
          <p:cNvSpPr txBox="1">
            <a:spLocks noGrp="1"/>
          </p:cNvSpPr>
          <p:nvPr>
            <p:ph type="body" sz="quarter" idx="22"/>
          </p:nvPr>
        </p:nvSpPr>
        <p:spPr>
          <a:xfrm>
            <a:off x="18507885" y="5086799"/>
            <a:ext cx="5341903" cy="3695027"/>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47" name="Caption"/>
          <p:cNvSpPr txBox="1">
            <a:spLocks noGrp="1"/>
          </p:cNvSpPr>
          <p:nvPr>
            <p:ph type="body" sz="quarter" idx="23"/>
          </p:nvPr>
        </p:nvSpPr>
        <p:spPr>
          <a:xfrm>
            <a:off x="537007" y="437468"/>
            <a:ext cx="5196234" cy="411733"/>
          </a:xfrm>
          <a:prstGeom prst="rect">
            <a:avLst/>
          </a:prstGeom>
        </p:spPr>
        <p:txBody>
          <a:bodyPr>
            <a:spAutoFit/>
          </a:bodyPr>
          <a:lstStyle>
            <a:lvl1pPr>
              <a:lnSpc>
                <a:spcPct val="120000"/>
              </a:lnSpc>
              <a:defRPr sz="2000" spc="0">
                <a:solidFill>
                  <a:srgbClr val="FFFFFF">
                    <a:alpha val="50000"/>
                  </a:srgbClr>
                </a:solidFill>
              </a:defRPr>
            </a:lvl1pPr>
          </a:lstStyle>
          <a:p>
            <a:r>
              <a:t>Caption</a:t>
            </a:r>
          </a:p>
        </p:txBody>
      </p:sp>
      <p:sp>
        <p:nvSpPr>
          <p:cNvPr id="2648" name="Title of section…"/>
          <p:cNvSpPr txBox="1">
            <a:spLocks noGrp="1"/>
          </p:cNvSpPr>
          <p:nvPr>
            <p:ph type="body" sz="quarter" idx="24"/>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649" name="Title of section…"/>
          <p:cNvSpPr txBox="1">
            <a:spLocks noGrp="1"/>
          </p:cNvSpPr>
          <p:nvPr>
            <p:ph type="body" sz="quarter" idx="25"/>
          </p:nvPr>
        </p:nvSpPr>
        <p:spPr>
          <a:xfrm>
            <a:off x="12516661" y="5086799"/>
            <a:ext cx="5341903" cy="3695027"/>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50" name="Title of section…"/>
          <p:cNvSpPr txBox="1">
            <a:spLocks noGrp="1"/>
          </p:cNvSpPr>
          <p:nvPr>
            <p:ph type="body" sz="quarter" idx="26"/>
          </p:nvPr>
        </p:nvSpPr>
        <p:spPr>
          <a:xfrm>
            <a:off x="6525437" y="5086799"/>
            <a:ext cx="5341902" cy="3695027"/>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51" name="Title of section…"/>
          <p:cNvSpPr txBox="1">
            <a:spLocks noGrp="1"/>
          </p:cNvSpPr>
          <p:nvPr>
            <p:ph type="body" sz="quarter" idx="27"/>
          </p:nvPr>
        </p:nvSpPr>
        <p:spPr>
          <a:xfrm>
            <a:off x="534212" y="5086799"/>
            <a:ext cx="5341902" cy="3695027"/>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5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type="tx">
  <p:cSld name="Title + 5 columns – Grey">
    <p:bg>
      <p:bgPr>
        <a:solidFill>
          <a:srgbClr val="CCCDD1"/>
        </a:solidFill>
        <a:effectLst/>
      </p:bgPr>
    </p:bg>
    <p:spTree>
      <p:nvGrpSpPr>
        <p:cNvPr id="1" name=""/>
        <p:cNvGrpSpPr/>
        <p:nvPr/>
      </p:nvGrpSpPr>
      <p:grpSpPr>
        <a:xfrm>
          <a:off x="0" y="0"/>
          <a:ext cx="0" cy="0"/>
          <a:chOff x="0" y="0"/>
          <a:chExt cx="0" cy="0"/>
        </a:xfrm>
      </p:grpSpPr>
      <p:sp>
        <p:nvSpPr>
          <p:cNvPr id="2674"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675" name="Title of section…"/>
          <p:cNvSpPr txBox="1">
            <a:spLocks noGrp="1"/>
          </p:cNvSpPr>
          <p:nvPr>
            <p:ph type="body" sz="quarter" idx="22"/>
          </p:nvPr>
        </p:nvSpPr>
        <p:spPr>
          <a:xfrm>
            <a:off x="534213" y="5086799"/>
            <a:ext cx="4283584"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76" name="Caption"/>
          <p:cNvSpPr txBox="1">
            <a:spLocks noGrp="1"/>
          </p:cNvSpPr>
          <p:nvPr>
            <p:ph type="body" sz="quarter" idx="23"/>
          </p:nvPr>
        </p:nvSpPr>
        <p:spPr>
          <a:xfrm>
            <a:off x="537007" y="437468"/>
            <a:ext cx="5196234" cy="411733"/>
          </a:xfrm>
          <a:prstGeom prst="rect">
            <a:avLst/>
          </a:prstGeom>
        </p:spPr>
        <p:txBody>
          <a:bodyPr>
            <a:spAutoFit/>
          </a:bodyPr>
          <a:lstStyle>
            <a:lvl1pPr>
              <a:lnSpc>
                <a:spcPct val="120000"/>
              </a:lnSpc>
              <a:defRPr sz="2000" spc="0">
                <a:solidFill>
                  <a:srgbClr val="FFFFFF">
                    <a:alpha val="50000"/>
                  </a:srgbClr>
                </a:solidFill>
              </a:defRPr>
            </a:lvl1pPr>
          </a:lstStyle>
          <a:p>
            <a:r>
              <a:t>Caption</a:t>
            </a:r>
          </a:p>
        </p:txBody>
      </p:sp>
      <p:sp>
        <p:nvSpPr>
          <p:cNvPr id="2677" name="Title of section…"/>
          <p:cNvSpPr txBox="1">
            <a:spLocks noGrp="1"/>
          </p:cNvSpPr>
          <p:nvPr>
            <p:ph type="body" sz="quarter" idx="24"/>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678" name="Title of section…"/>
          <p:cNvSpPr txBox="1">
            <a:spLocks noGrp="1"/>
          </p:cNvSpPr>
          <p:nvPr>
            <p:ph type="body" sz="quarter" idx="25"/>
          </p:nvPr>
        </p:nvSpPr>
        <p:spPr>
          <a:xfrm>
            <a:off x="5292210" y="5086799"/>
            <a:ext cx="4283584"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79" name="Title of section…"/>
          <p:cNvSpPr txBox="1">
            <a:spLocks noGrp="1"/>
          </p:cNvSpPr>
          <p:nvPr>
            <p:ph type="body" sz="quarter" idx="26"/>
          </p:nvPr>
        </p:nvSpPr>
        <p:spPr>
          <a:xfrm>
            <a:off x="10050208" y="5086799"/>
            <a:ext cx="4283584"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80" name="Title of section…"/>
          <p:cNvSpPr txBox="1">
            <a:spLocks noGrp="1"/>
          </p:cNvSpPr>
          <p:nvPr>
            <p:ph type="body" sz="quarter" idx="27"/>
          </p:nvPr>
        </p:nvSpPr>
        <p:spPr>
          <a:xfrm>
            <a:off x="14808206" y="5086799"/>
            <a:ext cx="4283584"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81" name="Title of section…"/>
          <p:cNvSpPr txBox="1">
            <a:spLocks noGrp="1"/>
          </p:cNvSpPr>
          <p:nvPr>
            <p:ph type="body" sz="quarter" idx="28"/>
          </p:nvPr>
        </p:nvSpPr>
        <p:spPr>
          <a:xfrm>
            <a:off x="19566204" y="5086799"/>
            <a:ext cx="4283584"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8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type="tx">
  <p:cSld name="Title + 5 columns – Dark">
    <p:bg>
      <p:bgPr>
        <a:solidFill>
          <a:srgbClr val="000000"/>
        </a:solidFill>
        <a:effectLst/>
      </p:bgPr>
    </p:bg>
    <p:spTree>
      <p:nvGrpSpPr>
        <p:cNvPr id="1" name=""/>
        <p:cNvGrpSpPr/>
        <p:nvPr/>
      </p:nvGrpSpPr>
      <p:grpSpPr>
        <a:xfrm>
          <a:off x="0" y="0"/>
          <a:ext cx="0" cy="0"/>
          <a:chOff x="0" y="0"/>
          <a:chExt cx="0" cy="0"/>
        </a:xfrm>
      </p:grpSpPr>
      <p:sp>
        <p:nvSpPr>
          <p:cNvPr id="2689"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690" name="Caption"/>
          <p:cNvSpPr txBox="1">
            <a:spLocks noGrp="1"/>
          </p:cNvSpPr>
          <p:nvPr>
            <p:ph type="body" sz="quarter" idx="22"/>
          </p:nvPr>
        </p:nvSpPr>
        <p:spPr>
          <a:xfrm>
            <a:off x="537007" y="437468"/>
            <a:ext cx="5196234" cy="411733"/>
          </a:xfrm>
          <a:prstGeom prst="rect">
            <a:avLst/>
          </a:prstGeom>
        </p:spPr>
        <p:txBody>
          <a:bodyPr>
            <a:spAutoFit/>
          </a:bodyPr>
          <a:lstStyle>
            <a:lvl1pPr>
              <a:lnSpc>
                <a:spcPct val="120000"/>
              </a:lnSpc>
              <a:defRPr sz="2000" spc="0">
                <a:solidFill>
                  <a:srgbClr val="FFFFFF">
                    <a:alpha val="50000"/>
                  </a:srgbClr>
                </a:solidFill>
              </a:defRPr>
            </a:lvl1pPr>
          </a:lstStyle>
          <a:p>
            <a:r>
              <a:t>Caption</a:t>
            </a:r>
          </a:p>
        </p:txBody>
      </p:sp>
      <p:sp>
        <p:nvSpPr>
          <p:cNvPr id="2691" name="Title of section…"/>
          <p:cNvSpPr txBox="1">
            <a:spLocks noGrp="1"/>
          </p:cNvSpPr>
          <p:nvPr>
            <p:ph type="body" sz="quarter" idx="23"/>
          </p:nvPr>
        </p:nvSpPr>
        <p:spPr>
          <a:xfrm>
            <a:off x="537007" y="788897"/>
            <a:ext cx="5470681" cy="1867328"/>
          </a:xfrm>
          <a:prstGeom prst="rect">
            <a:avLst/>
          </a:prstGeom>
        </p:spPr>
        <p:txBody>
          <a:bodyPr>
            <a:spAutoFit/>
          </a:bodyPr>
          <a:lstStyle/>
          <a:p>
            <a:pPr>
              <a:defRPr>
                <a:solidFill>
                  <a:srgbClr val="FFFFFF"/>
                </a:solidFill>
              </a:defRPr>
            </a:pPr>
            <a:r>
              <a:t>Title of section</a:t>
            </a:r>
          </a:p>
          <a:p>
            <a:pPr>
              <a:defRPr>
                <a:solidFill>
                  <a:srgbClr val="FFFFFF">
                    <a:alpha val="50000"/>
                  </a:srgbClr>
                </a:solidFill>
              </a:defRPr>
            </a:pPr>
            <a:r>
              <a:t>Subtitle</a:t>
            </a:r>
          </a:p>
        </p:txBody>
      </p:sp>
      <p:sp>
        <p:nvSpPr>
          <p:cNvPr id="2692" name="Title of section…"/>
          <p:cNvSpPr txBox="1">
            <a:spLocks noGrp="1"/>
          </p:cNvSpPr>
          <p:nvPr>
            <p:ph type="body" sz="quarter" idx="24"/>
          </p:nvPr>
        </p:nvSpPr>
        <p:spPr>
          <a:xfrm>
            <a:off x="534212" y="5086799"/>
            <a:ext cx="4283585"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93" name="Title of section…"/>
          <p:cNvSpPr txBox="1">
            <a:spLocks noGrp="1"/>
          </p:cNvSpPr>
          <p:nvPr>
            <p:ph type="body" sz="quarter" idx="25"/>
          </p:nvPr>
        </p:nvSpPr>
        <p:spPr>
          <a:xfrm>
            <a:off x="5292210" y="5086799"/>
            <a:ext cx="4283585"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94" name="Title of section…"/>
          <p:cNvSpPr txBox="1">
            <a:spLocks noGrp="1"/>
          </p:cNvSpPr>
          <p:nvPr>
            <p:ph type="body" sz="quarter" idx="26"/>
          </p:nvPr>
        </p:nvSpPr>
        <p:spPr>
          <a:xfrm>
            <a:off x="10050209" y="5086799"/>
            <a:ext cx="4283584"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95" name="Title of section…"/>
          <p:cNvSpPr txBox="1">
            <a:spLocks noGrp="1"/>
          </p:cNvSpPr>
          <p:nvPr>
            <p:ph type="body" sz="quarter" idx="27"/>
          </p:nvPr>
        </p:nvSpPr>
        <p:spPr>
          <a:xfrm>
            <a:off x="14808207" y="5086799"/>
            <a:ext cx="4283585"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96" name="Title of section…"/>
          <p:cNvSpPr txBox="1">
            <a:spLocks noGrp="1"/>
          </p:cNvSpPr>
          <p:nvPr>
            <p:ph type="body" sz="quarter" idx="28"/>
          </p:nvPr>
        </p:nvSpPr>
        <p:spPr>
          <a:xfrm>
            <a:off x="19566205" y="5086799"/>
            <a:ext cx="4283585" cy="4503519"/>
          </a:xfrm>
          <a:prstGeom prst="rect">
            <a:avLst/>
          </a:prstGeom>
        </p:spPr>
        <p:txBody>
          <a:bodyPr>
            <a:spAutoFit/>
          </a:bodyPr>
          <a:lstStyle/>
          <a:p>
            <a:pPr>
              <a:lnSpc>
                <a:spcPct val="110000"/>
              </a:lnSpc>
              <a:defRPr sz="2400" spc="0">
                <a:solidFill>
                  <a:srgbClr val="FFFFFF"/>
                </a:solidFill>
              </a:defRPr>
            </a:pPr>
            <a:r>
              <a:t>Title of section</a:t>
            </a:r>
          </a:p>
          <a:p>
            <a:pPr>
              <a:lnSpc>
                <a:spcPct val="110000"/>
              </a:lnSpc>
              <a:defRPr sz="2400" spc="0">
                <a:solidFill>
                  <a:srgbClr val="FFFFFF"/>
                </a:solidFill>
              </a:defRPr>
            </a:pPr>
            <a:endParaRPr/>
          </a:p>
          <a:p>
            <a:pPr>
              <a:lnSpc>
                <a:spcPct val="110000"/>
              </a:lnSpc>
              <a:defRPr sz="2400" spc="0">
                <a:solidFill>
                  <a:srgbClr val="FFFFFF">
                    <a:alpha val="50000"/>
                  </a:srgbClr>
                </a:solidFill>
              </a:defRPr>
            </a:pPr>
            <a:r>
              <a:t>Lorem ipsum dolor sit amet, consectetur adipiscing elit, sed do eiusmod tempor incididunt ut labore et dolore magna aliqua. Ut enim ad minim veniam, quis nostrud exercitation ullamco laboris nisi ut aliquip ex ea commodo consequat.</a:t>
            </a:r>
          </a:p>
        </p:txBody>
      </p:sp>
      <p:sp>
        <p:nvSpPr>
          <p:cNvPr id="269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type="tx">
  <p:cSld name="Quote highlight – Grey">
    <p:bg>
      <p:bgPr>
        <a:solidFill>
          <a:srgbClr val="CCCDD1"/>
        </a:solidFill>
        <a:effectLst/>
      </p:bgPr>
    </p:bg>
    <p:spTree>
      <p:nvGrpSpPr>
        <p:cNvPr id="1" name=""/>
        <p:cNvGrpSpPr/>
        <p:nvPr/>
      </p:nvGrpSpPr>
      <p:grpSpPr>
        <a:xfrm>
          <a:off x="0" y="0"/>
          <a:ext cx="0" cy="0"/>
          <a:chOff x="0" y="0"/>
          <a:chExt cx="0" cy="0"/>
        </a:xfrm>
      </p:grpSpPr>
      <p:sp>
        <p:nvSpPr>
          <p:cNvPr id="2713"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714" name="“Full page quote or sentence. Lorem ipsum dolor sit amet, consectetur adipiscing elit. Lorem ipsum dolor sit amet, consectetur adipiscing elit.…"/>
          <p:cNvSpPr txBox="1">
            <a:spLocks noGrp="1"/>
          </p:cNvSpPr>
          <p:nvPr>
            <p:ph type="body" idx="22"/>
          </p:nvPr>
        </p:nvSpPr>
        <p:spPr>
          <a:xfrm>
            <a:off x="537007" y="500555"/>
            <a:ext cx="13251785" cy="10347631"/>
          </a:xfrm>
          <a:prstGeom prst="rect">
            <a:avLst/>
          </a:prstGeom>
        </p:spPr>
        <p:txBody>
          <a:bodyPr>
            <a:spAutoFit/>
          </a:bodyPr>
          <a:lstStyle/>
          <a:p>
            <a:pPr>
              <a:defRPr>
                <a:solidFill>
                  <a:srgbClr val="FFFFFF"/>
                </a:solidFill>
              </a:defRPr>
            </a:pPr>
            <a:r>
              <a:rPr>
                <a:solidFill>
                  <a:srgbClr val="FFFFFF">
                    <a:alpha val="50000"/>
                  </a:srgbClr>
                </a:solidFill>
              </a:rPr>
              <a:t>“Full page quote or sentence. Lorem ipsum dolor sit amet, consectetur adipiscing elit.</a:t>
            </a:r>
            <a:r>
              <a:t> Lorem ipsum dolor sit amet, consectetur adipiscing elit. </a:t>
            </a:r>
          </a:p>
          <a:p>
            <a:pPr>
              <a:defRPr>
                <a:solidFill>
                  <a:srgbClr val="FFFFFF"/>
                </a:solidFill>
              </a:defRPr>
            </a:pPr>
            <a:endParaRPr/>
          </a:p>
          <a:p>
            <a:pPr>
              <a:defRPr>
                <a:solidFill>
                  <a:srgbClr val="FFFFFF"/>
                </a:solidFill>
              </a:defRPr>
            </a:pPr>
            <a:r>
              <a:rPr>
                <a:solidFill>
                  <a:srgbClr val="FFFFFF">
                    <a:alpha val="50000"/>
                  </a:srgbClr>
                </a:solidFill>
              </a:rPr>
              <a:t>Lorem ipsum dolor sit amet, consectetur adipiscing elit, sed do eiusmod</a:t>
            </a:r>
            <a:r>
              <a:t> tempor incididunt </a:t>
            </a:r>
            <a:r>
              <a:rPr>
                <a:solidFill>
                  <a:srgbClr val="FFFFFF">
                    <a:alpha val="50000"/>
                  </a:srgbClr>
                </a:solidFill>
              </a:rPr>
              <a:t>ut labore et dolore magna aliqua. Ut enim ad minim veniam, quis nostrud exercitation ullamco laboris nisi ut aliquip ex ea commodo consequat.”</a:t>
            </a:r>
          </a:p>
        </p:txBody>
      </p:sp>
      <p:sp>
        <p:nvSpPr>
          <p:cNvPr id="271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type="tx">
  <p:cSld name="Quote highlight – Dark">
    <p:bg>
      <p:bgPr>
        <a:solidFill>
          <a:srgbClr val="000000"/>
        </a:solidFill>
        <a:effectLst/>
      </p:bgPr>
    </p:bg>
    <p:spTree>
      <p:nvGrpSpPr>
        <p:cNvPr id="1" name=""/>
        <p:cNvGrpSpPr/>
        <p:nvPr/>
      </p:nvGrpSpPr>
      <p:grpSpPr>
        <a:xfrm>
          <a:off x="0" y="0"/>
          <a:ext cx="0" cy="0"/>
          <a:chOff x="0" y="0"/>
          <a:chExt cx="0" cy="0"/>
        </a:xfrm>
      </p:grpSpPr>
      <p:sp>
        <p:nvSpPr>
          <p:cNvPr id="2722" name="“Full page quote or sentence. Lorem ipsum dolor sit amet, consectetur adipiscing elit. Lorem ipsum dolor sit amet, consectetur adipiscing elit.…"/>
          <p:cNvSpPr txBox="1">
            <a:spLocks noGrp="1"/>
          </p:cNvSpPr>
          <p:nvPr>
            <p:ph type="body" idx="21"/>
          </p:nvPr>
        </p:nvSpPr>
        <p:spPr>
          <a:xfrm>
            <a:off x="537007" y="500555"/>
            <a:ext cx="13251785" cy="10347631"/>
          </a:xfrm>
          <a:prstGeom prst="rect">
            <a:avLst/>
          </a:prstGeom>
        </p:spPr>
        <p:txBody>
          <a:bodyPr>
            <a:spAutoFit/>
          </a:bodyPr>
          <a:lstStyle/>
          <a:p>
            <a:pPr>
              <a:defRPr>
                <a:solidFill>
                  <a:srgbClr val="FFFFFF"/>
                </a:solidFill>
              </a:defRPr>
            </a:pPr>
            <a:r>
              <a:rPr>
                <a:solidFill>
                  <a:srgbClr val="FFFFFF">
                    <a:alpha val="50000"/>
                  </a:srgbClr>
                </a:solidFill>
              </a:rPr>
              <a:t>“Full page quote or sentence. Lorem ipsum dolor sit amet, consectetur adipiscing elit.</a:t>
            </a:r>
            <a:r>
              <a:t> Lorem ipsum dolor sit amet, consectetur adipiscing elit. </a:t>
            </a:r>
          </a:p>
          <a:p>
            <a:pPr>
              <a:defRPr>
                <a:solidFill>
                  <a:srgbClr val="FFFFFF"/>
                </a:solidFill>
              </a:defRPr>
            </a:pPr>
            <a:endParaRPr/>
          </a:p>
          <a:p>
            <a:pPr>
              <a:defRPr>
                <a:solidFill>
                  <a:srgbClr val="FFFFFF"/>
                </a:solidFill>
              </a:defRPr>
            </a:pPr>
            <a:r>
              <a:rPr>
                <a:solidFill>
                  <a:srgbClr val="FFFFFF">
                    <a:alpha val="50000"/>
                  </a:srgbClr>
                </a:solidFill>
              </a:rPr>
              <a:t>Lorem ipsum dolor sit amet, consectetur adipiscing elit, sed do eiusmod</a:t>
            </a:r>
            <a:r>
              <a:t> tempor incididunt </a:t>
            </a:r>
            <a:r>
              <a:rPr>
                <a:solidFill>
                  <a:srgbClr val="FFFFFF">
                    <a:alpha val="50000"/>
                  </a:srgbClr>
                </a:solidFill>
              </a:rPr>
              <a:t>ut labore et dolore magna aliqua. Ut enim ad minim veniam, quis nostrud exercitation ullamco laboris nisi ut aliquip ex ea commodo consequat.”</a:t>
            </a:r>
          </a:p>
        </p:txBody>
      </p:sp>
      <p:sp>
        <p:nvSpPr>
          <p:cNvPr id="2723"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72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type="tx">
  <p:cSld name="Quote highlight + img – Grey">
    <p:bg>
      <p:bgPr>
        <a:solidFill>
          <a:srgbClr val="CCCDD1"/>
        </a:solidFill>
        <a:effectLst/>
      </p:bgPr>
    </p:bg>
    <p:spTree>
      <p:nvGrpSpPr>
        <p:cNvPr id="1" name=""/>
        <p:cNvGrpSpPr/>
        <p:nvPr/>
      </p:nvGrpSpPr>
      <p:grpSpPr>
        <a:xfrm>
          <a:off x="0" y="0"/>
          <a:ext cx="0" cy="0"/>
          <a:chOff x="0" y="0"/>
          <a:chExt cx="0" cy="0"/>
        </a:xfrm>
      </p:grpSpPr>
      <p:sp>
        <p:nvSpPr>
          <p:cNvPr id="2742" name="Image"/>
          <p:cNvSpPr>
            <a:spLocks noGrp="1"/>
          </p:cNvSpPr>
          <p:nvPr>
            <p:ph type="pic" idx="21"/>
          </p:nvPr>
        </p:nvSpPr>
        <p:spPr>
          <a:xfrm>
            <a:off x="508198" y="-9728002"/>
            <a:ext cx="23367604" cy="23367604"/>
          </a:xfrm>
          <a:prstGeom prst="rect">
            <a:avLst/>
          </a:prstGeom>
        </p:spPr>
        <p:txBody>
          <a:bodyPr lIns="91439" tIns="45719" rIns="91439" bIns="45719">
            <a:noAutofit/>
          </a:bodyPr>
          <a:lstStyle/>
          <a:p>
            <a:endParaRPr/>
          </a:p>
        </p:txBody>
      </p:sp>
      <p:sp>
        <p:nvSpPr>
          <p:cNvPr id="2743"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744" name="Name…"/>
          <p:cNvSpPr txBox="1">
            <a:spLocks noGrp="1"/>
          </p:cNvSpPr>
          <p:nvPr>
            <p:ph type="body" sz="quarter" idx="23"/>
          </p:nvPr>
        </p:nvSpPr>
        <p:spPr>
          <a:xfrm>
            <a:off x="7966500" y="12124641"/>
            <a:ext cx="5196233" cy="1108759"/>
          </a:xfrm>
          <a:prstGeom prst="rect">
            <a:avLst/>
          </a:prstGeom>
        </p:spPr>
        <p:txBody>
          <a:bodyPr anchor="b">
            <a:spAutoFit/>
          </a:bodyPr>
          <a:lstStyle/>
          <a:p>
            <a:pPr>
              <a:lnSpc>
                <a:spcPct val="110000"/>
              </a:lnSpc>
              <a:defRPr sz="2000" spc="0">
                <a:solidFill>
                  <a:srgbClr val="FFFFFF"/>
                </a:solidFill>
              </a:defRPr>
            </a:pPr>
            <a:r>
              <a:t>Name</a:t>
            </a:r>
          </a:p>
          <a:p>
            <a:pPr>
              <a:lnSpc>
                <a:spcPct val="110000"/>
              </a:lnSpc>
              <a:defRPr sz="2000" spc="0">
                <a:solidFill>
                  <a:srgbClr val="FFFFFF"/>
                </a:solidFill>
              </a:defRPr>
            </a:pPr>
            <a:r>
              <a:t>Title</a:t>
            </a:r>
          </a:p>
          <a:p>
            <a:pPr>
              <a:lnSpc>
                <a:spcPct val="110000"/>
              </a:lnSpc>
              <a:defRPr sz="2000" spc="0">
                <a:solidFill>
                  <a:srgbClr val="FFFFFF"/>
                </a:solidFill>
              </a:defRPr>
            </a:pPr>
            <a:r>
              <a:t>Company</a:t>
            </a:r>
          </a:p>
        </p:txBody>
      </p:sp>
      <p:sp>
        <p:nvSpPr>
          <p:cNvPr id="2745"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7966500" y="500555"/>
            <a:ext cx="15824368" cy="52594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90000"/>
              </a:lnSpc>
              <a:defRPr sz="6000" spc="-180">
                <a:solidFill>
                  <a:srgbClr val="FFFFFF">
                    <a:alpha val="50000"/>
                  </a:srgbClr>
                </a:solidFill>
              </a:defRPr>
            </a:pPr>
            <a:r>
              <a:t>“Lorem ipsum dolor sit amet, consectetur adipiscing elit, sed do eiusmod </a:t>
            </a:r>
            <a:r>
              <a:rPr>
                <a:solidFill>
                  <a:srgbClr val="FFFFFF"/>
                </a:solidFill>
              </a:rPr>
              <a:t>tempor incididunt</a:t>
            </a:r>
            <a:r>
              <a:t> ut labore et dolore magna aliqua. Ut enim ad minim veniam, quis nostrud exercitation ullamco laboris nisi ut aliquip ex ea commodo consequat.”</a:t>
            </a:r>
          </a:p>
        </p:txBody>
      </p:sp>
      <p:sp>
        <p:nvSpPr>
          <p:cNvPr id="274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type="tx">
  <p:cSld name="Quote highlight + img – Dark">
    <p:bg>
      <p:bgPr>
        <a:solidFill>
          <a:srgbClr val="000000"/>
        </a:solidFill>
        <a:effectLst/>
      </p:bgPr>
    </p:bg>
    <p:spTree>
      <p:nvGrpSpPr>
        <p:cNvPr id="1" name=""/>
        <p:cNvGrpSpPr/>
        <p:nvPr/>
      </p:nvGrpSpPr>
      <p:grpSpPr>
        <a:xfrm>
          <a:off x="0" y="0"/>
          <a:ext cx="0" cy="0"/>
          <a:chOff x="0" y="0"/>
          <a:chExt cx="0" cy="0"/>
        </a:xfrm>
      </p:grpSpPr>
      <p:sp>
        <p:nvSpPr>
          <p:cNvPr id="2753" name="Image"/>
          <p:cNvSpPr>
            <a:spLocks noGrp="1"/>
          </p:cNvSpPr>
          <p:nvPr>
            <p:ph type="pic" idx="21"/>
          </p:nvPr>
        </p:nvSpPr>
        <p:spPr>
          <a:xfrm>
            <a:off x="508198" y="-9728002"/>
            <a:ext cx="23367604" cy="23367604"/>
          </a:xfrm>
          <a:prstGeom prst="rect">
            <a:avLst/>
          </a:prstGeom>
        </p:spPr>
        <p:txBody>
          <a:bodyPr lIns="91439" tIns="45719" rIns="91439" bIns="45719">
            <a:noAutofit/>
          </a:bodyPr>
          <a:lstStyle/>
          <a:p>
            <a:endParaRPr/>
          </a:p>
        </p:txBody>
      </p:sp>
      <p:sp>
        <p:nvSpPr>
          <p:cNvPr id="2754" name="Name…"/>
          <p:cNvSpPr txBox="1">
            <a:spLocks noGrp="1"/>
          </p:cNvSpPr>
          <p:nvPr>
            <p:ph type="body" sz="quarter" idx="22"/>
          </p:nvPr>
        </p:nvSpPr>
        <p:spPr>
          <a:xfrm>
            <a:off x="7966500" y="12124641"/>
            <a:ext cx="5196233" cy="1108759"/>
          </a:xfrm>
          <a:prstGeom prst="rect">
            <a:avLst/>
          </a:prstGeom>
        </p:spPr>
        <p:txBody>
          <a:bodyPr anchor="b">
            <a:spAutoFit/>
          </a:bodyPr>
          <a:lstStyle/>
          <a:p>
            <a:pPr>
              <a:lnSpc>
                <a:spcPct val="110000"/>
              </a:lnSpc>
              <a:defRPr sz="2000" spc="0">
                <a:solidFill>
                  <a:srgbClr val="FFFFFF"/>
                </a:solidFill>
              </a:defRPr>
            </a:pPr>
            <a:r>
              <a:t>Name</a:t>
            </a:r>
          </a:p>
          <a:p>
            <a:pPr>
              <a:lnSpc>
                <a:spcPct val="110000"/>
              </a:lnSpc>
              <a:defRPr sz="2000" spc="0">
                <a:solidFill>
                  <a:srgbClr val="FFFFFF"/>
                </a:solidFill>
              </a:defRPr>
            </a:pPr>
            <a:r>
              <a:t>Title</a:t>
            </a:r>
          </a:p>
          <a:p>
            <a:pPr>
              <a:lnSpc>
                <a:spcPct val="110000"/>
              </a:lnSpc>
              <a:defRPr sz="2000" spc="0">
                <a:solidFill>
                  <a:srgbClr val="FFFFFF"/>
                </a:solidFill>
              </a:defRPr>
            </a:pPr>
            <a:r>
              <a:t>Company</a:t>
            </a:r>
          </a:p>
        </p:txBody>
      </p:sp>
      <p:sp>
        <p:nvSpPr>
          <p:cNvPr id="2755"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7966500" y="500555"/>
            <a:ext cx="15824368" cy="52594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a:lnSpc>
                <a:spcPct val="90000"/>
              </a:lnSpc>
              <a:defRPr sz="6000" spc="-180">
                <a:solidFill>
                  <a:srgbClr val="FFFFFF">
                    <a:alpha val="50000"/>
                  </a:srgbClr>
                </a:solidFill>
              </a:defRPr>
            </a:pPr>
            <a:r>
              <a:t>“Lorem ipsum dolor sit amet, consectetur adipiscing elit, sed do eiusmod </a:t>
            </a:r>
            <a:r>
              <a:rPr>
                <a:solidFill>
                  <a:srgbClr val="FFFFFF"/>
                </a:solidFill>
              </a:rPr>
              <a:t>tempor incididunt</a:t>
            </a:r>
            <a:r>
              <a:t> ut labore et dolore magna aliqua. Ut enim ad minim veniam, quis nostrud exercitation ullamco laboris nisi ut aliquip ex ea commodo consequat.”</a:t>
            </a:r>
          </a:p>
        </p:txBody>
      </p:sp>
      <p:sp>
        <p:nvSpPr>
          <p:cNvPr id="2756"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75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type="tx">
  <p:cSld name="Quote – Grey">
    <p:bg>
      <p:bgPr>
        <a:solidFill>
          <a:srgbClr val="CCCDD1"/>
        </a:solidFill>
        <a:effectLst/>
      </p:bgPr>
    </p:bg>
    <p:spTree>
      <p:nvGrpSpPr>
        <p:cNvPr id="1" name=""/>
        <p:cNvGrpSpPr/>
        <p:nvPr/>
      </p:nvGrpSpPr>
      <p:grpSpPr>
        <a:xfrm>
          <a:off x="0" y="0"/>
          <a:ext cx="0" cy="0"/>
          <a:chOff x="0" y="0"/>
          <a:chExt cx="0" cy="0"/>
        </a:xfrm>
      </p:grpSpPr>
      <p:sp>
        <p:nvSpPr>
          <p:cNvPr id="2774" name="“Full page quote or sentence. Lorem ipsum dolor sit amet, consectetur adipiscing elit. Lorem ipsum dolor sit amet, consectetur adipiscing elit.”"/>
          <p:cNvSpPr txBox="1">
            <a:spLocks noGrp="1"/>
          </p:cNvSpPr>
          <p:nvPr>
            <p:ph type="body" idx="21"/>
          </p:nvPr>
        </p:nvSpPr>
        <p:spPr>
          <a:xfrm>
            <a:off x="537007" y="423252"/>
            <a:ext cx="23309986" cy="5855584"/>
          </a:xfrm>
          <a:prstGeom prst="rect">
            <a:avLst/>
          </a:prstGeom>
        </p:spPr>
        <p:txBody>
          <a:bodyPr>
            <a:spAutoFit/>
          </a:bodyPr>
          <a:lstStyle>
            <a:lvl1pPr>
              <a:defRPr sz="10000" spc="-300">
                <a:solidFill>
                  <a:srgbClr val="FFFFFF"/>
                </a:solidFill>
              </a:defRPr>
            </a:lvl1pPr>
          </a:lstStyle>
          <a:p>
            <a:r>
              <a:t>“Full page quote or sentence. Lorem ipsum dolor sit amet, consectetur adipiscing elit. Lorem ipsum dolor sit amet, consectetur adipiscing elit.”</a:t>
            </a:r>
          </a:p>
        </p:txBody>
      </p:sp>
      <p:sp>
        <p:nvSpPr>
          <p:cNvPr id="2775" name="Name…"/>
          <p:cNvSpPr txBox="1">
            <a:spLocks noGrp="1"/>
          </p:cNvSpPr>
          <p:nvPr>
            <p:ph type="body" sz="quarter" idx="22"/>
          </p:nvPr>
        </p:nvSpPr>
        <p:spPr>
          <a:xfrm>
            <a:off x="537007" y="12124641"/>
            <a:ext cx="5196234" cy="1108759"/>
          </a:xfrm>
          <a:prstGeom prst="rect">
            <a:avLst/>
          </a:prstGeom>
        </p:spPr>
        <p:txBody>
          <a:bodyPr anchor="b">
            <a:spAutoFit/>
          </a:bodyPr>
          <a:lstStyle/>
          <a:p>
            <a:pPr>
              <a:lnSpc>
                <a:spcPct val="110000"/>
              </a:lnSpc>
              <a:defRPr sz="2000" spc="0">
                <a:solidFill>
                  <a:srgbClr val="FFFFFF"/>
                </a:solidFill>
              </a:defRPr>
            </a:pPr>
            <a:r>
              <a:t>Name</a:t>
            </a:r>
          </a:p>
          <a:p>
            <a:pPr>
              <a:lnSpc>
                <a:spcPct val="110000"/>
              </a:lnSpc>
              <a:defRPr sz="2000" spc="0">
                <a:solidFill>
                  <a:srgbClr val="FFFFFF"/>
                </a:solidFill>
              </a:defRPr>
            </a:pPr>
            <a:r>
              <a:t>Title</a:t>
            </a:r>
          </a:p>
          <a:p>
            <a:pPr>
              <a:lnSpc>
                <a:spcPct val="110000"/>
              </a:lnSpc>
              <a:defRPr sz="2000" spc="0">
                <a:solidFill>
                  <a:srgbClr val="FFFFFF"/>
                </a:solidFill>
              </a:defRPr>
            </a:pPr>
            <a:r>
              <a:t>Company</a:t>
            </a:r>
          </a:p>
        </p:txBody>
      </p:sp>
      <p:sp>
        <p:nvSpPr>
          <p:cNvPr id="2776"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77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name="Quote – Dark">
    <p:bg>
      <p:bgPr>
        <a:solidFill>
          <a:srgbClr val="000000"/>
        </a:solidFill>
        <a:effectLst/>
      </p:bgPr>
    </p:bg>
    <p:spTree>
      <p:nvGrpSpPr>
        <p:cNvPr id="1" name=""/>
        <p:cNvGrpSpPr/>
        <p:nvPr/>
      </p:nvGrpSpPr>
      <p:grpSpPr>
        <a:xfrm>
          <a:off x="0" y="0"/>
          <a:ext cx="0" cy="0"/>
          <a:chOff x="0" y="0"/>
          <a:chExt cx="0" cy="0"/>
        </a:xfrm>
      </p:grpSpPr>
      <p:sp>
        <p:nvSpPr>
          <p:cNvPr id="2784" name="“Full page quote or sentence. Lorem ipsum dolor sit amet, consectetur adipiscing elit. Lorem ipsum dolor sit amet, consectetur adipiscing elit.”"/>
          <p:cNvSpPr txBox="1">
            <a:spLocks noGrp="1"/>
          </p:cNvSpPr>
          <p:nvPr>
            <p:ph type="body" idx="21"/>
          </p:nvPr>
        </p:nvSpPr>
        <p:spPr>
          <a:xfrm>
            <a:off x="537007" y="423252"/>
            <a:ext cx="23309986" cy="5855584"/>
          </a:xfrm>
          <a:prstGeom prst="rect">
            <a:avLst/>
          </a:prstGeom>
        </p:spPr>
        <p:txBody>
          <a:bodyPr>
            <a:spAutoFit/>
          </a:bodyPr>
          <a:lstStyle>
            <a:lvl1pPr>
              <a:defRPr sz="10000" spc="-300">
                <a:solidFill>
                  <a:srgbClr val="FFFFFF"/>
                </a:solidFill>
              </a:defRPr>
            </a:lvl1pPr>
          </a:lstStyle>
          <a:p>
            <a:r>
              <a:t>“Full page quote or sentence. Lorem ipsum dolor sit amet, consectetur adipiscing elit. Lorem ipsum dolor sit amet, consectetur adipiscing elit.”</a:t>
            </a:r>
          </a:p>
        </p:txBody>
      </p:sp>
      <p:sp>
        <p:nvSpPr>
          <p:cNvPr id="2785" name="Name…"/>
          <p:cNvSpPr txBox="1">
            <a:spLocks noGrp="1"/>
          </p:cNvSpPr>
          <p:nvPr>
            <p:ph type="body" sz="quarter" idx="22"/>
          </p:nvPr>
        </p:nvSpPr>
        <p:spPr>
          <a:xfrm>
            <a:off x="537007" y="12124641"/>
            <a:ext cx="5196234" cy="1108759"/>
          </a:xfrm>
          <a:prstGeom prst="rect">
            <a:avLst/>
          </a:prstGeom>
        </p:spPr>
        <p:txBody>
          <a:bodyPr anchor="b">
            <a:spAutoFit/>
          </a:bodyPr>
          <a:lstStyle/>
          <a:p>
            <a:pPr>
              <a:lnSpc>
                <a:spcPct val="110000"/>
              </a:lnSpc>
              <a:defRPr sz="2000" spc="0">
                <a:solidFill>
                  <a:srgbClr val="FFFFFF"/>
                </a:solidFill>
              </a:defRPr>
            </a:pPr>
            <a:r>
              <a:t>Name</a:t>
            </a:r>
          </a:p>
          <a:p>
            <a:pPr>
              <a:lnSpc>
                <a:spcPct val="110000"/>
              </a:lnSpc>
              <a:defRPr sz="2000" spc="0">
                <a:solidFill>
                  <a:srgbClr val="FFFFFF"/>
                </a:solidFill>
              </a:defRPr>
            </a:pPr>
            <a:r>
              <a:t>Title</a:t>
            </a:r>
          </a:p>
          <a:p>
            <a:pPr>
              <a:lnSpc>
                <a:spcPct val="110000"/>
              </a:lnSpc>
              <a:defRPr sz="2000" spc="0">
                <a:solidFill>
                  <a:srgbClr val="FFFFFF"/>
                </a:solidFill>
              </a:defRPr>
            </a:pPr>
            <a:r>
              <a:t>Company</a:t>
            </a:r>
          </a:p>
        </p:txBody>
      </p:sp>
      <p:sp>
        <p:nvSpPr>
          <p:cNvPr id="2786" name="Text"/>
          <p:cNvSpPr txBox="1">
            <a:spLocks noGrp="1"/>
          </p:cNvSpPr>
          <p:nvPr>
            <p:ph type="body" sz="quarter" idx="23"/>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78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type="tx">
  <p:cSld name="Quote + img – Grey">
    <p:bg>
      <p:bgPr>
        <a:solidFill>
          <a:srgbClr val="CCCDD1"/>
        </a:solidFill>
        <a:effectLst/>
      </p:bgPr>
    </p:bg>
    <p:spTree>
      <p:nvGrpSpPr>
        <p:cNvPr id="1" name=""/>
        <p:cNvGrpSpPr/>
        <p:nvPr/>
      </p:nvGrpSpPr>
      <p:grpSpPr>
        <a:xfrm>
          <a:off x="0" y="0"/>
          <a:ext cx="0" cy="0"/>
          <a:chOff x="0" y="0"/>
          <a:chExt cx="0" cy="0"/>
        </a:xfrm>
      </p:grpSpPr>
      <p:sp>
        <p:nvSpPr>
          <p:cNvPr id="2805" name="Image"/>
          <p:cNvSpPr>
            <a:spLocks noGrp="1"/>
          </p:cNvSpPr>
          <p:nvPr>
            <p:ph type="pic" idx="21"/>
          </p:nvPr>
        </p:nvSpPr>
        <p:spPr>
          <a:xfrm>
            <a:off x="6400988" y="-1879037"/>
            <a:ext cx="17474074" cy="17474074"/>
          </a:xfrm>
          <a:prstGeom prst="rect">
            <a:avLst/>
          </a:prstGeom>
        </p:spPr>
        <p:txBody>
          <a:bodyPr lIns="91439" tIns="45719" rIns="91439" bIns="45719">
            <a:noAutofit/>
          </a:bodyPr>
          <a:lstStyle/>
          <a:p>
            <a:endParaRPr/>
          </a:p>
        </p:txBody>
      </p:sp>
      <p:sp>
        <p:nvSpPr>
          <p:cNvPr id="2806" name="“Full page quote or sentence. Lorem ipsum dolor sit amet."/>
          <p:cNvSpPr txBox="1">
            <a:spLocks noGrp="1"/>
          </p:cNvSpPr>
          <p:nvPr>
            <p:ph type="body" sz="quarter" idx="22"/>
          </p:nvPr>
        </p:nvSpPr>
        <p:spPr>
          <a:xfrm>
            <a:off x="537007" y="423252"/>
            <a:ext cx="9537828" cy="5855584"/>
          </a:xfrm>
          <a:prstGeom prst="rect">
            <a:avLst/>
          </a:prstGeom>
        </p:spPr>
        <p:txBody>
          <a:bodyPr>
            <a:spAutoFit/>
          </a:bodyPr>
          <a:lstStyle>
            <a:lvl1pPr>
              <a:defRPr sz="10000" spc="-300">
                <a:solidFill>
                  <a:srgbClr val="FFFFFF"/>
                </a:solidFill>
              </a:defRPr>
            </a:lvl1pPr>
          </a:lstStyle>
          <a:p>
            <a:r>
              <a:t>“Full page quote or sentence. Lorem ipsum dolor sit amet.</a:t>
            </a:r>
          </a:p>
        </p:txBody>
      </p:sp>
      <p:sp>
        <p:nvSpPr>
          <p:cNvPr id="2807" name="Name…"/>
          <p:cNvSpPr txBox="1">
            <a:spLocks noGrp="1"/>
          </p:cNvSpPr>
          <p:nvPr>
            <p:ph type="body" sz="quarter" idx="23"/>
          </p:nvPr>
        </p:nvSpPr>
        <p:spPr>
          <a:xfrm>
            <a:off x="537007" y="12124641"/>
            <a:ext cx="5196234" cy="1108759"/>
          </a:xfrm>
          <a:prstGeom prst="rect">
            <a:avLst/>
          </a:prstGeom>
        </p:spPr>
        <p:txBody>
          <a:bodyPr anchor="b">
            <a:spAutoFit/>
          </a:bodyPr>
          <a:lstStyle/>
          <a:p>
            <a:pPr>
              <a:lnSpc>
                <a:spcPct val="110000"/>
              </a:lnSpc>
              <a:defRPr sz="2000" spc="0">
                <a:solidFill>
                  <a:srgbClr val="FFFFFF"/>
                </a:solidFill>
              </a:defRPr>
            </a:pPr>
            <a:r>
              <a:t>Name</a:t>
            </a:r>
          </a:p>
          <a:p>
            <a:pPr>
              <a:lnSpc>
                <a:spcPct val="110000"/>
              </a:lnSpc>
              <a:defRPr sz="2000" spc="0">
                <a:solidFill>
                  <a:srgbClr val="FFFFFF"/>
                </a:solidFill>
              </a:defRPr>
            </a:pPr>
            <a:r>
              <a:t>Title</a:t>
            </a:r>
          </a:p>
          <a:p>
            <a:pPr>
              <a:lnSpc>
                <a:spcPct val="110000"/>
              </a:lnSpc>
              <a:defRPr sz="2000" spc="0">
                <a:solidFill>
                  <a:srgbClr val="FFFFFF"/>
                </a:solidFill>
              </a:defRPr>
            </a:pPr>
            <a:r>
              <a:t>Company</a:t>
            </a:r>
          </a:p>
        </p:txBody>
      </p:sp>
      <p:sp>
        <p:nvSpPr>
          <p:cNvPr id="2808"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80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type="tx">
  <p:cSld name="Quote + img – Dark">
    <p:bg>
      <p:bgPr>
        <a:solidFill>
          <a:srgbClr val="000000"/>
        </a:solidFill>
        <a:effectLst/>
      </p:bgPr>
    </p:bg>
    <p:spTree>
      <p:nvGrpSpPr>
        <p:cNvPr id="1" name=""/>
        <p:cNvGrpSpPr/>
        <p:nvPr/>
      </p:nvGrpSpPr>
      <p:grpSpPr>
        <a:xfrm>
          <a:off x="0" y="0"/>
          <a:ext cx="0" cy="0"/>
          <a:chOff x="0" y="0"/>
          <a:chExt cx="0" cy="0"/>
        </a:xfrm>
      </p:grpSpPr>
      <p:sp>
        <p:nvSpPr>
          <p:cNvPr id="2816" name="Image"/>
          <p:cNvSpPr>
            <a:spLocks noGrp="1"/>
          </p:cNvSpPr>
          <p:nvPr>
            <p:ph type="pic" idx="21"/>
          </p:nvPr>
        </p:nvSpPr>
        <p:spPr>
          <a:xfrm>
            <a:off x="6400988" y="-1879037"/>
            <a:ext cx="17474074" cy="17474074"/>
          </a:xfrm>
          <a:prstGeom prst="rect">
            <a:avLst/>
          </a:prstGeom>
        </p:spPr>
        <p:txBody>
          <a:bodyPr lIns="91439" tIns="45719" rIns="91439" bIns="45719">
            <a:noAutofit/>
          </a:bodyPr>
          <a:lstStyle/>
          <a:p>
            <a:endParaRPr/>
          </a:p>
        </p:txBody>
      </p:sp>
      <p:sp>
        <p:nvSpPr>
          <p:cNvPr id="2817" name="“Full page quote or sentence. Lorem ipsum dolor sit amet."/>
          <p:cNvSpPr txBox="1">
            <a:spLocks noGrp="1"/>
          </p:cNvSpPr>
          <p:nvPr>
            <p:ph type="body" sz="quarter" idx="22"/>
          </p:nvPr>
        </p:nvSpPr>
        <p:spPr>
          <a:xfrm>
            <a:off x="537007" y="423252"/>
            <a:ext cx="9537828" cy="5855584"/>
          </a:xfrm>
          <a:prstGeom prst="rect">
            <a:avLst/>
          </a:prstGeom>
        </p:spPr>
        <p:txBody>
          <a:bodyPr>
            <a:spAutoFit/>
          </a:bodyPr>
          <a:lstStyle>
            <a:lvl1pPr>
              <a:defRPr sz="10000" spc="-300">
                <a:solidFill>
                  <a:srgbClr val="FFFFFF"/>
                </a:solidFill>
              </a:defRPr>
            </a:lvl1pPr>
          </a:lstStyle>
          <a:p>
            <a:r>
              <a:t>“Full page quote or sentence. Lorem ipsum dolor sit amet.</a:t>
            </a:r>
          </a:p>
        </p:txBody>
      </p:sp>
      <p:sp>
        <p:nvSpPr>
          <p:cNvPr id="2818" name="Name…"/>
          <p:cNvSpPr txBox="1">
            <a:spLocks noGrp="1"/>
          </p:cNvSpPr>
          <p:nvPr>
            <p:ph type="body" sz="quarter" idx="23"/>
          </p:nvPr>
        </p:nvSpPr>
        <p:spPr>
          <a:xfrm>
            <a:off x="537007" y="12124641"/>
            <a:ext cx="5196234" cy="1108759"/>
          </a:xfrm>
          <a:prstGeom prst="rect">
            <a:avLst/>
          </a:prstGeom>
        </p:spPr>
        <p:txBody>
          <a:bodyPr anchor="b">
            <a:spAutoFit/>
          </a:bodyPr>
          <a:lstStyle/>
          <a:p>
            <a:pPr>
              <a:lnSpc>
                <a:spcPct val="110000"/>
              </a:lnSpc>
              <a:defRPr sz="2000" spc="0">
                <a:solidFill>
                  <a:srgbClr val="FFFFFF"/>
                </a:solidFill>
              </a:defRPr>
            </a:pPr>
            <a:r>
              <a:t>Name</a:t>
            </a:r>
          </a:p>
          <a:p>
            <a:pPr>
              <a:lnSpc>
                <a:spcPct val="110000"/>
              </a:lnSpc>
              <a:defRPr sz="2000" spc="0">
                <a:solidFill>
                  <a:srgbClr val="FFFFFF"/>
                </a:solidFill>
              </a:defRPr>
            </a:pPr>
            <a:r>
              <a:t>Title</a:t>
            </a:r>
          </a:p>
          <a:p>
            <a:pPr>
              <a:lnSpc>
                <a:spcPct val="110000"/>
              </a:lnSpc>
              <a:defRPr sz="2000" spc="0">
                <a:solidFill>
                  <a:srgbClr val="FFFFFF"/>
                </a:solidFill>
              </a:defRPr>
            </a:pPr>
            <a:r>
              <a:t>Company</a:t>
            </a:r>
          </a:p>
        </p:txBody>
      </p:sp>
      <p:sp>
        <p:nvSpPr>
          <p:cNvPr id="2819" name="Text"/>
          <p:cNvSpPr txBox="1">
            <a:spLocks noGrp="1"/>
          </p:cNvSpPr>
          <p:nvPr>
            <p:ph type="body" sz="quarter" idx="24"/>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82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type="tx">
  <p:cSld name="Img">
    <p:spTree>
      <p:nvGrpSpPr>
        <p:cNvPr id="1" name=""/>
        <p:cNvGrpSpPr/>
        <p:nvPr/>
      </p:nvGrpSpPr>
      <p:grpSpPr>
        <a:xfrm>
          <a:off x="0" y="0"/>
          <a:ext cx="0" cy="0"/>
          <a:chOff x="0" y="0"/>
          <a:chExt cx="0" cy="0"/>
        </a:xfrm>
      </p:grpSpPr>
      <p:sp>
        <p:nvSpPr>
          <p:cNvPr id="2835" name="Image"/>
          <p:cNvSpPr>
            <a:spLocks noGrp="1"/>
          </p:cNvSpPr>
          <p:nvPr>
            <p:ph type="pic" idx="21"/>
          </p:nvPr>
        </p:nvSpPr>
        <p:spPr>
          <a:xfrm>
            <a:off x="508198" y="-9728002"/>
            <a:ext cx="23367604" cy="23367604"/>
          </a:xfrm>
          <a:prstGeom prst="rect">
            <a:avLst/>
          </a:prstGeom>
        </p:spPr>
        <p:txBody>
          <a:bodyPr lIns="91439" tIns="45719" rIns="91439" bIns="45719">
            <a:noAutofit/>
          </a:bodyPr>
          <a:lstStyle/>
          <a:p>
            <a:endParaRPr/>
          </a:p>
        </p:txBody>
      </p:sp>
      <p:sp>
        <p:nvSpPr>
          <p:cNvPr id="2836"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83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4.xml><?xml version="1.0" encoding="utf-8"?>
<p:sldLayout xmlns:a="http://schemas.openxmlformats.org/drawingml/2006/main" xmlns:r="http://schemas.openxmlformats.org/officeDocument/2006/relationships" xmlns:p="http://schemas.openxmlformats.org/presentationml/2006/main" type="tx">
  <p:cSld name="Img – Grey">
    <p:bg>
      <p:bgPr>
        <a:solidFill>
          <a:srgbClr val="CCCDD1"/>
        </a:solidFill>
        <a:effectLst/>
      </p:bgPr>
    </p:bg>
    <p:spTree>
      <p:nvGrpSpPr>
        <p:cNvPr id="1" name=""/>
        <p:cNvGrpSpPr/>
        <p:nvPr/>
      </p:nvGrpSpPr>
      <p:grpSpPr>
        <a:xfrm>
          <a:off x="0" y="0"/>
          <a:ext cx="0" cy="0"/>
          <a:chOff x="0" y="0"/>
          <a:chExt cx="0" cy="0"/>
        </a:xfrm>
      </p:grpSpPr>
      <p:sp>
        <p:nvSpPr>
          <p:cNvPr id="2844" name="Image"/>
          <p:cNvSpPr>
            <a:spLocks noGrp="1"/>
          </p:cNvSpPr>
          <p:nvPr>
            <p:ph type="pic" idx="21"/>
          </p:nvPr>
        </p:nvSpPr>
        <p:spPr>
          <a:xfrm>
            <a:off x="508198" y="-9728002"/>
            <a:ext cx="23367604" cy="23367604"/>
          </a:xfrm>
          <a:prstGeom prst="rect">
            <a:avLst/>
          </a:prstGeom>
        </p:spPr>
        <p:txBody>
          <a:bodyPr lIns="91439" tIns="45719" rIns="91439" bIns="45719">
            <a:noAutofit/>
          </a:bodyPr>
          <a:lstStyle/>
          <a:p>
            <a:endParaRPr/>
          </a:p>
        </p:txBody>
      </p:sp>
      <p:sp>
        <p:nvSpPr>
          <p:cNvPr id="2845"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84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5.xml><?xml version="1.0" encoding="utf-8"?>
<p:sldLayout xmlns:a="http://schemas.openxmlformats.org/drawingml/2006/main" xmlns:r="http://schemas.openxmlformats.org/officeDocument/2006/relationships" xmlns:p="http://schemas.openxmlformats.org/presentationml/2006/main" type="tx">
  <p:cSld name="Img – Dark">
    <p:bg>
      <p:bgPr>
        <a:solidFill>
          <a:srgbClr val="000000"/>
        </a:solidFill>
        <a:effectLst/>
      </p:bgPr>
    </p:bg>
    <p:spTree>
      <p:nvGrpSpPr>
        <p:cNvPr id="1" name=""/>
        <p:cNvGrpSpPr/>
        <p:nvPr/>
      </p:nvGrpSpPr>
      <p:grpSpPr>
        <a:xfrm>
          <a:off x="0" y="0"/>
          <a:ext cx="0" cy="0"/>
          <a:chOff x="0" y="0"/>
          <a:chExt cx="0" cy="0"/>
        </a:xfrm>
      </p:grpSpPr>
      <p:sp>
        <p:nvSpPr>
          <p:cNvPr id="2853" name="Image"/>
          <p:cNvSpPr>
            <a:spLocks noGrp="1"/>
          </p:cNvSpPr>
          <p:nvPr>
            <p:ph type="pic" idx="21"/>
          </p:nvPr>
        </p:nvSpPr>
        <p:spPr>
          <a:xfrm>
            <a:off x="508198" y="-9728002"/>
            <a:ext cx="23367604" cy="23367604"/>
          </a:xfrm>
          <a:prstGeom prst="rect">
            <a:avLst/>
          </a:prstGeom>
        </p:spPr>
        <p:txBody>
          <a:bodyPr lIns="91439" tIns="45719" rIns="91439" bIns="45719">
            <a:noAutofit/>
          </a:bodyPr>
          <a:lstStyle/>
          <a:p>
            <a:endParaRPr/>
          </a:p>
        </p:txBody>
      </p:sp>
      <p:sp>
        <p:nvSpPr>
          <p:cNvPr id="2854"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855"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6.xml><?xml version="1.0" encoding="utf-8"?>
<p:sldLayout xmlns:a="http://schemas.openxmlformats.org/drawingml/2006/main" xmlns:r="http://schemas.openxmlformats.org/officeDocument/2006/relationships" xmlns:p="http://schemas.openxmlformats.org/presentationml/2006/main" type="tx">
  <p:cSld name="Thank you – Grey">
    <p:bg>
      <p:bgPr>
        <a:solidFill>
          <a:srgbClr val="CCCDD1"/>
        </a:solidFill>
        <a:effectLst/>
      </p:bgPr>
    </p:bg>
    <p:spTree>
      <p:nvGrpSpPr>
        <p:cNvPr id="1" name=""/>
        <p:cNvGrpSpPr/>
        <p:nvPr/>
      </p:nvGrpSpPr>
      <p:grpSpPr>
        <a:xfrm>
          <a:off x="0" y="0"/>
          <a:ext cx="0" cy="0"/>
          <a:chOff x="0" y="0"/>
          <a:chExt cx="0" cy="0"/>
        </a:xfrm>
      </p:grpSpPr>
      <p:sp>
        <p:nvSpPr>
          <p:cNvPr id="2873" name="Thank you!"/>
          <p:cNvSpPr txBox="1">
            <a:spLocks noGrp="1"/>
          </p:cNvSpPr>
          <p:nvPr>
            <p:ph type="body" sz="quarter" idx="21"/>
          </p:nvPr>
        </p:nvSpPr>
        <p:spPr>
          <a:xfrm>
            <a:off x="537007" y="423252"/>
            <a:ext cx="6179821" cy="1626862"/>
          </a:xfrm>
          <a:prstGeom prst="rect">
            <a:avLst/>
          </a:prstGeom>
        </p:spPr>
        <p:txBody>
          <a:bodyPr wrap="none">
            <a:spAutoFit/>
          </a:bodyPr>
          <a:lstStyle>
            <a:lvl1pPr>
              <a:defRPr sz="10000" spc="-300">
                <a:solidFill>
                  <a:srgbClr val="FFFFFF"/>
                </a:solidFill>
              </a:defRPr>
            </a:lvl1pPr>
          </a:lstStyle>
          <a:p>
            <a:r>
              <a:t>Thank you!</a:t>
            </a:r>
          </a:p>
        </p:txBody>
      </p:sp>
      <p:sp>
        <p:nvSpPr>
          <p:cNvPr id="2874" name="Text"/>
          <p:cNvSpPr txBox="1">
            <a:spLocks noGrp="1"/>
          </p:cNvSpPr>
          <p:nvPr>
            <p:ph type="body" sz="quarter" idx="22"/>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875" name="Contact"/>
          <p:cNvSpPr txBox="1">
            <a:spLocks noGrp="1"/>
          </p:cNvSpPr>
          <p:nvPr>
            <p:ph type="body" sz="quarter" idx="23"/>
          </p:nvPr>
        </p:nvSpPr>
        <p:spPr>
          <a:xfrm>
            <a:off x="537007" y="10990915"/>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Contact</a:t>
            </a:r>
          </a:p>
        </p:txBody>
      </p:sp>
      <p:sp>
        <p:nvSpPr>
          <p:cNvPr id="2876" name="email@yourcompany.com…"/>
          <p:cNvSpPr txBox="1">
            <a:spLocks noGrp="1"/>
          </p:cNvSpPr>
          <p:nvPr>
            <p:ph type="body" sz="quarter" idx="24"/>
          </p:nvPr>
        </p:nvSpPr>
        <p:spPr>
          <a:xfrm>
            <a:off x="537007" y="11342344"/>
            <a:ext cx="10799765" cy="1867328"/>
          </a:xfrm>
          <a:prstGeom prst="rect">
            <a:avLst/>
          </a:prstGeom>
        </p:spPr>
        <p:txBody>
          <a:bodyPr>
            <a:spAutoFit/>
          </a:bodyPr>
          <a:lstStyle/>
          <a:p>
            <a:pPr>
              <a:defRPr>
                <a:solidFill>
                  <a:srgbClr val="FFFFFF"/>
                </a:solidFill>
              </a:defRPr>
            </a:pPr>
            <a:r>
              <a:t>email@yourcompany.com</a:t>
            </a:r>
          </a:p>
          <a:p>
            <a:pPr>
              <a:defRPr>
                <a:solidFill>
                  <a:srgbClr val="FFFFFF"/>
                </a:solidFill>
              </a:defRPr>
            </a:pPr>
            <a:r>
              <a:t>yourcompany.com</a:t>
            </a:r>
          </a:p>
        </p:txBody>
      </p:sp>
      <p:sp>
        <p:nvSpPr>
          <p:cNvPr id="2877"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7.xml><?xml version="1.0" encoding="utf-8"?>
<p:sldLayout xmlns:a="http://schemas.openxmlformats.org/drawingml/2006/main" xmlns:r="http://schemas.openxmlformats.org/officeDocument/2006/relationships" xmlns:p="http://schemas.openxmlformats.org/presentationml/2006/main" type="tx">
  <p:cSld name="Thank you – Dark">
    <p:bg>
      <p:bgPr>
        <a:solidFill>
          <a:srgbClr val="000000"/>
        </a:solidFill>
        <a:effectLst/>
      </p:bgPr>
    </p:bg>
    <p:spTree>
      <p:nvGrpSpPr>
        <p:cNvPr id="1" name=""/>
        <p:cNvGrpSpPr/>
        <p:nvPr/>
      </p:nvGrpSpPr>
      <p:grpSpPr>
        <a:xfrm>
          <a:off x="0" y="0"/>
          <a:ext cx="0" cy="0"/>
          <a:chOff x="0" y="0"/>
          <a:chExt cx="0" cy="0"/>
        </a:xfrm>
      </p:grpSpPr>
      <p:sp>
        <p:nvSpPr>
          <p:cNvPr id="2884"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FFFFFF">
                    <a:alpha val="25000"/>
                  </a:srgbClr>
                </a:solidFill>
              </a:defRPr>
            </a:lvl1pPr>
          </a:lstStyle>
          <a:p>
            <a:fld id="{86CB4B4D-7CA3-9044-876B-883B54F8677D}" type="slidenum">
              <a:t>​</a:t>
            </a:fld>
            <a:endParaRPr/>
          </a:p>
        </p:txBody>
      </p:sp>
      <p:sp>
        <p:nvSpPr>
          <p:cNvPr id="2885" name="Thank you!"/>
          <p:cNvSpPr txBox="1">
            <a:spLocks noGrp="1"/>
          </p:cNvSpPr>
          <p:nvPr>
            <p:ph type="body" sz="quarter" idx="22"/>
          </p:nvPr>
        </p:nvSpPr>
        <p:spPr>
          <a:xfrm>
            <a:off x="537007" y="423252"/>
            <a:ext cx="6179821" cy="1626862"/>
          </a:xfrm>
          <a:prstGeom prst="rect">
            <a:avLst/>
          </a:prstGeom>
        </p:spPr>
        <p:txBody>
          <a:bodyPr wrap="none">
            <a:spAutoFit/>
          </a:bodyPr>
          <a:lstStyle>
            <a:lvl1pPr>
              <a:defRPr sz="10000" spc="-300">
                <a:solidFill>
                  <a:srgbClr val="FFFFFF"/>
                </a:solidFill>
              </a:defRPr>
            </a:lvl1pPr>
          </a:lstStyle>
          <a:p>
            <a:r>
              <a:t>Thank you!</a:t>
            </a:r>
          </a:p>
        </p:txBody>
      </p:sp>
      <p:sp>
        <p:nvSpPr>
          <p:cNvPr id="2886" name="Contact"/>
          <p:cNvSpPr txBox="1">
            <a:spLocks noGrp="1"/>
          </p:cNvSpPr>
          <p:nvPr>
            <p:ph type="body" sz="quarter" idx="23"/>
          </p:nvPr>
        </p:nvSpPr>
        <p:spPr>
          <a:xfrm>
            <a:off x="537007" y="10990915"/>
            <a:ext cx="5196234" cy="411733"/>
          </a:xfrm>
          <a:prstGeom prst="rect">
            <a:avLst/>
          </a:prstGeom>
        </p:spPr>
        <p:txBody>
          <a:bodyPr>
            <a:spAutoFit/>
          </a:bodyPr>
          <a:lstStyle>
            <a:lvl1pPr>
              <a:lnSpc>
                <a:spcPct val="60000"/>
              </a:lnSpc>
              <a:defRPr sz="2000" spc="0">
                <a:solidFill>
                  <a:srgbClr val="FFFFFF">
                    <a:alpha val="50000"/>
                  </a:srgbClr>
                </a:solidFill>
              </a:defRPr>
            </a:lvl1pPr>
          </a:lstStyle>
          <a:p>
            <a:r>
              <a:t>Contact</a:t>
            </a:r>
          </a:p>
        </p:txBody>
      </p:sp>
      <p:sp>
        <p:nvSpPr>
          <p:cNvPr id="2887" name="email@yourcompany.com…"/>
          <p:cNvSpPr txBox="1">
            <a:spLocks noGrp="1"/>
          </p:cNvSpPr>
          <p:nvPr>
            <p:ph type="body" sz="quarter" idx="24"/>
          </p:nvPr>
        </p:nvSpPr>
        <p:spPr>
          <a:xfrm>
            <a:off x="537007" y="11342344"/>
            <a:ext cx="10799765" cy="1867328"/>
          </a:xfrm>
          <a:prstGeom prst="rect">
            <a:avLst/>
          </a:prstGeom>
        </p:spPr>
        <p:txBody>
          <a:bodyPr>
            <a:spAutoFit/>
          </a:bodyPr>
          <a:lstStyle/>
          <a:p>
            <a:pPr>
              <a:defRPr>
                <a:solidFill>
                  <a:srgbClr val="FFFFFF"/>
                </a:solidFill>
              </a:defRPr>
            </a:pPr>
            <a:r>
              <a:t>email@yourcompany.com</a:t>
            </a:r>
          </a:p>
          <a:p>
            <a:pPr>
              <a:defRPr>
                <a:solidFill>
                  <a:srgbClr val="FFFFFF"/>
                </a:solidFill>
              </a:defRPr>
            </a:pPr>
            <a:r>
              <a:t>yourcompany.com</a:t>
            </a:r>
          </a:p>
        </p:txBody>
      </p:sp>
      <p:sp>
        <p:nvSpPr>
          <p:cNvPr id="288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type="tx">
  <p:cSld name="Text styles">
    <p:spTree>
      <p:nvGrpSpPr>
        <p:cNvPr id="1" name=""/>
        <p:cNvGrpSpPr/>
        <p:nvPr/>
      </p:nvGrpSpPr>
      <p:grpSpPr>
        <a:xfrm>
          <a:off x="0" y="0"/>
          <a:ext cx="0" cy="0"/>
          <a:chOff x="0" y="0"/>
          <a:chExt cx="0" cy="0"/>
        </a:xfrm>
      </p:grpSpPr>
      <p:sp>
        <p:nvSpPr>
          <p:cNvPr id="2895" name="Text"/>
          <p:cNvSpPr txBox="1">
            <a:spLocks noGrp="1"/>
          </p:cNvSpPr>
          <p:nvPr>
            <p:ph type="body" sz="quarter" idx="21"/>
          </p:nvPr>
        </p:nvSpPr>
        <p:spPr>
          <a:xfrm>
            <a:off x="23884890" y="13332800"/>
            <a:ext cx="277877" cy="331597"/>
          </a:xfrm>
          <a:prstGeom prst="rect">
            <a:avLst/>
          </a:prstGeom>
        </p:spPr>
        <p:txBody>
          <a:bodyPr wrap="none" lIns="91439" tIns="91439" rIns="91439" bIns="91439">
            <a:spAutoFit/>
          </a:bodyPr>
          <a:lstStyle>
            <a:lvl1pPr defTabSz="584200">
              <a:lnSpc>
                <a:spcPct val="100000"/>
              </a:lnSpc>
              <a:defRPr sz="1000" spc="0">
                <a:solidFill>
                  <a:srgbClr val="000000">
                    <a:alpha val="15000"/>
                  </a:srgbClr>
                </a:solidFill>
              </a:defRPr>
            </a:lvl1pPr>
          </a:lstStyle>
          <a:p>
            <a:fld id="{86CB4B4D-7CA3-9044-876B-883B54F8677D}" type="slidenum">
              <a:t>​</a:t>
            </a:fld>
            <a:endParaRPr/>
          </a:p>
        </p:txBody>
      </p:sp>
      <p:sp>
        <p:nvSpPr>
          <p:cNvPr id="2896" name="Rectangle"/>
          <p:cNvSpPr/>
          <p:nvPr/>
        </p:nvSpPr>
        <p:spPr>
          <a:xfrm>
            <a:off x="7065603" y="2670723"/>
            <a:ext cx="1917819" cy="1367707"/>
          </a:xfrm>
          <a:prstGeom prst="rect">
            <a:avLst/>
          </a:prstGeom>
          <a:solidFill>
            <a:srgbClr val="000000"/>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897" name="Title 1"/>
          <p:cNvSpPr txBox="1"/>
          <p:nvPr/>
        </p:nvSpPr>
        <p:spPr>
          <a:xfrm>
            <a:off x="871605" y="533256"/>
            <a:ext cx="3515644" cy="162686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10000" spc="-300"/>
            </a:lvl1pPr>
          </a:lstStyle>
          <a:p>
            <a:r>
              <a:t>Title 1</a:t>
            </a:r>
          </a:p>
        </p:txBody>
      </p:sp>
      <p:sp>
        <p:nvSpPr>
          <p:cNvPr id="2898" name="Title 1"/>
          <p:cNvSpPr txBox="1"/>
          <p:nvPr/>
        </p:nvSpPr>
        <p:spPr>
          <a:xfrm>
            <a:off x="871605" y="1976036"/>
            <a:ext cx="3401061" cy="162686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spAutoFit/>
          </a:bodyPr>
          <a:lstStyle>
            <a:lvl1pPr>
              <a:lnSpc>
                <a:spcPct val="90000"/>
              </a:lnSpc>
              <a:defRPr sz="10000" spc="-300">
                <a:solidFill>
                  <a:srgbClr val="000000">
                    <a:alpha val="25000"/>
                  </a:srgbClr>
                </a:solidFill>
              </a:defRPr>
            </a:lvl1pPr>
          </a:lstStyle>
          <a:p>
            <a:r>
              <a:t>Title 1</a:t>
            </a:r>
          </a:p>
        </p:txBody>
      </p:sp>
      <p:sp>
        <p:nvSpPr>
          <p:cNvPr id="2899" name="Title 3"/>
          <p:cNvSpPr txBox="1"/>
          <p:nvPr/>
        </p:nvSpPr>
        <p:spPr>
          <a:xfrm>
            <a:off x="7129103" y="1990400"/>
            <a:ext cx="3903526" cy="60977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3400" spc="-34">
                <a:solidFill>
                  <a:srgbClr val="000000">
                    <a:alpha val="25000"/>
                  </a:srgbClr>
                </a:solidFill>
              </a:defRPr>
            </a:lvl1pPr>
          </a:lstStyle>
          <a:p>
            <a:r>
              <a:t>Title 3</a:t>
            </a:r>
          </a:p>
        </p:txBody>
      </p:sp>
      <p:sp>
        <p:nvSpPr>
          <p:cNvPr id="2900" name="Title 3"/>
          <p:cNvSpPr txBox="1"/>
          <p:nvPr/>
        </p:nvSpPr>
        <p:spPr>
          <a:xfrm>
            <a:off x="7129103" y="909665"/>
            <a:ext cx="3515644" cy="60977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3400" spc="-34"/>
            </a:lvl1pPr>
          </a:lstStyle>
          <a:p>
            <a:r>
              <a:t>Title 3 </a:t>
            </a:r>
          </a:p>
        </p:txBody>
      </p:sp>
      <p:sp>
        <p:nvSpPr>
          <p:cNvPr id="2901" name="Title 3"/>
          <p:cNvSpPr txBox="1"/>
          <p:nvPr/>
        </p:nvSpPr>
        <p:spPr>
          <a:xfrm>
            <a:off x="7129103" y="3332395"/>
            <a:ext cx="3266009" cy="60977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3400" spc="-34">
                <a:solidFill>
                  <a:srgbClr val="FFFFFF">
                    <a:alpha val="50000"/>
                  </a:srgbClr>
                </a:solidFill>
              </a:defRPr>
            </a:lvl1pPr>
          </a:lstStyle>
          <a:p>
            <a:r>
              <a:t>Title 3</a:t>
            </a:r>
          </a:p>
        </p:txBody>
      </p:sp>
      <p:sp>
        <p:nvSpPr>
          <p:cNvPr id="2902" name="Title 3"/>
          <p:cNvSpPr txBox="1"/>
          <p:nvPr/>
        </p:nvSpPr>
        <p:spPr>
          <a:xfrm>
            <a:off x="7129103" y="2715535"/>
            <a:ext cx="3515644" cy="60977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defTabSz="457200">
              <a:lnSpc>
                <a:spcPct val="100000"/>
              </a:lnSpc>
              <a:defRPr sz="3400" spc="-34">
                <a:solidFill>
                  <a:srgbClr val="FFFFFF"/>
                </a:solidFill>
              </a:defRPr>
            </a:lvl1pPr>
          </a:lstStyle>
          <a:p>
            <a:r>
              <a:t>Title 3</a:t>
            </a:r>
          </a:p>
        </p:txBody>
      </p:sp>
      <p:sp>
        <p:nvSpPr>
          <p:cNvPr id="2903" name="Rectangle"/>
          <p:cNvSpPr/>
          <p:nvPr/>
        </p:nvSpPr>
        <p:spPr>
          <a:xfrm>
            <a:off x="698471" y="3731110"/>
            <a:ext cx="4024572" cy="3588605"/>
          </a:xfrm>
          <a:prstGeom prst="rect">
            <a:avLst/>
          </a:prstGeom>
          <a:solidFill>
            <a:srgbClr val="000000"/>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904" name="Title 1"/>
          <p:cNvSpPr txBox="1"/>
          <p:nvPr/>
        </p:nvSpPr>
        <p:spPr>
          <a:xfrm>
            <a:off x="871605" y="3831444"/>
            <a:ext cx="3515644" cy="162686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10000" spc="-300">
                <a:solidFill>
                  <a:srgbClr val="FFFFFF"/>
                </a:solidFill>
              </a:defRPr>
            </a:lvl1pPr>
          </a:lstStyle>
          <a:p>
            <a:r>
              <a:t>Title 1</a:t>
            </a:r>
          </a:p>
        </p:txBody>
      </p:sp>
      <p:sp>
        <p:nvSpPr>
          <p:cNvPr id="2905" name="Title 1"/>
          <p:cNvSpPr txBox="1"/>
          <p:nvPr/>
        </p:nvSpPr>
        <p:spPr>
          <a:xfrm>
            <a:off x="871605" y="5393004"/>
            <a:ext cx="3515644" cy="162686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10000" spc="-300">
                <a:solidFill>
                  <a:srgbClr val="FFFFFF">
                    <a:alpha val="50000"/>
                  </a:srgbClr>
                </a:solidFill>
              </a:defRPr>
            </a:lvl1pPr>
          </a:lstStyle>
          <a:p>
            <a:r>
              <a:t>Title 1</a:t>
            </a:r>
          </a:p>
        </p:txBody>
      </p:sp>
      <p:sp>
        <p:nvSpPr>
          <p:cNvPr id="2906" name="Title 2"/>
          <p:cNvSpPr txBox="1"/>
          <p:nvPr/>
        </p:nvSpPr>
        <p:spPr>
          <a:xfrm>
            <a:off x="871605" y="7554219"/>
            <a:ext cx="2854603" cy="101929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6000" spc="-180"/>
            </a:lvl1pPr>
          </a:lstStyle>
          <a:p>
            <a:r>
              <a:t>Title 2</a:t>
            </a:r>
          </a:p>
        </p:txBody>
      </p:sp>
      <p:sp>
        <p:nvSpPr>
          <p:cNvPr id="2907" name="Title 2"/>
          <p:cNvSpPr txBox="1"/>
          <p:nvPr/>
        </p:nvSpPr>
        <p:spPr>
          <a:xfrm>
            <a:off x="871605" y="8487399"/>
            <a:ext cx="2521582" cy="101929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6000" spc="-180">
                <a:solidFill>
                  <a:srgbClr val="000000">
                    <a:alpha val="50000"/>
                  </a:srgbClr>
                </a:solidFill>
              </a:defRPr>
            </a:lvl1pPr>
          </a:lstStyle>
          <a:p>
            <a:r>
              <a:t>Title 2</a:t>
            </a:r>
          </a:p>
        </p:txBody>
      </p:sp>
      <p:sp>
        <p:nvSpPr>
          <p:cNvPr id="2908" name="Title 2"/>
          <p:cNvSpPr txBox="1"/>
          <p:nvPr/>
        </p:nvSpPr>
        <p:spPr>
          <a:xfrm>
            <a:off x="871605" y="9415991"/>
            <a:ext cx="2346276" cy="101929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6000" spc="-180">
                <a:solidFill>
                  <a:srgbClr val="000000">
                    <a:alpha val="25000"/>
                  </a:srgbClr>
                </a:solidFill>
              </a:defRPr>
            </a:lvl1pPr>
          </a:lstStyle>
          <a:p>
            <a:r>
              <a:t>Title 2</a:t>
            </a:r>
          </a:p>
        </p:txBody>
      </p:sp>
      <p:sp>
        <p:nvSpPr>
          <p:cNvPr id="2909" name="Rectangle"/>
          <p:cNvSpPr/>
          <p:nvPr/>
        </p:nvSpPr>
        <p:spPr>
          <a:xfrm>
            <a:off x="698471" y="10542430"/>
            <a:ext cx="3266009" cy="2297477"/>
          </a:xfrm>
          <a:prstGeom prst="rect">
            <a:avLst/>
          </a:prstGeom>
          <a:solidFill>
            <a:srgbClr val="000000"/>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910" name="Title 2"/>
          <p:cNvSpPr txBox="1"/>
          <p:nvPr/>
        </p:nvSpPr>
        <p:spPr>
          <a:xfrm>
            <a:off x="871605" y="10642764"/>
            <a:ext cx="3515644" cy="101929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6000" spc="-180">
                <a:solidFill>
                  <a:srgbClr val="FFFFFF"/>
                </a:solidFill>
              </a:defRPr>
            </a:lvl1pPr>
          </a:lstStyle>
          <a:p>
            <a:r>
              <a:t>Title 2</a:t>
            </a:r>
          </a:p>
        </p:txBody>
      </p:sp>
      <p:sp>
        <p:nvSpPr>
          <p:cNvPr id="2911" name="Title 2"/>
          <p:cNvSpPr txBox="1"/>
          <p:nvPr/>
        </p:nvSpPr>
        <p:spPr>
          <a:xfrm>
            <a:off x="871605" y="11554024"/>
            <a:ext cx="3515644" cy="101929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90000"/>
              </a:lnSpc>
              <a:defRPr sz="6000" spc="-180">
                <a:solidFill>
                  <a:srgbClr val="FFFFFF">
                    <a:alpha val="50000"/>
                  </a:srgbClr>
                </a:solidFill>
              </a:defRPr>
            </a:lvl1pPr>
          </a:lstStyle>
          <a:p>
            <a:r>
              <a:t>Title 2</a:t>
            </a:r>
          </a:p>
        </p:txBody>
      </p:sp>
      <p:sp>
        <p:nvSpPr>
          <p:cNvPr id="2912" name="Title 3"/>
          <p:cNvSpPr txBox="1"/>
          <p:nvPr/>
        </p:nvSpPr>
        <p:spPr>
          <a:xfrm>
            <a:off x="7129103" y="1451472"/>
            <a:ext cx="3515644" cy="60977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defTabSz="457200">
              <a:lnSpc>
                <a:spcPct val="100000"/>
              </a:lnSpc>
              <a:defRPr sz="3400" spc="-34">
                <a:solidFill>
                  <a:srgbClr val="000000">
                    <a:alpha val="50000"/>
                  </a:srgbClr>
                </a:solidFill>
              </a:defRPr>
            </a:lvl1pPr>
          </a:lstStyle>
          <a:p>
            <a:r>
              <a:t>Title 3 </a:t>
            </a:r>
          </a:p>
        </p:txBody>
      </p:sp>
      <p:sp>
        <p:nvSpPr>
          <p:cNvPr id="2913" name="Rectangle"/>
          <p:cNvSpPr/>
          <p:nvPr/>
        </p:nvSpPr>
        <p:spPr>
          <a:xfrm>
            <a:off x="7065603" y="5024227"/>
            <a:ext cx="1917819" cy="655194"/>
          </a:xfrm>
          <a:prstGeom prst="rect">
            <a:avLst/>
          </a:prstGeom>
          <a:solidFill>
            <a:srgbClr val="000000"/>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914" name="Body 1"/>
          <p:cNvSpPr txBox="1"/>
          <p:nvPr/>
        </p:nvSpPr>
        <p:spPr>
          <a:xfrm>
            <a:off x="7129103" y="5069039"/>
            <a:ext cx="3515644" cy="52308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sz="2800" spc="0">
                <a:solidFill>
                  <a:srgbClr val="FFFFFF"/>
                </a:solidFill>
              </a:defRPr>
            </a:lvl1pPr>
          </a:lstStyle>
          <a:p>
            <a:r>
              <a:t>Body 1</a:t>
            </a:r>
          </a:p>
        </p:txBody>
      </p:sp>
      <p:sp>
        <p:nvSpPr>
          <p:cNvPr id="2915" name="Body 1"/>
          <p:cNvSpPr txBox="1"/>
          <p:nvPr/>
        </p:nvSpPr>
        <p:spPr>
          <a:xfrm>
            <a:off x="7129103" y="4439975"/>
            <a:ext cx="3515644" cy="52308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sz="2800" spc="0">
                <a:solidFill>
                  <a:srgbClr val="000000">
                    <a:alpha val="50000"/>
                  </a:srgbClr>
                </a:solidFill>
              </a:defRPr>
            </a:lvl1pPr>
          </a:lstStyle>
          <a:p>
            <a:r>
              <a:t>Body 1</a:t>
            </a:r>
          </a:p>
        </p:txBody>
      </p:sp>
      <p:sp>
        <p:nvSpPr>
          <p:cNvPr id="2916" name="Rectangle"/>
          <p:cNvSpPr/>
          <p:nvPr/>
        </p:nvSpPr>
        <p:spPr>
          <a:xfrm>
            <a:off x="7065604" y="6982970"/>
            <a:ext cx="1917819" cy="1061376"/>
          </a:xfrm>
          <a:prstGeom prst="rect">
            <a:avLst/>
          </a:prstGeom>
          <a:solidFill>
            <a:srgbClr val="000000"/>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917" name="Body 2"/>
          <p:cNvSpPr txBox="1"/>
          <p:nvPr/>
        </p:nvSpPr>
        <p:spPr>
          <a:xfrm>
            <a:off x="7129104" y="6060017"/>
            <a:ext cx="3515644" cy="46105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r>
              <a:t>Body 2 </a:t>
            </a:r>
          </a:p>
        </p:txBody>
      </p:sp>
      <p:sp>
        <p:nvSpPr>
          <p:cNvPr id="2918" name="Body 2"/>
          <p:cNvSpPr txBox="1"/>
          <p:nvPr/>
        </p:nvSpPr>
        <p:spPr>
          <a:xfrm>
            <a:off x="7129104" y="7027782"/>
            <a:ext cx="3515644" cy="46106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a:solidFill>
                  <a:srgbClr val="FFFFFF"/>
                </a:solidFill>
              </a:defRPr>
            </a:lvl1pPr>
          </a:lstStyle>
          <a:p>
            <a:r>
              <a:t>Body 2</a:t>
            </a:r>
          </a:p>
        </p:txBody>
      </p:sp>
      <p:sp>
        <p:nvSpPr>
          <p:cNvPr id="2919" name="Body 2"/>
          <p:cNvSpPr txBox="1"/>
          <p:nvPr/>
        </p:nvSpPr>
        <p:spPr>
          <a:xfrm>
            <a:off x="7129103" y="6474823"/>
            <a:ext cx="3515644" cy="46106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120000"/>
              </a:lnSpc>
              <a:defRPr>
                <a:solidFill>
                  <a:srgbClr val="000000">
                    <a:alpha val="50000"/>
                  </a:srgbClr>
                </a:solidFill>
              </a:defRPr>
            </a:lvl1pPr>
          </a:lstStyle>
          <a:p>
            <a:r>
              <a:t>Body 2 </a:t>
            </a:r>
          </a:p>
        </p:txBody>
      </p:sp>
      <p:sp>
        <p:nvSpPr>
          <p:cNvPr id="2920" name="Body 2"/>
          <p:cNvSpPr txBox="1"/>
          <p:nvPr/>
        </p:nvSpPr>
        <p:spPr>
          <a:xfrm>
            <a:off x="7129104" y="7491303"/>
            <a:ext cx="3515644" cy="46106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a:solidFill>
                  <a:srgbClr val="FFFFFF">
                    <a:alpha val="50000"/>
                  </a:srgbClr>
                </a:solidFill>
              </a:defRPr>
            </a:lvl1pPr>
          </a:lstStyle>
          <a:p>
            <a:r>
              <a:t>Body 2</a:t>
            </a:r>
          </a:p>
        </p:txBody>
      </p:sp>
      <p:sp>
        <p:nvSpPr>
          <p:cNvPr id="2921" name="Rectangle"/>
          <p:cNvSpPr/>
          <p:nvPr/>
        </p:nvSpPr>
        <p:spPr>
          <a:xfrm>
            <a:off x="7065604" y="9612990"/>
            <a:ext cx="1917819" cy="1377860"/>
          </a:xfrm>
          <a:prstGeom prst="rect">
            <a:avLst/>
          </a:prstGeom>
          <a:solidFill>
            <a:srgbClr val="000000"/>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922" name="Body 3"/>
          <p:cNvSpPr txBox="1"/>
          <p:nvPr/>
        </p:nvSpPr>
        <p:spPr>
          <a:xfrm>
            <a:off x="7129104" y="8373610"/>
            <a:ext cx="3515644" cy="41173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sz="2000" spc="0"/>
            </a:lvl1pPr>
          </a:lstStyle>
          <a:p>
            <a:r>
              <a:t>Body 3 </a:t>
            </a:r>
          </a:p>
        </p:txBody>
      </p:sp>
      <p:sp>
        <p:nvSpPr>
          <p:cNvPr id="2923" name="Body 3"/>
          <p:cNvSpPr txBox="1"/>
          <p:nvPr/>
        </p:nvSpPr>
        <p:spPr>
          <a:xfrm>
            <a:off x="7129104" y="9670502"/>
            <a:ext cx="3515644" cy="41173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sz="2000" spc="0">
                <a:solidFill>
                  <a:srgbClr val="FFFFFF"/>
                </a:solidFill>
              </a:defRPr>
            </a:lvl1pPr>
          </a:lstStyle>
          <a:p>
            <a:r>
              <a:t>Body 3</a:t>
            </a:r>
          </a:p>
        </p:txBody>
      </p:sp>
      <p:sp>
        <p:nvSpPr>
          <p:cNvPr id="2924" name="Body 3"/>
          <p:cNvSpPr txBox="1"/>
          <p:nvPr/>
        </p:nvSpPr>
        <p:spPr>
          <a:xfrm>
            <a:off x="7129103" y="8750317"/>
            <a:ext cx="3515644" cy="41173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sz="2000" spc="0">
                <a:solidFill>
                  <a:srgbClr val="000000">
                    <a:alpha val="50000"/>
                  </a:srgbClr>
                </a:solidFill>
              </a:defRPr>
            </a:lvl1pPr>
          </a:lstStyle>
          <a:p>
            <a:r>
              <a:t>Body 3 </a:t>
            </a:r>
          </a:p>
        </p:txBody>
      </p:sp>
      <p:sp>
        <p:nvSpPr>
          <p:cNvPr id="2925" name="Body 3"/>
          <p:cNvSpPr txBox="1"/>
          <p:nvPr/>
        </p:nvSpPr>
        <p:spPr>
          <a:xfrm>
            <a:off x="7129104" y="10057824"/>
            <a:ext cx="3515644" cy="41173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60000"/>
              </a:lnSpc>
              <a:defRPr sz="2000" spc="0">
                <a:solidFill>
                  <a:srgbClr val="FFFFFF">
                    <a:alpha val="50000"/>
                  </a:srgbClr>
                </a:solidFill>
              </a:defRPr>
            </a:lvl1pPr>
          </a:lstStyle>
          <a:p>
            <a:r>
              <a:t>Body 3</a:t>
            </a:r>
          </a:p>
        </p:txBody>
      </p:sp>
      <p:sp>
        <p:nvSpPr>
          <p:cNvPr id="2926" name="Body 3"/>
          <p:cNvSpPr txBox="1"/>
          <p:nvPr/>
        </p:nvSpPr>
        <p:spPr>
          <a:xfrm>
            <a:off x="7129103" y="9117307"/>
            <a:ext cx="3515644" cy="41173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60000"/>
              </a:lnSpc>
              <a:defRPr sz="2000" spc="0">
                <a:solidFill>
                  <a:srgbClr val="000000">
                    <a:alpha val="25000"/>
                  </a:srgbClr>
                </a:solidFill>
              </a:defRPr>
            </a:lvl1pPr>
          </a:lstStyle>
          <a:p>
            <a:r>
              <a:t>Body 3 </a:t>
            </a:r>
          </a:p>
        </p:txBody>
      </p:sp>
      <p:sp>
        <p:nvSpPr>
          <p:cNvPr id="2927" name="Rectangle"/>
          <p:cNvSpPr/>
          <p:nvPr/>
        </p:nvSpPr>
        <p:spPr>
          <a:xfrm>
            <a:off x="7084653" y="11818497"/>
            <a:ext cx="1917819" cy="756018"/>
          </a:xfrm>
          <a:prstGeom prst="rect">
            <a:avLst/>
          </a:prstGeom>
          <a:solidFill>
            <a:srgbClr val="000000"/>
          </a:solidFill>
          <a:ln w="12700">
            <a:miter lim="400000"/>
          </a:ln>
        </p:spPr>
        <p:txBody>
          <a:bodyPr lIns="50800" tIns="50800" rIns="50800" bIns="50800" anchor="ctr"/>
          <a:lstStyle/>
          <a:p>
            <a:pPr algn="ctr">
              <a:lnSpc>
                <a:spcPct val="100000"/>
              </a:lnSpc>
              <a:defRPr sz="3200" spc="0">
                <a:solidFill>
                  <a:srgbClr val="FFFFFF"/>
                </a:solidFill>
              </a:defRPr>
            </a:pPr>
            <a:endParaRPr/>
          </a:p>
        </p:txBody>
      </p:sp>
      <p:sp>
        <p:nvSpPr>
          <p:cNvPr id="2928" name="Body 4"/>
          <p:cNvSpPr txBox="1"/>
          <p:nvPr/>
        </p:nvSpPr>
        <p:spPr>
          <a:xfrm>
            <a:off x="7148153" y="12128210"/>
            <a:ext cx="3515644" cy="33700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sz="1600" spc="0">
                <a:solidFill>
                  <a:srgbClr val="FFFFFF">
                    <a:alpha val="50000"/>
                  </a:srgbClr>
                </a:solidFill>
              </a:defRPr>
            </a:lvl1pPr>
          </a:lstStyle>
          <a:p>
            <a:r>
              <a:t>Body 4</a:t>
            </a:r>
          </a:p>
        </p:txBody>
      </p:sp>
      <p:sp>
        <p:nvSpPr>
          <p:cNvPr id="2929" name="Body 4"/>
          <p:cNvSpPr txBox="1"/>
          <p:nvPr/>
        </p:nvSpPr>
        <p:spPr>
          <a:xfrm>
            <a:off x="7148153" y="11839146"/>
            <a:ext cx="3515644" cy="33700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sz="1600" spc="0">
                <a:solidFill>
                  <a:srgbClr val="FFFFFF"/>
                </a:solidFill>
              </a:defRPr>
            </a:lvl1pPr>
          </a:lstStyle>
          <a:p>
            <a:r>
              <a:t>Body 4</a:t>
            </a:r>
          </a:p>
        </p:txBody>
      </p:sp>
      <p:sp>
        <p:nvSpPr>
          <p:cNvPr id="2930" name="Body 4"/>
          <p:cNvSpPr txBox="1"/>
          <p:nvPr/>
        </p:nvSpPr>
        <p:spPr>
          <a:xfrm>
            <a:off x="7148153" y="11459935"/>
            <a:ext cx="3515644" cy="33700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sz="1600" spc="0">
                <a:solidFill>
                  <a:srgbClr val="000000">
                    <a:alpha val="25000"/>
                  </a:srgbClr>
                </a:solidFill>
              </a:defRPr>
            </a:lvl1pPr>
          </a:lstStyle>
          <a:p>
            <a:r>
              <a:t>Body 4</a:t>
            </a:r>
          </a:p>
        </p:txBody>
      </p:sp>
      <p:sp>
        <p:nvSpPr>
          <p:cNvPr id="2931" name="Body 5"/>
          <p:cNvSpPr txBox="1"/>
          <p:nvPr/>
        </p:nvSpPr>
        <p:spPr>
          <a:xfrm>
            <a:off x="7148153" y="12989974"/>
            <a:ext cx="3515644" cy="28768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lnSpc>
                <a:spcPct val="100000"/>
              </a:lnSpc>
              <a:defRPr sz="1200" spc="0"/>
            </a:lvl1pPr>
          </a:lstStyle>
          <a:p>
            <a:r>
              <a:t>Body 5</a:t>
            </a:r>
          </a:p>
        </p:txBody>
      </p:sp>
      <p:sp>
        <p:nvSpPr>
          <p:cNvPr id="2932" name="Body 3"/>
          <p:cNvSpPr txBox="1"/>
          <p:nvPr/>
        </p:nvSpPr>
        <p:spPr>
          <a:xfrm>
            <a:off x="7129104" y="10423525"/>
            <a:ext cx="3515644" cy="41173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lvl1pPr>
              <a:defRPr sz="2000" spc="0">
                <a:solidFill>
                  <a:srgbClr val="FFFFFF">
                    <a:alpha val="50000"/>
                  </a:srgbClr>
                </a:solidFill>
              </a:defRPr>
            </a:lvl1pPr>
          </a:lstStyle>
          <a:p>
            <a:r>
              <a:t>Body 3</a:t>
            </a:r>
          </a:p>
        </p:txBody>
      </p:sp>
      <p:sp>
        <p:nvSpPr>
          <p:cNvPr id="293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4260851"/>
            <a:ext cx="20726400" cy="2940050"/>
          </a:xfrm>
        </p:spPr>
        <p:txBody>
          <a:bodyPr/>
          <a:lstStyle/>
          <a:p>
            <a:r>
              <a:rPr lang="en-US"/>
              <a:t>Click to edit Master title style</a:t>
            </a:r>
            <a:endParaRPr lang="en-ZA"/>
          </a:p>
        </p:txBody>
      </p:sp>
      <p:sp>
        <p:nvSpPr>
          <p:cNvPr id="3" name="Subtitle 2"/>
          <p:cNvSpPr>
            <a:spLocks noGrp="1"/>
          </p:cNvSpPr>
          <p:nvPr>
            <p:ph type="subTitle" idx="1"/>
          </p:nvPr>
        </p:nvSpPr>
        <p:spPr>
          <a:xfrm>
            <a:off x="3657600" y="7772400"/>
            <a:ext cx="17068800" cy="3505200"/>
          </a:xfrm>
        </p:spPr>
        <p:txBody>
          <a:bodyPr/>
          <a:lstStyle>
            <a:lvl1pPr marL="0" indent="0" algn="ctr">
              <a:buNone/>
              <a:defRPr/>
            </a:lvl1pPr>
            <a:lvl2pPr marL="914400" indent="0" algn="ctr">
              <a:buNone/>
              <a:defRPr/>
            </a:lvl2pPr>
            <a:lvl3pPr marL="1828800" indent="0" algn="ctr">
              <a:buNone/>
              <a:defRPr/>
            </a:lvl3pPr>
            <a:lvl4pPr marL="2743200" indent="0" algn="ctr">
              <a:buNone/>
              <a:defRPr/>
            </a:lvl4pPr>
            <a:lvl5pPr marL="3657600" indent="0" algn="ctr">
              <a:buNone/>
              <a:defRPr/>
            </a:lvl5pPr>
            <a:lvl6pPr marL="4572000" indent="0" algn="ctr">
              <a:buNone/>
              <a:defRPr/>
            </a:lvl6pPr>
            <a:lvl7pPr marL="5486400" indent="0" algn="ctr">
              <a:buNone/>
              <a:defRPr/>
            </a:lvl7pPr>
            <a:lvl8pPr marL="6400800" indent="0" algn="ctr">
              <a:buNone/>
              <a:defRPr/>
            </a:lvl8pPr>
            <a:lvl9pPr marL="7315200" indent="0" algn="ctr">
              <a:buNone/>
              <a:defRPr/>
            </a:lvl9pPr>
          </a:lstStyle>
          <a:p>
            <a:r>
              <a:rPr lang="en-US"/>
              <a:t>Click to edit Master subtitle style</a:t>
            </a:r>
            <a:endParaRPr lang="en-ZA"/>
          </a:p>
        </p:txBody>
      </p:sp>
      <p:sp>
        <p:nvSpPr>
          <p:cNvPr id="4" name="Rectangle 4"/>
          <p:cNvSpPr>
            <a:spLocks noGrp="1" noChangeArrowheads="1"/>
          </p:cNvSpPr>
          <p:nvPr>
            <p:ph type="dt" sz="half" idx="10"/>
          </p:nvPr>
        </p:nvSpPr>
        <p:spPr>
          <a:ln/>
        </p:spPr>
        <p:txBody>
          <a:bodyPr/>
          <a:lstStyle>
            <a:lvl1pPr>
              <a:defRPr/>
            </a:lvl1pPr>
          </a:lstStyle>
          <a:p>
            <a:pPr>
              <a:defRPr/>
            </a:pPr>
            <a:endParaRPr lang="en-ZA"/>
          </a:p>
        </p:txBody>
      </p:sp>
      <p:sp>
        <p:nvSpPr>
          <p:cNvPr id="5" name="Rectangle 5"/>
          <p:cNvSpPr>
            <a:spLocks noGrp="1" noChangeArrowheads="1"/>
          </p:cNvSpPr>
          <p:nvPr>
            <p:ph type="ftr" sz="quarter" idx="11"/>
          </p:nvPr>
        </p:nvSpPr>
        <p:spPr>
          <a:ln/>
        </p:spPr>
        <p:txBody>
          <a:bodyPr/>
          <a:lstStyle>
            <a:lvl1pPr>
              <a:defRPr/>
            </a:lvl1pPr>
          </a:lstStyle>
          <a:p>
            <a:pPr>
              <a:defRPr/>
            </a:pPr>
            <a:endParaRPr lang="en-ZA"/>
          </a:p>
        </p:txBody>
      </p:sp>
      <p:sp>
        <p:nvSpPr>
          <p:cNvPr id="6" name="Rectangle 6"/>
          <p:cNvSpPr>
            <a:spLocks noGrp="1" noChangeArrowheads="1"/>
          </p:cNvSpPr>
          <p:nvPr>
            <p:ph type="sldNum" sz="quarter" idx="12"/>
          </p:nvPr>
        </p:nvSpPr>
        <p:spPr>
          <a:ln/>
        </p:spPr>
        <p:txBody>
          <a:bodyPr/>
          <a:lstStyle>
            <a:lvl1pPr>
              <a:defRPr/>
            </a:lvl1pPr>
          </a:lstStyle>
          <a:p>
            <a:fld id="{9322CA75-4604-42CE-8184-B6F1D0424ECE}" type="slidenum">
              <a:rPr lang="en-ZA" altLang="en-US"/>
              <a:pPr/>
              <a:t>‹#›</a:t>
            </a:fld>
            <a:endParaRPr lang="en-ZA" altLang="en-US"/>
          </a:p>
        </p:txBody>
      </p:sp>
    </p:spTree>
    <p:extLst>
      <p:ext uri="{BB962C8B-B14F-4D97-AF65-F5344CB8AC3E}">
        <p14:creationId xmlns:p14="http://schemas.microsoft.com/office/powerpoint/2010/main" val="292649891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3176" y="3176"/>
                        <a:ext cx="3176" cy="3176"/>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317500" cy="31750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600"/>
              </a:spcBef>
              <a:spcAft>
                <a:spcPts val="600"/>
              </a:spcAft>
            </a:pPr>
            <a:endParaRPr lang="en-ZA" sz="5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1109470" y="1275443"/>
            <a:ext cx="22165056"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ZA" b="0" baseline="0" dirty="0"/>
            </a:lvl1pPr>
          </a:lstStyle>
          <a:p>
            <a:pPr lvl="0"/>
            <a:r>
              <a:rPr lang="en-US"/>
              <a:t>Click to edit Master subtitle style</a:t>
            </a:r>
            <a:endParaRPr lang="en-ZA"/>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22625051" y="12997509"/>
            <a:ext cx="651002" cy="276998"/>
          </a:xfrm>
          <a:prstGeom prst="rect">
            <a:avLst/>
          </a:prstGeom>
          <a:noFill/>
          <a:ln w="9525" algn="ctr">
            <a:noFill/>
            <a:miter lim="800000"/>
            <a:headEnd/>
            <a:tailEnd/>
          </a:ln>
          <a:effectLst/>
        </p:spPr>
        <p:txBody>
          <a:bodyPr wrap="square" lIns="0" tIns="0" rIns="0" bIns="0" anchor="b">
            <a:spAutoFit/>
          </a:bodyPr>
          <a:lstStyle/>
          <a:p>
            <a:pPr algn="r" defTabSz="1221488" rtl="0" fontAlgn="auto">
              <a:spcBef>
                <a:spcPts val="0"/>
              </a:spcBef>
              <a:spcAft>
                <a:spcPts val="0"/>
              </a:spcAft>
              <a:defRPr/>
            </a:pPr>
            <a:fld id="{4ABDCABE-3F10-B64C-92F1-862014417034}" type="slidenum">
              <a:rPr lang="en-ZA" sz="1800" b="0" smtClean="0">
                <a:solidFill>
                  <a:schemeClr val="tx1"/>
                </a:solidFill>
                <a:latin typeface="+mn-lt"/>
                <a:ea typeface="+mn-ea"/>
                <a:cs typeface="Arial" panose="020B0604020202020204" pitchFamily="34" charset="0"/>
              </a:rPr>
              <a:pPr algn="r" defTabSz="1221488" rtl="0" fontAlgn="auto">
                <a:spcBef>
                  <a:spcPts val="0"/>
                </a:spcBef>
                <a:spcAft>
                  <a:spcPts val="0"/>
                </a:spcAft>
                <a:defRPr/>
              </a:pPr>
              <a:t>‹#›</a:t>
            </a:fld>
            <a:endParaRPr lang="en-ZA" sz="18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1109471" y="13003339"/>
            <a:ext cx="14555722" cy="246222"/>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ZA" sz="16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1109470" y="83195"/>
            <a:ext cx="7686676" cy="246222"/>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ZA" sz="1600" b="0" dirty="0">
                <a:cs typeface="+mn-cs"/>
              </a:defRPr>
            </a:lvl1pPr>
          </a:lstStyle>
          <a:p>
            <a:pPr lvl="0">
              <a:buNone/>
            </a:pPr>
            <a:r>
              <a:rPr lang="en-ZA"/>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1109472" y="344425"/>
            <a:ext cx="22165056"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ZA" dirty="0"/>
            </a:lvl1pPr>
          </a:lstStyle>
          <a:p>
            <a:pPr lvl="0"/>
            <a:r>
              <a:rPr lang="en-US"/>
              <a:t>Click to edit Master title style</a:t>
            </a:r>
            <a:endParaRPr lang="en-ZA"/>
          </a:p>
        </p:txBody>
      </p:sp>
      <p:sp>
        <p:nvSpPr>
          <p:cNvPr id="2" name="TextBox 1">
            <a:extLst>
              <a:ext uri="{FF2B5EF4-FFF2-40B4-BE49-F238E27FC236}">
                <a16:creationId xmlns:a16="http://schemas.microsoft.com/office/drawing/2014/main" id="{8CA9A16A-B8B6-6D07-B0E7-6E105A8B21AA}"/>
              </a:ext>
            </a:extLst>
          </p:cNvPr>
          <p:cNvSpPr txBox="1"/>
          <p:nvPr userDrawn="1"/>
        </p:nvSpPr>
        <p:spPr>
          <a:xfrm>
            <a:off x="21997852" y="12592594"/>
            <a:ext cx="0" cy="0"/>
          </a:xfrm>
          <a:prstGeom prst="rect">
            <a:avLst/>
          </a:prstGeom>
          <a:ln w="6350">
            <a:noFill/>
            <a:miter lim="800000"/>
          </a:ln>
        </p:spPr>
        <p:txBody>
          <a:bodyPr vert="horz" wrap="none" lIns="0" tIns="0" rIns="0" bIns="0" rtlCol="0">
            <a:noAutofit/>
          </a:bodyPr>
          <a:lstStyle/>
          <a:p>
            <a:pPr algn="l">
              <a:spcBef>
                <a:spcPts val="600"/>
              </a:spcBef>
              <a:spcAft>
                <a:spcPts val="600"/>
              </a:spcAft>
              <a:buNone/>
            </a:pPr>
            <a:endParaRPr lang="en-US" sz="3200"/>
          </a:p>
        </p:txBody>
      </p:sp>
      <p:sp>
        <p:nvSpPr>
          <p:cNvPr id="4" name="TextBox 3">
            <a:extLst>
              <a:ext uri="{FF2B5EF4-FFF2-40B4-BE49-F238E27FC236}">
                <a16:creationId xmlns:a16="http://schemas.microsoft.com/office/drawing/2014/main" id="{B27A78FF-0628-0865-87CD-3C48F610CBB4}"/>
              </a:ext>
            </a:extLst>
          </p:cNvPr>
          <p:cNvSpPr txBox="1"/>
          <p:nvPr userDrawn="1"/>
        </p:nvSpPr>
        <p:spPr>
          <a:xfrm>
            <a:off x="22661218" y="12032974"/>
            <a:ext cx="0" cy="0"/>
          </a:xfrm>
          <a:prstGeom prst="rect">
            <a:avLst/>
          </a:prstGeom>
          <a:ln w="6350">
            <a:noFill/>
            <a:miter lim="800000"/>
          </a:ln>
        </p:spPr>
        <p:txBody>
          <a:bodyPr vert="horz" wrap="none" lIns="0" tIns="0" rIns="0" bIns="0" rtlCol="0">
            <a:noAutofit/>
          </a:bodyPr>
          <a:lstStyle/>
          <a:p>
            <a:pPr algn="l">
              <a:spcBef>
                <a:spcPts val="600"/>
              </a:spcBef>
              <a:spcAft>
                <a:spcPts val="600"/>
              </a:spcAft>
              <a:buNone/>
            </a:pPr>
            <a:endParaRPr lang="en-US" sz="3200"/>
          </a:p>
        </p:txBody>
      </p:sp>
    </p:spTree>
    <p:extLst>
      <p:ext uri="{BB962C8B-B14F-4D97-AF65-F5344CB8AC3E}">
        <p14:creationId xmlns:p14="http://schemas.microsoft.com/office/powerpoint/2010/main" val="327644424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07/12/2025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548941950"/>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theme" Target="../theme/theme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resentation Title"/>
          <p:cNvSpPr txBox="1">
            <a:spLocks noGrp="1"/>
          </p:cNvSpPr>
          <p:nvPr>
            <p:ph type="title" hasCustomPrompt="1"/>
          </p:nvPr>
        </p:nvSpPr>
        <p:spPr>
          <a:xfrm>
            <a:off x="1206496" y="2574991"/>
            <a:ext cx="21971004" cy="4648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p>
            <a:r>
              <a:t>Presentation Title</a:t>
            </a:r>
          </a:p>
        </p:txBody>
      </p:sp>
      <p:sp>
        <p:nvSpPr>
          <p:cNvPr id="3" name="Body Level One…"/>
          <p:cNvSpPr txBox="1">
            <a:spLocks noGrp="1"/>
          </p:cNvSpPr>
          <p:nvPr>
            <p:ph type="body" idx="1" hasCustomPrompt="1"/>
          </p:nvPr>
        </p:nvSpPr>
        <p:spPr>
          <a:xfrm>
            <a:off x="1201342" y="7223190"/>
            <a:ext cx="21971001" cy="1905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Presentation Subtitle</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185751" y="13205282"/>
            <a:ext cx="255525" cy="250317"/>
          </a:xfrm>
          <a:prstGeom prst="rect">
            <a:avLst/>
          </a:prstGeom>
          <a:ln w="12700">
            <a:miter lim="400000"/>
          </a:ln>
        </p:spPr>
        <p:txBody>
          <a:bodyPr wrap="none" lIns="50800" tIns="50800" rIns="50800" bIns="50800" anchor="b">
            <a:spAutoFit/>
          </a:bodyPr>
          <a:lstStyle>
            <a:lvl1pPr defTabSz="584200">
              <a:lnSpc>
                <a:spcPct val="100000"/>
              </a:lnSpc>
              <a:defRPr sz="1000" spc="0">
                <a:solidFill>
                  <a:srgbClr val="000000">
                    <a:alpha val="15000"/>
                  </a:srgbClr>
                </a:solidFill>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841" r:id="rId2"/>
    <p:sldLayoutId id="2147483651" r:id="rId3"/>
    <p:sldLayoutId id="2147483654" r:id="rId4"/>
    <p:sldLayoutId id="2147483656" r:id="rId5"/>
    <p:sldLayoutId id="2147483657" r:id="rId6"/>
    <p:sldLayoutId id="2147483659" r:id="rId7"/>
    <p:sldLayoutId id="2147483660" r:id="rId8"/>
    <p:sldLayoutId id="2147483662" r:id="rId9"/>
    <p:sldLayoutId id="2147483663" r:id="rId10"/>
    <p:sldLayoutId id="2147483665" r:id="rId11"/>
    <p:sldLayoutId id="2147483666" r:id="rId12"/>
    <p:sldLayoutId id="2147483668" r:id="rId13"/>
    <p:sldLayoutId id="2147483669" r:id="rId14"/>
    <p:sldLayoutId id="2147483671" r:id="rId15"/>
    <p:sldLayoutId id="2147483672" r:id="rId16"/>
    <p:sldLayoutId id="2147483674" r:id="rId17"/>
    <p:sldLayoutId id="2147483675" r:id="rId18"/>
    <p:sldLayoutId id="2147483677" r:id="rId19"/>
    <p:sldLayoutId id="2147483678" r:id="rId20"/>
    <p:sldLayoutId id="2147483680" r:id="rId21"/>
    <p:sldLayoutId id="2147483681" r:id="rId22"/>
    <p:sldLayoutId id="2147483683" r:id="rId23"/>
    <p:sldLayoutId id="2147483684" r:id="rId24"/>
    <p:sldLayoutId id="2147483686" r:id="rId25"/>
    <p:sldLayoutId id="2147483687" r:id="rId26"/>
    <p:sldLayoutId id="2147483689" r:id="rId27"/>
    <p:sldLayoutId id="2147483690" r:id="rId28"/>
    <p:sldLayoutId id="2147483692" r:id="rId29"/>
    <p:sldLayoutId id="2147483693" r:id="rId30"/>
    <p:sldLayoutId id="2147483695" r:id="rId31"/>
    <p:sldLayoutId id="2147483696" r:id="rId32"/>
    <p:sldLayoutId id="2147483698" r:id="rId33"/>
    <p:sldLayoutId id="2147483699" r:id="rId34"/>
    <p:sldLayoutId id="2147483701" r:id="rId35"/>
    <p:sldLayoutId id="2147483702" r:id="rId36"/>
    <p:sldLayoutId id="2147483704" r:id="rId37"/>
    <p:sldLayoutId id="2147483705" r:id="rId38"/>
    <p:sldLayoutId id="2147483707" r:id="rId39"/>
    <p:sldLayoutId id="2147483708" r:id="rId40"/>
    <p:sldLayoutId id="2147483710" r:id="rId41"/>
    <p:sldLayoutId id="2147483711" r:id="rId42"/>
    <p:sldLayoutId id="2147483713" r:id="rId43"/>
    <p:sldLayoutId id="2147483714" r:id="rId44"/>
    <p:sldLayoutId id="2147483716" r:id="rId45"/>
    <p:sldLayoutId id="2147483717" r:id="rId46"/>
    <p:sldLayoutId id="2147483719" r:id="rId47"/>
    <p:sldLayoutId id="2147483720" r:id="rId48"/>
    <p:sldLayoutId id="2147483722" r:id="rId49"/>
    <p:sldLayoutId id="2147483723" r:id="rId50"/>
    <p:sldLayoutId id="2147483725" r:id="rId51"/>
    <p:sldLayoutId id="2147483726" r:id="rId52"/>
    <p:sldLayoutId id="2147483728" r:id="rId53"/>
    <p:sldLayoutId id="2147483729" r:id="rId54"/>
    <p:sldLayoutId id="2147483731" r:id="rId55"/>
    <p:sldLayoutId id="2147483732" r:id="rId56"/>
    <p:sldLayoutId id="2147483734" r:id="rId57"/>
    <p:sldLayoutId id="2147483735" r:id="rId58"/>
    <p:sldLayoutId id="2147483737" r:id="rId59"/>
    <p:sldLayoutId id="2147483738" r:id="rId60"/>
    <p:sldLayoutId id="2147483740" r:id="rId61"/>
    <p:sldLayoutId id="2147483741" r:id="rId62"/>
    <p:sldLayoutId id="2147483743" r:id="rId63"/>
    <p:sldLayoutId id="2147483744" r:id="rId64"/>
    <p:sldLayoutId id="2147483746" r:id="rId65"/>
    <p:sldLayoutId id="2147483747" r:id="rId66"/>
    <p:sldLayoutId id="2147483749" r:id="rId67"/>
    <p:sldLayoutId id="2147483750" r:id="rId68"/>
    <p:sldLayoutId id="2147483752" r:id="rId69"/>
    <p:sldLayoutId id="2147483753" r:id="rId70"/>
    <p:sldLayoutId id="2147483755" r:id="rId71"/>
    <p:sldLayoutId id="2147483756" r:id="rId72"/>
    <p:sldLayoutId id="2147483758" r:id="rId73"/>
    <p:sldLayoutId id="2147483759" r:id="rId74"/>
    <p:sldLayoutId id="2147483761" r:id="rId75"/>
    <p:sldLayoutId id="2147483762" r:id="rId76"/>
    <p:sldLayoutId id="2147483764" r:id="rId77"/>
    <p:sldLayoutId id="2147483765" r:id="rId78"/>
    <p:sldLayoutId id="2147483767" r:id="rId79"/>
    <p:sldLayoutId id="2147483768" r:id="rId80"/>
    <p:sldLayoutId id="2147483770" r:id="rId81"/>
    <p:sldLayoutId id="2147483771" r:id="rId82"/>
    <p:sldLayoutId id="2147483773" r:id="rId83"/>
    <p:sldLayoutId id="2147483774" r:id="rId84"/>
    <p:sldLayoutId id="2147483776" r:id="rId85"/>
    <p:sldLayoutId id="2147483777" r:id="rId86"/>
    <p:sldLayoutId id="2147483779" r:id="rId87"/>
    <p:sldLayoutId id="2147483780" r:id="rId88"/>
    <p:sldLayoutId id="2147483782" r:id="rId89"/>
    <p:sldLayoutId id="2147483783" r:id="rId90"/>
    <p:sldLayoutId id="2147483785" r:id="rId91"/>
    <p:sldLayoutId id="2147483786" r:id="rId92"/>
    <p:sldLayoutId id="2147483788" r:id="rId93"/>
    <p:sldLayoutId id="2147483789" r:id="rId94"/>
    <p:sldLayoutId id="2147483791" r:id="rId95"/>
    <p:sldLayoutId id="2147483792" r:id="rId96"/>
    <p:sldLayoutId id="2147483794" r:id="rId97"/>
    <p:sldLayoutId id="2147483795" r:id="rId98"/>
    <p:sldLayoutId id="2147483797" r:id="rId99"/>
    <p:sldLayoutId id="2147483798" r:id="rId100"/>
    <p:sldLayoutId id="2147483800" r:id="rId101"/>
    <p:sldLayoutId id="2147483801" r:id="rId102"/>
    <p:sldLayoutId id="2147483803" r:id="rId103"/>
    <p:sldLayoutId id="2147483804" r:id="rId104"/>
    <p:sldLayoutId id="2147483806" r:id="rId105"/>
    <p:sldLayoutId id="2147483807" r:id="rId106"/>
    <p:sldLayoutId id="2147483809" r:id="rId107"/>
    <p:sldLayoutId id="2147483810" r:id="rId108"/>
    <p:sldLayoutId id="2147483812" r:id="rId109"/>
    <p:sldLayoutId id="2147483813" r:id="rId110"/>
    <p:sldLayoutId id="2147483815" r:id="rId111"/>
    <p:sldLayoutId id="2147483816" r:id="rId112"/>
    <p:sldLayoutId id="2147483818" r:id="rId113"/>
    <p:sldLayoutId id="2147483819" r:id="rId114"/>
    <p:sldLayoutId id="2147483821" r:id="rId115"/>
    <p:sldLayoutId id="2147483822" r:id="rId116"/>
    <p:sldLayoutId id="2147483824" r:id="rId117"/>
    <p:sldLayoutId id="2147483825" r:id="rId118"/>
    <p:sldLayoutId id="2147483827" r:id="rId119"/>
    <p:sldLayoutId id="2147483828" r:id="rId120"/>
    <p:sldLayoutId id="2147483830" r:id="rId121"/>
    <p:sldLayoutId id="2147483831" r:id="rId122"/>
    <p:sldLayoutId id="2147483833" r:id="rId123"/>
    <p:sldLayoutId id="2147483834" r:id="rId124"/>
    <p:sldLayoutId id="2147483835" r:id="rId125"/>
    <p:sldLayoutId id="2147483837" r:id="rId126"/>
    <p:sldLayoutId id="2147483838" r:id="rId127"/>
    <p:sldLayoutId id="2147483839" r:id="rId128"/>
    <p:sldLayoutId id="2147483842" r:id="rId129"/>
    <p:sldLayoutId id="2147483843" r:id="rId130"/>
    <p:sldLayoutId id="2147483844" r:id="rId131"/>
  </p:sldLayoutIdLst>
  <p:transition spd="med"/>
  <p:txStyles>
    <p:titleStyle>
      <a:lvl1pPr marL="0" marR="0" indent="0" algn="l" defTabSz="825500" rtl="0" latinLnBrk="0">
        <a:lnSpc>
          <a:spcPct val="90000"/>
        </a:lnSpc>
        <a:spcBef>
          <a:spcPts val="0"/>
        </a:spcBef>
        <a:spcAft>
          <a:spcPts val="0"/>
        </a:spcAft>
        <a:buClrTx/>
        <a:buSzTx/>
        <a:buFontTx/>
        <a:buNone/>
        <a:tabLst/>
        <a:defRPr sz="10000" b="0" i="0" u="none" strike="noStrike" cap="none" spc="-300" baseline="0">
          <a:solidFill>
            <a:srgbClr val="000000"/>
          </a:solidFill>
          <a:uFillTx/>
          <a:latin typeface="+mn-lt"/>
          <a:ea typeface="+mn-ea"/>
          <a:cs typeface="+mn-cs"/>
          <a:sym typeface="Helvetica Neue Medium"/>
        </a:defRPr>
      </a:lvl1pPr>
      <a:lvl2pPr marL="0" marR="0" indent="457200" algn="l" defTabSz="825500" rtl="0" latinLnBrk="0">
        <a:lnSpc>
          <a:spcPct val="90000"/>
        </a:lnSpc>
        <a:spcBef>
          <a:spcPts val="0"/>
        </a:spcBef>
        <a:spcAft>
          <a:spcPts val="0"/>
        </a:spcAft>
        <a:buClrTx/>
        <a:buSzTx/>
        <a:buFontTx/>
        <a:buNone/>
        <a:tabLst/>
        <a:defRPr sz="10000" b="0" i="0" u="none" strike="noStrike" cap="none" spc="-300" baseline="0">
          <a:solidFill>
            <a:srgbClr val="000000"/>
          </a:solidFill>
          <a:uFillTx/>
          <a:latin typeface="+mn-lt"/>
          <a:ea typeface="+mn-ea"/>
          <a:cs typeface="+mn-cs"/>
          <a:sym typeface="Helvetica Neue Medium"/>
        </a:defRPr>
      </a:lvl2pPr>
      <a:lvl3pPr marL="0" marR="0" indent="914400" algn="l" defTabSz="825500" rtl="0" latinLnBrk="0">
        <a:lnSpc>
          <a:spcPct val="90000"/>
        </a:lnSpc>
        <a:spcBef>
          <a:spcPts val="0"/>
        </a:spcBef>
        <a:spcAft>
          <a:spcPts val="0"/>
        </a:spcAft>
        <a:buClrTx/>
        <a:buSzTx/>
        <a:buFontTx/>
        <a:buNone/>
        <a:tabLst/>
        <a:defRPr sz="10000" b="0" i="0" u="none" strike="noStrike" cap="none" spc="-300" baseline="0">
          <a:solidFill>
            <a:srgbClr val="000000"/>
          </a:solidFill>
          <a:uFillTx/>
          <a:latin typeface="+mn-lt"/>
          <a:ea typeface="+mn-ea"/>
          <a:cs typeface="+mn-cs"/>
          <a:sym typeface="Helvetica Neue Medium"/>
        </a:defRPr>
      </a:lvl3pPr>
      <a:lvl4pPr marL="0" marR="0" indent="1371600" algn="l" defTabSz="825500" rtl="0" latinLnBrk="0">
        <a:lnSpc>
          <a:spcPct val="90000"/>
        </a:lnSpc>
        <a:spcBef>
          <a:spcPts val="0"/>
        </a:spcBef>
        <a:spcAft>
          <a:spcPts val="0"/>
        </a:spcAft>
        <a:buClrTx/>
        <a:buSzTx/>
        <a:buFontTx/>
        <a:buNone/>
        <a:tabLst/>
        <a:defRPr sz="10000" b="0" i="0" u="none" strike="noStrike" cap="none" spc="-300" baseline="0">
          <a:solidFill>
            <a:srgbClr val="000000"/>
          </a:solidFill>
          <a:uFillTx/>
          <a:latin typeface="+mn-lt"/>
          <a:ea typeface="+mn-ea"/>
          <a:cs typeface="+mn-cs"/>
          <a:sym typeface="Helvetica Neue Medium"/>
        </a:defRPr>
      </a:lvl4pPr>
      <a:lvl5pPr marL="0" marR="0" indent="1828800" algn="l" defTabSz="825500" rtl="0" latinLnBrk="0">
        <a:lnSpc>
          <a:spcPct val="90000"/>
        </a:lnSpc>
        <a:spcBef>
          <a:spcPts val="0"/>
        </a:spcBef>
        <a:spcAft>
          <a:spcPts val="0"/>
        </a:spcAft>
        <a:buClrTx/>
        <a:buSzTx/>
        <a:buFontTx/>
        <a:buNone/>
        <a:tabLst/>
        <a:defRPr sz="10000" b="0" i="0" u="none" strike="noStrike" cap="none" spc="-300" baseline="0">
          <a:solidFill>
            <a:srgbClr val="000000"/>
          </a:solidFill>
          <a:uFillTx/>
          <a:latin typeface="+mn-lt"/>
          <a:ea typeface="+mn-ea"/>
          <a:cs typeface="+mn-cs"/>
          <a:sym typeface="Helvetica Neue Medium"/>
        </a:defRPr>
      </a:lvl5pPr>
      <a:lvl6pPr marL="0" marR="0" indent="2286000" algn="l" defTabSz="825500" rtl="0" latinLnBrk="0">
        <a:lnSpc>
          <a:spcPct val="90000"/>
        </a:lnSpc>
        <a:spcBef>
          <a:spcPts val="0"/>
        </a:spcBef>
        <a:spcAft>
          <a:spcPts val="0"/>
        </a:spcAft>
        <a:buClrTx/>
        <a:buSzTx/>
        <a:buFontTx/>
        <a:buNone/>
        <a:tabLst/>
        <a:defRPr sz="10000" b="0" i="0" u="none" strike="noStrike" cap="none" spc="-300" baseline="0">
          <a:solidFill>
            <a:srgbClr val="000000"/>
          </a:solidFill>
          <a:uFillTx/>
          <a:latin typeface="+mn-lt"/>
          <a:ea typeface="+mn-ea"/>
          <a:cs typeface="+mn-cs"/>
          <a:sym typeface="Helvetica Neue Medium"/>
        </a:defRPr>
      </a:lvl6pPr>
      <a:lvl7pPr marL="0" marR="0" indent="2743200" algn="l" defTabSz="825500" rtl="0" latinLnBrk="0">
        <a:lnSpc>
          <a:spcPct val="90000"/>
        </a:lnSpc>
        <a:spcBef>
          <a:spcPts val="0"/>
        </a:spcBef>
        <a:spcAft>
          <a:spcPts val="0"/>
        </a:spcAft>
        <a:buClrTx/>
        <a:buSzTx/>
        <a:buFontTx/>
        <a:buNone/>
        <a:tabLst/>
        <a:defRPr sz="10000" b="0" i="0" u="none" strike="noStrike" cap="none" spc="-300" baseline="0">
          <a:solidFill>
            <a:srgbClr val="000000"/>
          </a:solidFill>
          <a:uFillTx/>
          <a:latin typeface="+mn-lt"/>
          <a:ea typeface="+mn-ea"/>
          <a:cs typeface="+mn-cs"/>
          <a:sym typeface="Helvetica Neue Medium"/>
        </a:defRPr>
      </a:lvl7pPr>
      <a:lvl8pPr marL="0" marR="0" indent="3200400" algn="l" defTabSz="825500" rtl="0" latinLnBrk="0">
        <a:lnSpc>
          <a:spcPct val="90000"/>
        </a:lnSpc>
        <a:spcBef>
          <a:spcPts val="0"/>
        </a:spcBef>
        <a:spcAft>
          <a:spcPts val="0"/>
        </a:spcAft>
        <a:buClrTx/>
        <a:buSzTx/>
        <a:buFontTx/>
        <a:buNone/>
        <a:tabLst/>
        <a:defRPr sz="10000" b="0" i="0" u="none" strike="noStrike" cap="none" spc="-300" baseline="0">
          <a:solidFill>
            <a:srgbClr val="000000"/>
          </a:solidFill>
          <a:uFillTx/>
          <a:latin typeface="+mn-lt"/>
          <a:ea typeface="+mn-ea"/>
          <a:cs typeface="+mn-cs"/>
          <a:sym typeface="Helvetica Neue Medium"/>
        </a:defRPr>
      </a:lvl8pPr>
      <a:lvl9pPr marL="0" marR="0" indent="3657600" algn="l" defTabSz="825500" rtl="0" latinLnBrk="0">
        <a:lnSpc>
          <a:spcPct val="90000"/>
        </a:lnSpc>
        <a:spcBef>
          <a:spcPts val="0"/>
        </a:spcBef>
        <a:spcAft>
          <a:spcPts val="0"/>
        </a:spcAft>
        <a:buClrTx/>
        <a:buSzTx/>
        <a:buFontTx/>
        <a:buNone/>
        <a:tabLst/>
        <a:defRPr sz="10000" b="0" i="0" u="none" strike="noStrike" cap="none" spc="-300" baseline="0">
          <a:solidFill>
            <a:srgbClr val="000000"/>
          </a:solidFill>
          <a:uFillTx/>
          <a:latin typeface="+mn-lt"/>
          <a:ea typeface="+mn-ea"/>
          <a:cs typeface="+mn-cs"/>
          <a:sym typeface="Helvetica Neue Medium"/>
        </a:defRPr>
      </a:lvl9pPr>
    </p:titleStyle>
    <p:bodyStyle>
      <a:lvl1pPr marL="0" marR="0" indent="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1pPr>
      <a:lvl2pPr marL="0" marR="0" indent="457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2pPr>
      <a:lvl3pPr marL="0" marR="0" indent="914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3pPr>
      <a:lvl4pPr marL="0" marR="0" indent="1371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4pPr>
      <a:lvl5pPr marL="0" marR="0" indent="18288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5pPr>
      <a:lvl6pPr marL="0" marR="0" indent="22860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6pPr>
      <a:lvl7pPr marL="0" marR="0" indent="2743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7pPr>
      <a:lvl8pPr marL="0" marR="0" indent="3200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8pPr>
      <a:lvl9pPr marL="0" marR="0" indent="3657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9pPr>
    </p:bodyStyle>
    <p:otherStyle>
      <a:lvl1pPr marL="0" marR="0" indent="0" algn="l" defTabSz="584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Helvetica Neue Medium"/>
        </a:defRPr>
      </a:lvl1pPr>
      <a:lvl2pPr marL="0" marR="0" indent="457200" algn="l" defTabSz="584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Helvetica Neue Medium"/>
        </a:defRPr>
      </a:lvl2pPr>
      <a:lvl3pPr marL="0" marR="0" indent="914400" algn="l" defTabSz="584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Helvetica Neue Medium"/>
        </a:defRPr>
      </a:lvl3pPr>
      <a:lvl4pPr marL="0" marR="0" indent="1371600" algn="l" defTabSz="584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Helvetica Neue Medium"/>
        </a:defRPr>
      </a:lvl4pPr>
      <a:lvl5pPr marL="0" marR="0" indent="1828800" algn="l" defTabSz="584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Helvetica Neue Medium"/>
        </a:defRPr>
      </a:lvl5pPr>
      <a:lvl6pPr marL="0" marR="0" indent="2286000" algn="l" defTabSz="584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Helvetica Neue Medium"/>
        </a:defRPr>
      </a:lvl6pPr>
      <a:lvl7pPr marL="0" marR="0" indent="2743200" algn="l" defTabSz="584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Helvetica Neue Medium"/>
        </a:defRPr>
      </a:lvl7pPr>
      <a:lvl8pPr marL="0" marR="0" indent="3200400" algn="l" defTabSz="584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Helvetica Neue Medium"/>
        </a:defRPr>
      </a:lvl8pPr>
      <a:lvl9pPr marL="0" marR="0" indent="3657600" algn="l" defTabSz="584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Helvetica Neue Medium"/>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chart" Target="../charts/chart1.xm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chart" Target="../charts/chart2.xml"/><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9.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17.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9.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20.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notesSlide" Target="../notesSlides/notesSlide13.xml"/><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2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22.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15.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23.xml"/><Relationship Id="rId6" Type="http://schemas.openxmlformats.org/officeDocument/2006/relationships/image" Target="../media/image4.emf"/><Relationship Id="rId5" Type="http://schemas.openxmlformats.org/officeDocument/2006/relationships/oleObject" Target="../embeddings/oleObject2.bin"/><Relationship Id="rId4" Type="http://schemas.microsoft.com/office/2018/10/relationships/comments" Target="../comments/modernComment_F61_C4D3499.xml"/><Relationship Id="rId9" Type="http://schemas.openxmlformats.org/officeDocument/2006/relationships/image" Target="../media/image9.sv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24.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notesSlide" Target="../notesSlides/notesSlide17.xml"/><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27.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20.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28.xml"/><Relationship Id="rId6" Type="http://schemas.openxmlformats.org/officeDocument/2006/relationships/image" Target="../media/image4.emf"/><Relationship Id="rId5" Type="http://schemas.openxmlformats.org/officeDocument/2006/relationships/oleObject" Target="../embeddings/oleObject2.bin"/><Relationship Id="rId4" Type="http://schemas.microsoft.com/office/2018/10/relationships/comments" Target="../comments/modernComment_F64_E43EC29B.xml"/><Relationship Id="rId9" Type="http://schemas.openxmlformats.org/officeDocument/2006/relationships/image" Target="../media/image9.sv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29.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notesSlide" Target="../notesSlides/notesSlide22.xml"/><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30.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3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notesSlide" Target="../notesSlides/notesSlide24.xml"/><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32.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33.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34.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33FF"/>
        </a:solidFill>
        <a:effectLst/>
      </p:bgPr>
    </p:bg>
    <p:spTree>
      <p:nvGrpSpPr>
        <p:cNvPr id="1" name=""/>
        <p:cNvGrpSpPr/>
        <p:nvPr/>
      </p:nvGrpSpPr>
      <p:grpSpPr>
        <a:xfrm>
          <a:off x="0" y="0"/>
          <a:ext cx="0" cy="0"/>
          <a:chOff x="0" y="0"/>
          <a:chExt cx="0" cy="0"/>
        </a:xfrm>
      </p:grpSpPr>
      <p:sp>
        <p:nvSpPr>
          <p:cNvPr id="2960" name="Company…"/>
          <p:cNvSpPr txBox="1">
            <a:spLocks noGrp="1"/>
          </p:cNvSpPr>
          <p:nvPr>
            <p:ph type="body" sz="quarter" idx="4294967295"/>
          </p:nvPr>
        </p:nvSpPr>
        <p:spPr>
          <a:xfrm>
            <a:off x="2391194" y="6858000"/>
            <a:ext cx="5195888" cy="1089025"/>
          </a:xfrm>
          <a:prstGeom prst="rect">
            <a:avLst/>
          </a:prstGeom>
        </p:spPr>
        <p:txBody>
          <a:bodyPr>
            <a:normAutofit/>
          </a:bodyPr>
          <a:lstStyle/>
          <a:p>
            <a:pPr>
              <a:lnSpc>
                <a:spcPct val="110000"/>
              </a:lnSpc>
              <a:defRPr sz="2000" spc="0"/>
            </a:pPr>
            <a:endParaRPr lang="en-US" sz="2800">
              <a:latin typeface="Montserrat" pitchFamily="2" charset="77"/>
            </a:endParaRPr>
          </a:p>
          <a:p>
            <a:pPr>
              <a:lnSpc>
                <a:spcPct val="110000"/>
              </a:lnSpc>
              <a:defRPr sz="2000" spc="0"/>
            </a:pPr>
            <a:r>
              <a:rPr lang="en-US" sz="2800">
                <a:latin typeface="Montserrat" pitchFamily="2" charset="77"/>
              </a:rPr>
              <a:t>21 November 2025</a:t>
            </a:r>
          </a:p>
        </p:txBody>
      </p:sp>
      <p:sp>
        <p:nvSpPr>
          <p:cNvPr id="4" name="Presentation title…">
            <a:extLst>
              <a:ext uri="{FF2B5EF4-FFF2-40B4-BE49-F238E27FC236}">
                <a16:creationId xmlns:a16="http://schemas.microsoft.com/office/drawing/2014/main" id="{50A17388-B288-233C-98DD-EDF988098017}"/>
              </a:ext>
            </a:extLst>
          </p:cNvPr>
          <p:cNvSpPr txBox="1">
            <a:spLocks/>
          </p:cNvSpPr>
          <p:nvPr/>
        </p:nvSpPr>
        <p:spPr>
          <a:xfrm>
            <a:off x="2000250" y="1566078"/>
            <a:ext cx="184729" cy="17235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91439" tIns="91439" rIns="91439" bIns="91439">
            <a:spAutoFit/>
          </a:bodyPr>
          <a:lstStyle>
            <a:lvl1pPr marL="0" marR="0" indent="0" algn="l" defTabSz="584200" rtl="0" latinLnBrk="0">
              <a:lnSpc>
                <a:spcPct val="100000"/>
              </a:lnSpc>
              <a:spcBef>
                <a:spcPts val="0"/>
              </a:spcBef>
              <a:spcAft>
                <a:spcPts val="0"/>
              </a:spcAft>
              <a:buClrTx/>
              <a:buSzTx/>
              <a:buFontTx/>
              <a:buNone/>
              <a:tabLst/>
              <a:defRPr sz="1000" b="0" i="0" u="none" strike="noStrike" cap="none" spc="0" baseline="0">
                <a:solidFill>
                  <a:srgbClr val="000000">
                    <a:alpha val="15000"/>
                  </a:srgbClr>
                </a:solidFill>
                <a:uFillTx/>
                <a:latin typeface="+mn-lt"/>
                <a:ea typeface="+mn-ea"/>
                <a:cs typeface="+mn-cs"/>
                <a:sym typeface="Helvetica Neue Medium"/>
              </a:defRPr>
            </a:lvl1pPr>
            <a:lvl2pPr marL="0" marR="0" indent="457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2pPr>
            <a:lvl3pPr marL="0" marR="0" indent="914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3pPr>
            <a:lvl4pPr marL="0" marR="0" indent="1371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4pPr>
            <a:lvl5pPr marL="0" marR="0" indent="18288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5pPr>
            <a:lvl6pPr marL="0" marR="0" indent="22860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6pPr>
            <a:lvl7pPr marL="0" marR="0" indent="2743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7pPr>
            <a:lvl8pPr marL="0" marR="0" indent="3200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8pPr>
            <a:lvl9pPr marL="0" marR="0" indent="3657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9pPr>
          </a:lstStyle>
          <a:p>
            <a:pPr hangingPunct="1">
              <a:defRPr sz="10000" spc="0"/>
            </a:pPr>
            <a:endParaRPr lang="en-US" sz="10000" b="1">
              <a:solidFill>
                <a:sysClr val="windowText" lastClr="000000">
                  <a:alpha val="15000"/>
                </a:sysClr>
              </a:solidFill>
              <a:latin typeface="Montserrat" pitchFamily="2" charset="77"/>
            </a:endParaRPr>
          </a:p>
        </p:txBody>
      </p:sp>
      <p:sp>
        <p:nvSpPr>
          <p:cNvPr id="5" name="TextBox 4">
            <a:extLst>
              <a:ext uri="{FF2B5EF4-FFF2-40B4-BE49-F238E27FC236}">
                <a16:creationId xmlns:a16="http://schemas.microsoft.com/office/drawing/2014/main" id="{DC1E24B5-BD1B-2101-E99F-975663EDD748}"/>
              </a:ext>
            </a:extLst>
          </p:cNvPr>
          <p:cNvSpPr txBox="1"/>
          <p:nvPr/>
        </p:nvSpPr>
        <p:spPr>
          <a:xfrm>
            <a:off x="2367858" y="4099854"/>
            <a:ext cx="15107342" cy="308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10000"/>
              </a:lnSpc>
              <a:spcBef>
                <a:spcPts val="0"/>
              </a:spcBef>
              <a:spcAft>
                <a:spcPts val="0"/>
              </a:spcAft>
              <a:buClrTx/>
              <a:buSzTx/>
              <a:buFontTx/>
              <a:buNone/>
              <a:tabLst/>
            </a:pPr>
            <a:r>
              <a:rPr kumimoji="0" lang="en-US" sz="8800" b="1" u="none" strike="noStrike" cap="none" spc="0" normalizeH="0" baseline="0">
                <a:ln>
                  <a:noFill/>
                </a:ln>
                <a:solidFill>
                  <a:schemeClr val="tx1"/>
                </a:solidFill>
                <a:effectLst/>
                <a:uFillTx/>
                <a:latin typeface="Montserrat" pitchFamily="2" charset="77"/>
                <a:sym typeface="Helvetica Neue Medium"/>
              </a:rPr>
              <a:t>Dispensary Managers Survey Report</a:t>
            </a:r>
          </a:p>
        </p:txBody>
      </p:sp>
      <p:sp>
        <p:nvSpPr>
          <p:cNvPr id="11" name="TextBox 10">
            <a:extLst>
              <a:ext uri="{FF2B5EF4-FFF2-40B4-BE49-F238E27FC236}">
                <a16:creationId xmlns:a16="http://schemas.microsoft.com/office/drawing/2014/main" id="{B148868F-8269-F19B-9E5C-D76153AB48E8}"/>
              </a:ext>
            </a:extLst>
          </p:cNvPr>
          <p:cNvSpPr txBox="1"/>
          <p:nvPr/>
        </p:nvSpPr>
        <p:spPr>
          <a:xfrm>
            <a:off x="2367858" y="3389010"/>
            <a:ext cx="2621280" cy="7239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4000" b="1">
                <a:highlight>
                  <a:srgbClr val="FEDE02"/>
                </a:highlight>
                <a:latin typeface="Montserrat" panose="020F0502020204030204" pitchFamily="34" charset="0"/>
              </a:rPr>
              <a:t>Tribe 4</a:t>
            </a:r>
            <a:endParaRPr lang="en-US" sz="400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4B251-D0CB-894E-621B-C05DEFDBDF05}"/>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BDE3F2F8-3B5F-E9B1-E908-DCD9A77D332C}"/>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BDE3F2F8-3B5F-E9B1-E908-DCD9A77D332C}"/>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F3A84CAB-3CFA-9C59-934B-46BC266CA3E8}"/>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DC345E12-20EB-F140-69FB-5D537B4482B3}"/>
              </a:ext>
            </a:extLst>
          </p:cNvPr>
          <p:cNvSpPr txBox="1"/>
          <p:nvPr/>
        </p:nvSpPr>
        <p:spPr>
          <a:xfrm>
            <a:off x="859436" y="863761"/>
            <a:ext cx="11092720" cy="475323"/>
          </a:xfrm>
          <a:prstGeom prst="rect">
            <a:avLst/>
          </a:prstGeom>
          <a:noFill/>
          <a:ln w="6350">
            <a:noFill/>
            <a:miter lim="800000"/>
          </a:ln>
        </p:spPr>
        <p:txBody>
          <a:bodyPr wrap="square">
            <a:spAutoFit/>
          </a:bodyPr>
          <a:lstStyle/>
          <a:p>
            <a:r>
              <a:rPr lang="en-US" noProof="1">
                <a:latin typeface="Montserrat Light" pitchFamily="2" charset="77"/>
                <a:ea typeface="Verdana"/>
              </a:rPr>
              <a:t>Contents</a:t>
            </a:r>
            <a:endParaRPr lang="en-US">
              <a:latin typeface="Montserrat Light" pitchFamily="2" charset="77"/>
            </a:endParaRPr>
          </a:p>
        </p:txBody>
      </p:sp>
      <p:sp>
        <p:nvSpPr>
          <p:cNvPr id="7" name="01 Section…">
            <a:extLst>
              <a:ext uri="{FF2B5EF4-FFF2-40B4-BE49-F238E27FC236}">
                <a16:creationId xmlns:a16="http://schemas.microsoft.com/office/drawing/2014/main" id="{6C86E402-4AD6-49EA-D652-29420E982F4B}"/>
              </a:ext>
            </a:extLst>
          </p:cNvPr>
          <p:cNvSpPr txBox="1">
            <a:spLocks/>
          </p:cNvSpPr>
          <p:nvPr/>
        </p:nvSpPr>
        <p:spPr>
          <a:xfrm>
            <a:off x="1288499" y="2353652"/>
            <a:ext cx="2775501" cy="7265158"/>
          </a:xfrm>
          <a:prstGeom prst="rect">
            <a:avLst/>
          </a:prstGeom>
        </p:spPr>
        <p:txBody>
          <a:bodyPr lIns="91440" tIns="45720" rIns="91440" bIns="45720" anchor="t"/>
          <a:lstStyle>
            <a:lvl1pPr marL="0" marR="0" indent="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1pPr>
            <a:lvl2pPr marL="0" marR="0" indent="457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2pPr>
            <a:lvl3pPr marL="0" marR="0" indent="914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3pPr>
            <a:lvl4pPr marL="0" marR="0" indent="1371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4pPr>
            <a:lvl5pPr marL="0" marR="0" indent="18288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5pPr>
            <a:lvl6pPr marL="0" marR="0" indent="22860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6pPr>
            <a:lvl7pPr marL="0" marR="0" indent="2743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7pPr>
            <a:lvl8pPr marL="0" marR="0" indent="3200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8pPr>
            <a:lvl9pPr marL="0" marR="0" indent="3657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9pPr>
          </a:lstStyle>
          <a:p>
            <a:pPr hangingPunct="1">
              <a:lnSpc>
                <a:spcPct val="100000"/>
              </a:lnSpc>
              <a:defRPr sz="10000" spc="0"/>
            </a:pPr>
            <a:r>
              <a:rPr lang="en-ZA" sz="8800" b="1" spc="0">
                <a:solidFill>
                  <a:srgbClr val="000000">
                    <a:alpha val="25000"/>
                  </a:srgbClr>
                </a:solidFill>
                <a:latin typeface="Montserrat"/>
              </a:rPr>
              <a:t>01</a:t>
            </a:r>
            <a:endParaRPr lang="en-ZA" sz="8800" b="1" spc="0">
              <a:latin typeface="Montserrat"/>
            </a:endParaRPr>
          </a:p>
          <a:p>
            <a:pPr hangingPunct="1">
              <a:lnSpc>
                <a:spcPct val="100000"/>
              </a:lnSpc>
              <a:defRPr sz="10000" spc="0"/>
            </a:pPr>
            <a:r>
              <a:rPr lang="en-ZA" sz="8800" b="1" spc="0">
                <a:solidFill>
                  <a:srgbClr val="000000">
                    <a:alpha val="25000"/>
                  </a:srgbClr>
                </a:solidFill>
                <a:latin typeface="Montserrat"/>
              </a:rPr>
              <a:t>02</a:t>
            </a:r>
            <a:endParaRPr lang="en-ZA" sz="8800" b="1" spc="0">
              <a:latin typeface="Montserrat"/>
            </a:endParaRPr>
          </a:p>
          <a:p>
            <a:pPr hangingPunct="1">
              <a:lnSpc>
                <a:spcPct val="100000"/>
              </a:lnSpc>
              <a:defRPr sz="10000" spc="0"/>
            </a:pPr>
            <a:r>
              <a:rPr lang="en-ZA" sz="8800" b="1" spc="0">
                <a:solidFill>
                  <a:srgbClr val="000000">
                    <a:alpha val="25000"/>
                  </a:srgbClr>
                </a:solidFill>
                <a:latin typeface="Montserrat"/>
              </a:rPr>
              <a:t>03</a:t>
            </a:r>
            <a:endParaRPr lang="en-ZA" sz="8800" b="1" spc="0">
              <a:latin typeface="Montserrat"/>
            </a:endParaRPr>
          </a:p>
          <a:p>
            <a:pPr>
              <a:lnSpc>
                <a:spcPct val="100000"/>
              </a:lnSpc>
              <a:defRPr sz="10000" spc="0"/>
            </a:pPr>
            <a:r>
              <a:rPr lang="en-ZA" sz="8800" b="1" spc="0">
                <a:solidFill>
                  <a:srgbClr val="000000">
                    <a:alpha val="25000"/>
                  </a:srgbClr>
                </a:solidFill>
                <a:latin typeface="Montserrat"/>
              </a:rPr>
              <a:t>04</a:t>
            </a:r>
            <a:endParaRPr lang="en-ZA" sz="8800" b="1" spc="0">
              <a:latin typeface="Montserrat"/>
            </a:endParaRPr>
          </a:p>
          <a:p>
            <a:pPr hangingPunct="1">
              <a:lnSpc>
                <a:spcPct val="100000"/>
              </a:lnSpc>
              <a:defRPr sz="10000" spc="0"/>
            </a:pPr>
            <a:r>
              <a:rPr lang="en-ZA" sz="8800" b="1" spc="0">
                <a:solidFill>
                  <a:srgbClr val="000000">
                    <a:alpha val="25000"/>
                  </a:srgbClr>
                </a:solidFill>
                <a:latin typeface="Montserrat"/>
              </a:rPr>
              <a:t>05</a:t>
            </a:r>
            <a:endParaRPr lang="en-ZA" sz="8800" b="1" spc="0">
              <a:latin typeface="Montserrat"/>
            </a:endParaRPr>
          </a:p>
        </p:txBody>
      </p:sp>
      <p:sp>
        <p:nvSpPr>
          <p:cNvPr id="10" name="TextBox 9">
            <a:extLst>
              <a:ext uri="{FF2B5EF4-FFF2-40B4-BE49-F238E27FC236}">
                <a16:creationId xmlns:a16="http://schemas.microsoft.com/office/drawing/2014/main" id="{D3850A80-20A2-CC04-0C84-770477867C14}"/>
              </a:ext>
            </a:extLst>
          </p:cNvPr>
          <p:cNvSpPr txBox="1"/>
          <p:nvPr/>
        </p:nvSpPr>
        <p:spPr>
          <a:xfrm>
            <a:off x="3347825" y="2353652"/>
            <a:ext cx="19719407" cy="68634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nSpc>
                <a:spcPct val="100000"/>
              </a:lnSpc>
            </a:pPr>
            <a:r>
              <a:rPr lang="en-ZA" sz="8800" b="1">
                <a:latin typeface="Montserrat"/>
              </a:rPr>
              <a:t>Background &amp; Objectives</a:t>
            </a:r>
            <a:endParaRPr lang="en-ZA" sz="8800" b="1" spc="0">
              <a:latin typeface="Montserrat"/>
            </a:endParaRPr>
          </a:p>
          <a:p>
            <a:pPr>
              <a:lnSpc>
                <a:spcPct val="100000"/>
              </a:lnSpc>
            </a:pPr>
            <a:r>
              <a:rPr lang="en-ZA" sz="8800" b="1">
                <a:latin typeface="Montserrat"/>
              </a:rPr>
              <a:t>Research &amp; Sample Overview</a:t>
            </a:r>
            <a:endParaRPr lang="en-ZA"/>
          </a:p>
          <a:p>
            <a:pPr>
              <a:lnSpc>
                <a:spcPct val="100000"/>
              </a:lnSpc>
            </a:pPr>
            <a:r>
              <a:rPr lang="en-ZA" sz="8800" b="1">
                <a:latin typeface="Montserrat"/>
              </a:rPr>
              <a:t>Top 3 Friction Points </a:t>
            </a:r>
          </a:p>
          <a:p>
            <a:pPr>
              <a:lnSpc>
                <a:spcPct val="100000"/>
              </a:lnSpc>
            </a:pPr>
            <a:r>
              <a:rPr lang="en-ZA" sz="8800" b="1">
                <a:latin typeface="Montserrat"/>
                <a:ea typeface="+mn-lt"/>
                <a:cs typeface="+mn-lt"/>
              </a:rPr>
              <a:t>Survey Findings by Theme</a:t>
            </a:r>
            <a:endParaRPr lang="en-ZA"/>
          </a:p>
          <a:p>
            <a:pPr>
              <a:lnSpc>
                <a:spcPct val="100000"/>
              </a:lnSpc>
            </a:pPr>
            <a:r>
              <a:rPr lang="en-ZA" sz="8800" b="1">
                <a:latin typeface="Montserrat"/>
              </a:rPr>
              <a:t>Key Additional Insights</a:t>
            </a:r>
            <a:endParaRPr lang="en-ZA"/>
          </a:p>
        </p:txBody>
      </p:sp>
    </p:spTree>
    <p:extLst>
      <p:ext uri="{BB962C8B-B14F-4D97-AF65-F5344CB8AC3E}">
        <p14:creationId xmlns:p14="http://schemas.microsoft.com/office/powerpoint/2010/main" val="121001431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74779-7FC9-21E2-7C1A-B8DF9050DEB8}"/>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7D369D8B-FDDF-D298-5898-8D07DF15DBDD}"/>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7D369D8B-FDDF-D298-5898-8D07DF15DBDD}"/>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79214D4C-3197-4705-17F0-EB0BE8692AD1}"/>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 name="01 Section header">
            <a:extLst>
              <a:ext uri="{FF2B5EF4-FFF2-40B4-BE49-F238E27FC236}">
                <a16:creationId xmlns:a16="http://schemas.microsoft.com/office/drawing/2014/main" id="{7F0498B4-7D02-8060-D7F6-9AE244D911B3}"/>
              </a:ext>
            </a:extLst>
          </p:cNvPr>
          <p:cNvSpPr txBox="1">
            <a:spLocks/>
          </p:cNvSpPr>
          <p:nvPr/>
        </p:nvSpPr>
        <p:spPr>
          <a:xfrm>
            <a:off x="3622044" y="5231138"/>
            <a:ext cx="18633038" cy="1605398"/>
          </a:xfrm>
          <a:prstGeom prst="rect">
            <a:avLst/>
          </a:prstGeom>
        </p:spPr>
        <p:txBody>
          <a:bodyPr lIns="91440" tIns="45720" rIns="91440" bIns="45720" anchor="t"/>
          <a:lstStyle>
            <a:lvl1pPr marL="0" marR="0" indent="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1pPr>
            <a:lvl2pPr marL="0" marR="0" indent="457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2pPr>
            <a:lvl3pPr marL="0" marR="0" indent="914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3pPr>
            <a:lvl4pPr marL="0" marR="0" indent="1371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4pPr>
            <a:lvl5pPr marL="0" marR="0" indent="18288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5pPr>
            <a:lvl6pPr marL="0" marR="0" indent="22860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6pPr>
            <a:lvl7pPr marL="0" marR="0" indent="2743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7pPr>
            <a:lvl8pPr marL="0" marR="0" indent="3200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8pPr>
            <a:lvl9pPr marL="0" marR="0" indent="3657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9pPr>
          </a:lstStyle>
          <a:p>
            <a:pPr hangingPunct="1">
              <a:defRPr sz="10000" spc="0"/>
            </a:pPr>
            <a:r>
              <a:rPr lang="en-US" sz="10000" b="1" spc="0">
                <a:solidFill>
                  <a:srgbClr val="000000">
                    <a:alpha val="25000"/>
                  </a:srgbClr>
                </a:solidFill>
                <a:latin typeface="Montserrat"/>
              </a:rPr>
              <a:t>01 </a:t>
            </a:r>
            <a:r>
              <a:rPr lang="en-ZA" sz="9600" b="1">
                <a:latin typeface="Montserrat"/>
              </a:rPr>
              <a:t>Background &amp; Objectives</a:t>
            </a:r>
            <a:endParaRPr lang="en-ZA" sz="9600" b="1" spc="0">
              <a:latin typeface="Montserrat"/>
            </a:endParaRPr>
          </a:p>
          <a:p>
            <a:pPr hangingPunct="1">
              <a:defRPr sz="10000" spc="0"/>
            </a:pPr>
            <a:endParaRPr lang="en-US" sz="10000" spc="0">
              <a:latin typeface="Montserrat" pitchFamily="2" charset="77"/>
            </a:endParaRPr>
          </a:p>
        </p:txBody>
      </p:sp>
    </p:spTree>
    <p:extLst>
      <p:ext uri="{BB962C8B-B14F-4D97-AF65-F5344CB8AC3E}">
        <p14:creationId xmlns:p14="http://schemas.microsoft.com/office/powerpoint/2010/main" val="11629221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81198-092F-9C7F-E1DA-0D1D07D78521}"/>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C0D8CD00-AD08-9466-AE79-C11C0063674D}"/>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C0D8CD00-AD08-9466-AE79-C11C0063674D}"/>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47DB9B76-1A80-A946-8E4A-5AFECB4766EE}"/>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97B021F9-99FE-B7BC-198E-D5D369276BC1}"/>
              </a:ext>
            </a:extLst>
          </p:cNvPr>
          <p:cNvSpPr txBox="1"/>
          <p:nvPr/>
        </p:nvSpPr>
        <p:spPr>
          <a:xfrm>
            <a:off x="859436" y="863761"/>
            <a:ext cx="11092720" cy="475323"/>
          </a:xfrm>
          <a:prstGeom prst="rect">
            <a:avLst/>
          </a:prstGeom>
          <a:noFill/>
          <a:ln w="6350">
            <a:noFill/>
            <a:miter lim="800000"/>
          </a:ln>
        </p:spPr>
        <p:txBody>
          <a:bodyPr wrap="square">
            <a:spAutoFit/>
          </a:bodyPr>
          <a:lstStyle/>
          <a:p>
            <a:r>
              <a:rPr lang="en-US" noProof="1">
                <a:latin typeface="Montserrat Light" pitchFamily="2" charset="77"/>
                <a:ea typeface="Verdana"/>
              </a:rPr>
              <a:t>Background</a:t>
            </a:r>
            <a:endParaRPr lang="en-US">
              <a:latin typeface="Montserrat Light" pitchFamily="2" charset="77"/>
            </a:endParaRPr>
          </a:p>
        </p:txBody>
      </p:sp>
      <p:sp>
        <p:nvSpPr>
          <p:cNvPr id="3" name="TextBox 2">
            <a:extLst>
              <a:ext uri="{FF2B5EF4-FFF2-40B4-BE49-F238E27FC236}">
                <a16:creationId xmlns:a16="http://schemas.microsoft.com/office/drawing/2014/main" id="{8F787FF7-A3CE-91A8-DBDD-0C6834A872BD}"/>
              </a:ext>
            </a:extLst>
          </p:cNvPr>
          <p:cNvSpPr txBox="1"/>
          <p:nvPr/>
        </p:nvSpPr>
        <p:spPr>
          <a:xfrm>
            <a:off x="859138" y="2441887"/>
            <a:ext cx="21772236" cy="103175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en-ZA" sz="4000" b="1" dirty="0">
                <a:latin typeface="Montserrat"/>
              </a:rPr>
              <a:t>Why we conducted the dispensary managers' survey</a:t>
            </a:r>
            <a:br>
              <a:rPr lang="en-ZA" sz="3100" b="1" dirty="0">
                <a:latin typeface="Montserrat"/>
              </a:rPr>
            </a:br>
            <a:endParaRPr lang="en-US" b="1">
              <a:latin typeface="Helvetica Neue Medium"/>
            </a:endParaRPr>
          </a:p>
          <a:p>
            <a:pPr marL="457200" indent="-457200">
              <a:buFont typeface="Arial"/>
              <a:buChar char="•"/>
            </a:pPr>
            <a:r>
              <a:rPr lang="en-ZA" sz="4000" dirty="0">
                <a:latin typeface="Montserrat"/>
              </a:rPr>
              <a:t>The current dispensary workflow contains</a:t>
            </a:r>
            <a:r>
              <a:rPr lang="en-ZA" sz="4000" b="1" dirty="0">
                <a:latin typeface="Montserrat"/>
              </a:rPr>
              <a:t> avoidable inefficiencies </a:t>
            </a:r>
            <a:r>
              <a:rPr lang="en-ZA" sz="4000" dirty="0">
                <a:latin typeface="Montserrat"/>
              </a:rPr>
              <a:t>caused by manual processes, duplicated data entry, fragmented channels, and inconsistent system behaviour.</a:t>
            </a:r>
            <a:br>
              <a:rPr lang="en-ZA" sz="4000" dirty="0">
                <a:latin typeface="Montserrat"/>
              </a:rPr>
            </a:br>
            <a:endParaRPr lang="en-ZA" sz="4000" dirty="0">
              <a:latin typeface="Montserrat"/>
            </a:endParaRPr>
          </a:p>
          <a:p>
            <a:pPr marL="457200" indent="-457200">
              <a:buFont typeface="Arial"/>
              <a:buChar char="•"/>
            </a:pPr>
            <a:r>
              <a:rPr lang="en-ZA" sz="4000" dirty="0">
                <a:latin typeface="Montserrat"/>
              </a:rPr>
              <a:t>These breakdowns increase </a:t>
            </a:r>
            <a:r>
              <a:rPr lang="en-ZA" sz="4000" b="1" dirty="0">
                <a:latin typeface="Montserrat"/>
              </a:rPr>
              <a:t>processing time,</a:t>
            </a:r>
            <a:r>
              <a:rPr lang="en-ZA" sz="4000" dirty="0">
                <a:latin typeface="Montserrat"/>
              </a:rPr>
              <a:t> </a:t>
            </a:r>
            <a:r>
              <a:rPr lang="en-ZA" sz="4000" b="1" dirty="0">
                <a:latin typeface="Montserrat"/>
              </a:rPr>
              <a:t>queue length, staff workload, and overall cost.</a:t>
            </a:r>
            <a:br>
              <a:rPr lang="en-ZA" sz="4000" b="1" dirty="0">
                <a:latin typeface="Montserrat"/>
              </a:rPr>
            </a:br>
            <a:endParaRPr lang="en-ZA" sz="4000"/>
          </a:p>
          <a:p>
            <a:pPr marL="457200" indent="-457200">
              <a:buFont typeface="Arial"/>
              <a:buChar char="•"/>
            </a:pPr>
            <a:r>
              <a:rPr lang="en-ZA" sz="4000">
                <a:latin typeface="Montserrat"/>
              </a:rPr>
              <a:t>Dispensary managers experience these</a:t>
            </a:r>
            <a:r>
              <a:rPr lang="en-ZA" sz="4000" b="1">
                <a:latin typeface="Montserrat"/>
              </a:rPr>
              <a:t> challenges first-hand,</a:t>
            </a:r>
            <a:r>
              <a:rPr lang="en-ZA" sz="4000">
                <a:latin typeface="Montserrat"/>
              </a:rPr>
              <a:t> resolving exceptions, handling rework, and managing real-time customer frustration.</a:t>
            </a:r>
            <a:br>
              <a:rPr lang="en-ZA" sz="4000" dirty="0">
                <a:latin typeface="Montserrat"/>
              </a:rPr>
            </a:br>
            <a:endParaRPr lang="en-ZA" sz="4000"/>
          </a:p>
          <a:p>
            <a:pPr marL="457200" indent="-457200">
              <a:buFont typeface="Arial"/>
              <a:buChar char="•"/>
            </a:pPr>
            <a:r>
              <a:rPr lang="en-ZA" sz="4000" dirty="0">
                <a:latin typeface="Montserrat"/>
              </a:rPr>
              <a:t>Understanding their perspective helps pinpoint where the </a:t>
            </a:r>
            <a:r>
              <a:rPr lang="en-ZA" sz="4000" b="1" dirty="0">
                <a:latin typeface="Montserrat"/>
              </a:rPr>
              <a:t>workflow slows down </a:t>
            </a:r>
            <a:r>
              <a:rPr lang="en-ZA" sz="4000" dirty="0">
                <a:latin typeface="Montserrat"/>
              </a:rPr>
              <a:t>and </a:t>
            </a:r>
            <a:r>
              <a:rPr lang="en-ZA" sz="4000" b="1" dirty="0">
                <a:latin typeface="Montserrat"/>
              </a:rPr>
              <a:t>how technical gaps </a:t>
            </a:r>
            <a:r>
              <a:rPr lang="en-ZA" sz="4000" dirty="0">
                <a:latin typeface="Montserrat"/>
              </a:rPr>
              <a:t>affect day-to-day operations.</a:t>
            </a:r>
            <a:endParaRPr lang="en-ZA" sz="4000" dirty="0"/>
          </a:p>
          <a:p>
            <a:pPr marL="457200" indent="-457200">
              <a:buFont typeface="Arial"/>
              <a:buChar char="•"/>
            </a:pPr>
            <a:endParaRPr lang="en-ZA" sz="3100">
              <a:latin typeface="Montserrat"/>
            </a:endParaRPr>
          </a:p>
          <a:p>
            <a:pPr algn="l">
              <a:buNone/>
            </a:pPr>
            <a:endParaRPr lang="en-ZA" sz="3100" u="none" strike="noStrike">
              <a:solidFill>
                <a:srgbClr val="000000"/>
              </a:solidFill>
              <a:effectLst/>
              <a:latin typeface="Montserrat" pitchFamily="2" charset="77"/>
            </a:endParaRPr>
          </a:p>
        </p:txBody>
      </p:sp>
    </p:spTree>
    <p:extLst>
      <p:ext uri="{BB962C8B-B14F-4D97-AF65-F5344CB8AC3E}">
        <p14:creationId xmlns:p14="http://schemas.microsoft.com/office/powerpoint/2010/main" val="5674225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7124B-A55A-2233-F49D-879A40001F63}"/>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C5D5E6B6-A27A-A915-775A-06F422BB0B51}"/>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C5D5E6B6-A27A-A915-775A-06F422BB0B51}"/>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6B059C38-55AD-C770-A7D4-1A4DD4A14299}"/>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23BC719F-7953-9A6F-C442-2525E8628EBD}"/>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Objectives</a:t>
            </a:r>
            <a:endParaRPr lang="en-US" noProof="1">
              <a:latin typeface="Montserrat Light" pitchFamily="2" charset="77"/>
              <a:ea typeface="Verdana"/>
            </a:endParaRPr>
          </a:p>
        </p:txBody>
      </p:sp>
      <p:sp>
        <p:nvSpPr>
          <p:cNvPr id="7" name="TextBox 6">
            <a:extLst>
              <a:ext uri="{FF2B5EF4-FFF2-40B4-BE49-F238E27FC236}">
                <a16:creationId xmlns:a16="http://schemas.microsoft.com/office/drawing/2014/main" id="{0F572B27-EC13-B452-954D-96CD6A25FDDE}"/>
              </a:ext>
            </a:extLst>
          </p:cNvPr>
          <p:cNvSpPr txBox="1"/>
          <p:nvPr/>
        </p:nvSpPr>
        <p:spPr>
          <a:xfrm>
            <a:off x="837972" y="2441887"/>
            <a:ext cx="21869628" cy="121965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en-ZA" sz="4000" b="1" dirty="0">
                <a:latin typeface="Montserrat"/>
              </a:rPr>
              <a:t>Survey objectives</a:t>
            </a:r>
            <a:br>
              <a:rPr lang="en-ZA" sz="3100" b="1" dirty="0">
                <a:latin typeface="Montserrat"/>
              </a:rPr>
            </a:br>
            <a:endParaRPr lang="en-US" b="1">
              <a:latin typeface="Helvetica Neue Medium"/>
            </a:endParaRPr>
          </a:p>
          <a:p>
            <a:pPr marL="457200" indent="-457200">
              <a:buFont typeface="Arial"/>
              <a:buChar char="•"/>
            </a:pPr>
            <a:r>
              <a:rPr lang="en-ZA" sz="4000" dirty="0">
                <a:latin typeface="Montserrat"/>
              </a:rPr>
              <a:t>Identify the </a:t>
            </a:r>
            <a:r>
              <a:rPr lang="en-ZA" sz="4000" b="1" dirty="0">
                <a:latin typeface="Montserrat"/>
              </a:rPr>
              <a:t>biggest friction points </a:t>
            </a:r>
            <a:r>
              <a:rPr lang="en-ZA" sz="4000" dirty="0">
                <a:latin typeface="Montserrat"/>
              </a:rPr>
              <a:t>in the script workflow from the perspective of dispensary managers.</a:t>
            </a:r>
            <a:br>
              <a:rPr lang="en-ZA" sz="4000" dirty="0">
                <a:latin typeface="Montserrat"/>
              </a:rPr>
            </a:br>
            <a:endParaRPr lang="en-ZA" sz="4000" dirty="0">
              <a:latin typeface="Montserrat"/>
            </a:endParaRPr>
          </a:p>
          <a:p>
            <a:pPr marL="457200" indent="-457200">
              <a:buFont typeface="Arial"/>
              <a:buChar char="•"/>
            </a:pPr>
            <a:r>
              <a:rPr lang="en-ZA" sz="4000" dirty="0">
                <a:latin typeface="Montserrat"/>
              </a:rPr>
              <a:t>Map </a:t>
            </a:r>
            <a:r>
              <a:rPr lang="en-ZA" sz="4000" b="1" dirty="0">
                <a:latin typeface="Montserrat"/>
              </a:rPr>
              <a:t>operational pain </a:t>
            </a:r>
            <a:r>
              <a:rPr lang="en-ZA" sz="4000" dirty="0">
                <a:latin typeface="Montserrat"/>
              </a:rPr>
              <a:t>across workflow steps, systems, and manual vs automated tasks.</a:t>
            </a:r>
            <a:endParaRPr lang="en-ZA" sz="4000" dirty="0"/>
          </a:p>
          <a:p>
            <a:pPr marL="457200" indent="-457200">
              <a:buFont typeface="Arial"/>
              <a:buChar char="•"/>
            </a:pPr>
            <a:endParaRPr lang="en-ZA" sz="4000" dirty="0">
              <a:latin typeface="Montserrat"/>
            </a:endParaRPr>
          </a:p>
          <a:p>
            <a:pPr marL="457200" indent="-457200">
              <a:buFont typeface="Arial"/>
              <a:buChar char="•"/>
            </a:pPr>
            <a:r>
              <a:rPr lang="en-ZA" sz="4000" dirty="0">
                <a:latin typeface="Montserrat"/>
              </a:rPr>
              <a:t>Quantify where current processes </a:t>
            </a:r>
            <a:r>
              <a:rPr lang="en-ZA" sz="4000" b="1" dirty="0">
                <a:latin typeface="Montserrat"/>
              </a:rPr>
              <a:t>create time loss, rework and inconsistent experiences</a:t>
            </a:r>
            <a:r>
              <a:rPr lang="en-ZA" sz="4000" dirty="0">
                <a:latin typeface="Montserrat"/>
              </a:rPr>
              <a:t> for customers and staff.</a:t>
            </a:r>
            <a:br>
              <a:rPr lang="en-ZA" sz="4000" dirty="0">
                <a:latin typeface="Montserrat"/>
              </a:rPr>
            </a:br>
            <a:endParaRPr lang="en-ZA" sz="4000"/>
          </a:p>
          <a:p>
            <a:pPr marL="457200" indent="-457200">
              <a:buFont typeface="Arial"/>
              <a:buChar char="•"/>
            </a:pPr>
            <a:r>
              <a:rPr lang="en-ZA" sz="4000">
                <a:latin typeface="Montserrat"/>
              </a:rPr>
              <a:t>Surface the </a:t>
            </a:r>
            <a:r>
              <a:rPr lang="en-ZA" sz="4000" b="1">
                <a:latin typeface="Montserrat"/>
              </a:rPr>
              <a:t>technical constraints </a:t>
            </a:r>
            <a:r>
              <a:rPr lang="en-ZA" sz="4000">
                <a:latin typeface="Montserrat"/>
              </a:rPr>
              <a:t>(Wi-Fi, devices, integrations, </a:t>
            </a:r>
            <a:r>
              <a:rPr lang="en-ZA" sz="4000" err="1">
                <a:latin typeface="Montserrat"/>
              </a:rPr>
              <a:t>Unisolv</a:t>
            </a:r>
            <a:r>
              <a:rPr lang="en-ZA" sz="4000">
                <a:latin typeface="Montserrat"/>
              </a:rPr>
              <a:t> performance) that limit operational reliability.</a:t>
            </a:r>
            <a:br>
              <a:rPr lang="en-ZA" sz="4000" dirty="0">
                <a:latin typeface="Montserrat"/>
              </a:rPr>
            </a:br>
            <a:endParaRPr lang="en-ZA" sz="4000"/>
          </a:p>
          <a:p>
            <a:pPr marL="457200" indent="-457200">
              <a:buFont typeface="Arial"/>
              <a:buChar char="•"/>
            </a:pPr>
            <a:r>
              <a:rPr lang="en-ZA" sz="4000">
                <a:latin typeface="Montserrat"/>
              </a:rPr>
              <a:t>Provide</a:t>
            </a:r>
            <a:r>
              <a:rPr lang="en-ZA" sz="4000" b="1">
                <a:latin typeface="Montserrat"/>
              </a:rPr>
              <a:t> evidence-based insights </a:t>
            </a:r>
            <a:r>
              <a:rPr lang="en-ZA" sz="4000">
                <a:latin typeface="Montserrat"/>
              </a:rPr>
              <a:t>to guide process improvement, cost reduction and technology investment priorities.</a:t>
            </a:r>
            <a:endParaRPr lang="en-ZA" sz="4000"/>
          </a:p>
          <a:p>
            <a:pPr marL="457200" indent="-457200">
              <a:buFont typeface="Arial"/>
              <a:buChar char="•"/>
            </a:pPr>
            <a:endParaRPr lang="en-ZA" sz="3100">
              <a:latin typeface="Montserrat"/>
            </a:endParaRPr>
          </a:p>
          <a:p>
            <a:pPr marL="457200" indent="-457200">
              <a:buFont typeface="Arial"/>
              <a:buChar char="•"/>
            </a:pPr>
            <a:endParaRPr lang="en-ZA" sz="3100">
              <a:latin typeface="Montserrat"/>
            </a:endParaRPr>
          </a:p>
          <a:p>
            <a:pPr algn="l">
              <a:buNone/>
            </a:pPr>
            <a:endParaRPr lang="en-ZA" sz="3100" u="none" strike="noStrike">
              <a:solidFill>
                <a:srgbClr val="000000"/>
              </a:solidFill>
              <a:effectLst/>
              <a:latin typeface="Montserrat" pitchFamily="2" charset="77"/>
            </a:endParaRPr>
          </a:p>
        </p:txBody>
      </p:sp>
    </p:spTree>
    <p:extLst>
      <p:ext uri="{BB962C8B-B14F-4D97-AF65-F5344CB8AC3E}">
        <p14:creationId xmlns:p14="http://schemas.microsoft.com/office/powerpoint/2010/main" val="133309183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A4668-F774-F631-4EBC-C78208A318A6}"/>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886FB4C1-ACEC-4CBF-E3CD-E5BF6AB4062F}"/>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886FB4C1-ACEC-4CBF-E3CD-E5BF6AB4062F}"/>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3A3E1B69-ED18-69AA-22E5-D9FF2790D3EC}"/>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 name="01 Section header">
            <a:extLst>
              <a:ext uri="{FF2B5EF4-FFF2-40B4-BE49-F238E27FC236}">
                <a16:creationId xmlns:a16="http://schemas.microsoft.com/office/drawing/2014/main" id="{E134E40D-CEAC-9054-4C82-C1EAE22C75F3}"/>
              </a:ext>
            </a:extLst>
          </p:cNvPr>
          <p:cNvSpPr txBox="1">
            <a:spLocks/>
          </p:cNvSpPr>
          <p:nvPr/>
        </p:nvSpPr>
        <p:spPr>
          <a:xfrm>
            <a:off x="3622044" y="5231138"/>
            <a:ext cx="18633038" cy="1605398"/>
          </a:xfrm>
          <a:prstGeom prst="rect">
            <a:avLst/>
          </a:prstGeom>
        </p:spPr>
        <p:txBody>
          <a:bodyPr lIns="91440" tIns="45720" rIns="91440" bIns="45720" anchor="t"/>
          <a:lstStyle>
            <a:lvl1pPr marL="0" marR="0" indent="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1pPr>
            <a:lvl2pPr marL="0" marR="0" indent="457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2pPr>
            <a:lvl3pPr marL="0" marR="0" indent="914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3pPr>
            <a:lvl4pPr marL="0" marR="0" indent="1371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4pPr>
            <a:lvl5pPr marL="0" marR="0" indent="18288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5pPr>
            <a:lvl6pPr marL="0" marR="0" indent="22860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6pPr>
            <a:lvl7pPr marL="0" marR="0" indent="2743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7pPr>
            <a:lvl8pPr marL="0" marR="0" indent="3200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8pPr>
            <a:lvl9pPr marL="0" marR="0" indent="3657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9pPr>
          </a:lstStyle>
          <a:p>
            <a:pPr hangingPunct="1">
              <a:defRPr sz="10000" spc="0"/>
            </a:pPr>
            <a:r>
              <a:rPr lang="en-US" sz="10000" b="1" spc="0">
                <a:solidFill>
                  <a:srgbClr val="000000">
                    <a:alpha val="25000"/>
                  </a:srgbClr>
                </a:solidFill>
                <a:latin typeface="Montserrat"/>
              </a:rPr>
              <a:t>02 </a:t>
            </a:r>
            <a:r>
              <a:rPr lang="en-US" sz="10000" b="1">
                <a:solidFill>
                  <a:schemeClr val="tx1"/>
                </a:solidFill>
                <a:latin typeface="Montserrat"/>
              </a:rPr>
              <a:t>Research</a:t>
            </a:r>
            <a:r>
              <a:rPr lang="en-US" sz="10000" b="1">
                <a:solidFill>
                  <a:srgbClr val="000000">
                    <a:alpha val="25000"/>
                  </a:srgbClr>
                </a:solidFill>
                <a:latin typeface="Montserrat"/>
              </a:rPr>
              <a:t> </a:t>
            </a:r>
            <a:r>
              <a:rPr lang="en-ZA" sz="8800" b="1">
                <a:latin typeface="Montserrat"/>
              </a:rPr>
              <a:t>Method &amp; </a:t>
            </a:r>
            <a:r>
              <a:rPr lang="en-ZA" sz="9600" b="1">
                <a:latin typeface="Montserrat"/>
              </a:rPr>
              <a:t>Sample Overview</a:t>
            </a:r>
            <a:endParaRPr lang="en-ZA" sz="9600" b="1" spc="0">
              <a:latin typeface="Montserrat"/>
            </a:endParaRPr>
          </a:p>
          <a:p>
            <a:pPr hangingPunct="1">
              <a:defRPr sz="10000" spc="0"/>
            </a:pPr>
            <a:endParaRPr lang="en-US" sz="10000" spc="0">
              <a:latin typeface="Montserrat" pitchFamily="2" charset="77"/>
            </a:endParaRPr>
          </a:p>
        </p:txBody>
      </p:sp>
    </p:spTree>
    <p:extLst>
      <p:ext uri="{BB962C8B-B14F-4D97-AF65-F5344CB8AC3E}">
        <p14:creationId xmlns:p14="http://schemas.microsoft.com/office/powerpoint/2010/main" val="343221484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02A35-7D11-E957-748A-60E4E0CC477F}"/>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4C725937-1F9A-5DB5-DA2A-C00B36238AF6}"/>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4C725937-1F9A-5DB5-DA2A-C00B36238AF6}"/>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BABB5FA7-1E9A-5EC6-23AF-FDA25AB34443}"/>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BCF27045-6743-9CB5-8FEA-B985573880FC}"/>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Research Method</a:t>
            </a:r>
            <a:endParaRPr lang="en-US"/>
          </a:p>
        </p:txBody>
      </p:sp>
      <p:sp>
        <p:nvSpPr>
          <p:cNvPr id="3" name="TextBox 2">
            <a:extLst>
              <a:ext uri="{FF2B5EF4-FFF2-40B4-BE49-F238E27FC236}">
                <a16:creationId xmlns:a16="http://schemas.microsoft.com/office/drawing/2014/main" id="{C02DD366-2F39-E291-7F51-021434797B6C}"/>
              </a:ext>
            </a:extLst>
          </p:cNvPr>
          <p:cNvSpPr txBox="1"/>
          <p:nvPr/>
        </p:nvSpPr>
        <p:spPr>
          <a:xfrm>
            <a:off x="837972" y="2420423"/>
            <a:ext cx="21815166" cy="108761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marL="457200" indent="-457200">
              <a:buFont typeface="Arial"/>
              <a:buChar char="•"/>
            </a:pPr>
            <a:r>
              <a:rPr lang="en-ZA" sz="4000" dirty="0">
                <a:latin typeface="Montserrat"/>
              </a:rPr>
              <a:t>The survey was distributed via </a:t>
            </a:r>
            <a:r>
              <a:rPr lang="en-ZA" sz="4000" b="1" dirty="0">
                <a:latin typeface="Montserrat"/>
              </a:rPr>
              <a:t>Microsoft Forms </a:t>
            </a:r>
            <a:r>
              <a:rPr lang="en-ZA" sz="4000" dirty="0">
                <a:latin typeface="Montserrat"/>
              </a:rPr>
              <a:t>(from 24 October to 9 November 2025) to all </a:t>
            </a:r>
            <a:r>
              <a:rPr lang="en-ZA" sz="4000" b="1" dirty="0">
                <a:latin typeface="Montserrat"/>
              </a:rPr>
              <a:t>286 Dis-Chem dispensary managers </a:t>
            </a:r>
            <a:r>
              <a:rPr lang="en-ZA" sz="4000" dirty="0">
                <a:latin typeface="Montserrat"/>
              </a:rPr>
              <a:t>to capture staff experience across the end-to-end script workflow.</a:t>
            </a:r>
            <a:br>
              <a:rPr lang="en-ZA" sz="4000" dirty="0">
                <a:latin typeface="Montserrat"/>
              </a:rPr>
            </a:br>
            <a:endParaRPr lang="en-ZA" sz="4000" dirty="0">
              <a:latin typeface="Montserrat"/>
            </a:endParaRPr>
          </a:p>
          <a:p>
            <a:pPr marL="457200" indent="-457200">
              <a:buFont typeface="Arial"/>
              <a:buChar char="•"/>
            </a:pPr>
            <a:r>
              <a:rPr lang="en-ZA" sz="4000" dirty="0">
                <a:latin typeface="Montserrat"/>
              </a:rPr>
              <a:t>We received </a:t>
            </a:r>
            <a:r>
              <a:rPr lang="en-ZA" sz="4000" b="1" dirty="0">
                <a:latin typeface="Montserrat"/>
              </a:rPr>
              <a:t>102 responses from dispensary managers (36 % response rate),</a:t>
            </a:r>
            <a:r>
              <a:rPr lang="en-ZA" sz="4000" dirty="0">
                <a:latin typeface="Montserrat"/>
              </a:rPr>
              <a:t> providing a frontline view of operational, technical and customer-facing realities across the estate.</a:t>
            </a:r>
            <a:br>
              <a:rPr lang="en-ZA" sz="4000" dirty="0">
                <a:latin typeface="Montserrat"/>
              </a:rPr>
            </a:br>
            <a:endParaRPr lang="en-ZA" sz="4000"/>
          </a:p>
          <a:p>
            <a:pPr marL="457200" indent="-457200">
              <a:buFont typeface="Arial"/>
              <a:buChar char="•"/>
            </a:pPr>
            <a:r>
              <a:rPr lang="en-ZA" sz="4000" dirty="0">
                <a:latin typeface="Montserrat"/>
              </a:rPr>
              <a:t>The survey combined </a:t>
            </a:r>
            <a:r>
              <a:rPr lang="en-ZA" sz="4000" b="1" dirty="0">
                <a:latin typeface="Montserrat"/>
              </a:rPr>
              <a:t>quantitative questions</a:t>
            </a:r>
            <a:r>
              <a:rPr lang="en-ZA" sz="4000" dirty="0">
                <a:latin typeface="Montserrat"/>
              </a:rPr>
              <a:t> (multiple choice, frequency scales) with</a:t>
            </a:r>
            <a:r>
              <a:rPr lang="en-ZA" sz="4000" b="1" dirty="0">
                <a:latin typeface="Montserrat"/>
              </a:rPr>
              <a:t> qualitative open responses </a:t>
            </a:r>
            <a:r>
              <a:rPr lang="en-ZA" sz="4000" dirty="0">
                <a:latin typeface="Montserrat"/>
              </a:rPr>
              <a:t>to surface operational context and lived experience.</a:t>
            </a:r>
            <a:br>
              <a:rPr lang="en-ZA" sz="4000" dirty="0">
                <a:latin typeface="Montserrat"/>
              </a:rPr>
            </a:br>
            <a:endParaRPr lang="en-ZA" sz="4000"/>
          </a:p>
          <a:p>
            <a:pPr marL="457200" indent="-457200">
              <a:buFont typeface="Arial"/>
              <a:buChar char="•"/>
            </a:pPr>
            <a:r>
              <a:rPr lang="en-ZA" sz="4000" dirty="0">
                <a:latin typeface="Montserrat"/>
              </a:rPr>
              <a:t>Responses were analysed by </a:t>
            </a:r>
            <a:r>
              <a:rPr lang="en-ZA" sz="4000" b="1" dirty="0">
                <a:latin typeface="Montserrat"/>
              </a:rPr>
              <a:t>theme and frequency </a:t>
            </a:r>
            <a:r>
              <a:rPr lang="en-ZA" sz="4000" dirty="0">
                <a:latin typeface="Montserrat"/>
              </a:rPr>
              <a:t>to identify key friction points, recurring patterns and systemic challenges across stores.</a:t>
            </a:r>
            <a:endParaRPr lang="en-ZA" sz="4000"/>
          </a:p>
          <a:p>
            <a:pPr marL="457200" indent="-457200">
              <a:buFont typeface="Arial"/>
              <a:buChar char="•"/>
            </a:pPr>
            <a:endParaRPr lang="en-ZA" dirty="0">
              <a:latin typeface="Montserrat"/>
            </a:endParaRPr>
          </a:p>
          <a:p>
            <a:endParaRPr lang="en-ZA" dirty="0">
              <a:latin typeface="Montserrat"/>
            </a:endParaRPr>
          </a:p>
          <a:p>
            <a:pPr algn="l">
              <a:buNone/>
            </a:pPr>
            <a:endParaRPr lang="en-ZA" sz="3100" u="none" strike="noStrike">
              <a:solidFill>
                <a:srgbClr val="000000"/>
              </a:solidFill>
              <a:effectLst/>
              <a:latin typeface="Montserrat" pitchFamily="2" charset="77"/>
            </a:endParaRPr>
          </a:p>
        </p:txBody>
      </p:sp>
    </p:spTree>
    <p:extLst>
      <p:ext uri="{BB962C8B-B14F-4D97-AF65-F5344CB8AC3E}">
        <p14:creationId xmlns:p14="http://schemas.microsoft.com/office/powerpoint/2010/main" val="279684220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D19E7-F749-9604-DCFA-542A3145F6D6}"/>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434A79B1-5907-1D9B-E490-18172C75BBB9}"/>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434A79B1-5907-1D9B-E490-18172C75BBB9}"/>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28747864-06FE-8DBC-C5D9-941522938324}"/>
              </a:ext>
            </a:extLst>
          </p:cNvPr>
          <p:cNvPicPr>
            <a:picLocks noChangeAspect="1"/>
          </p:cNvPicPr>
          <p:nvPr/>
        </p:nvPicPr>
        <p:blipFill>
          <a:blip r:embed="rId6"/>
          <a:stretch>
            <a:fillRect/>
          </a:stretch>
        </p:blipFill>
        <p:spPr>
          <a:xfrm>
            <a:off x="249836" y="466148"/>
            <a:ext cx="1219200" cy="1295400"/>
          </a:xfrm>
          <a:prstGeom prst="rect">
            <a:avLst/>
          </a:prstGeom>
        </p:spPr>
      </p:pic>
      <p:sp>
        <p:nvSpPr>
          <p:cNvPr id="3" name="TextBox 2">
            <a:extLst>
              <a:ext uri="{FF2B5EF4-FFF2-40B4-BE49-F238E27FC236}">
                <a16:creationId xmlns:a16="http://schemas.microsoft.com/office/drawing/2014/main" id="{F7E80226-7402-89E5-C56C-95F776C836A7}"/>
              </a:ext>
            </a:extLst>
          </p:cNvPr>
          <p:cNvSpPr txBox="1"/>
          <p:nvPr/>
        </p:nvSpPr>
        <p:spPr>
          <a:xfrm>
            <a:off x="859139" y="2420423"/>
            <a:ext cx="6479507" cy="95328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en-ZA" sz="3500" dirty="0">
                <a:latin typeface="Montserrat"/>
              </a:rPr>
              <a:t>In our dispensary manager survey responses, We’ve captured a </a:t>
            </a:r>
            <a:r>
              <a:rPr lang="en-ZA" sz="3500" b="1" dirty="0">
                <a:latin typeface="Montserrat"/>
              </a:rPr>
              <a:t>broad distribution of dispensary team sizes </a:t>
            </a:r>
            <a:r>
              <a:rPr lang="en-ZA" sz="3500" i="1" dirty="0">
                <a:latin typeface="Montserrat"/>
              </a:rPr>
              <a:t>(100 of the 102 respondents provided team-size data)</a:t>
            </a:r>
            <a:r>
              <a:rPr lang="en-ZA" sz="3500" dirty="0">
                <a:latin typeface="Montserrat"/>
              </a:rPr>
              <a:t>:</a:t>
            </a:r>
            <a:br>
              <a:rPr lang="en-ZA" sz="3500" dirty="0">
                <a:latin typeface="Montserrat"/>
              </a:rPr>
            </a:br>
            <a:endParaRPr lang="en-ZA" sz="3500" dirty="0">
              <a:latin typeface="Montserrat"/>
            </a:endParaRPr>
          </a:p>
          <a:p>
            <a:pPr marL="457200" indent="-457200">
              <a:buFont typeface="Arial"/>
              <a:buChar char="•"/>
            </a:pPr>
            <a:r>
              <a:rPr lang="en-ZA" sz="3500" b="1" dirty="0">
                <a:latin typeface="Montserrat"/>
              </a:rPr>
              <a:t>16% small stores </a:t>
            </a:r>
            <a:r>
              <a:rPr lang="en-ZA" sz="3500" dirty="0">
                <a:latin typeface="Montserrat"/>
              </a:rPr>
              <a:t>(0–5 employees)</a:t>
            </a:r>
          </a:p>
          <a:p>
            <a:pPr marL="457200" indent="-457200">
              <a:buFont typeface="Arial"/>
              <a:buChar char="•"/>
            </a:pPr>
            <a:r>
              <a:rPr lang="en-ZA" sz="3500" b="1" dirty="0">
                <a:latin typeface="Montserrat"/>
              </a:rPr>
              <a:t>40% medium-small </a:t>
            </a:r>
            <a:r>
              <a:rPr lang="en-ZA" sz="3500" dirty="0">
                <a:latin typeface="Montserrat"/>
              </a:rPr>
              <a:t>(6–10 employees)</a:t>
            </a:r>
            <a:endParaRPr lang="en-ZA" sz="3500" dirty="0"/>
          </a:p>
          <a:p>
            <a:pPr marL="457200" indent="-457200">
              <a:buFont typeface="Arial"/>
              <a:buChar char="•"/>
            </a:pPr>
            <a:r>
              <a:rPr lang="en-ZA" sz="3500" b="1" dirty="0">
                <a:latin typeface="Montserrat"/>
              </a:rPr>
              <a:t>25% mid-sized </a:t>
            </a:r>
            <a:r>
              <a:rPr lang="en-ZA" sz="3500" dirty="0">
                <a:latin typeface="Montserrat"/>
              </a:rPr>
              <a:t>(11–15 employees)</a:t>
            </a:r>
            <a:endParaRPr lang="en-ZA" sz="3500" dirty="0"/>
          </a:p>
          <a:p>
            <a:pPr marL="457200" indent="-457200">
              <a:buFont typeface="Arial"/>
              <a:buChar char="•"/>
            </a:pPr>
            <a:r>
              <a:rPr lang="en-ZA" sz="3500" b="1" dirty="0">
                <a:latin typeface="Montserrat"/>
              </a:rPr>
              <a:t>18% large </a:t>
            </a:r>
            <a:r>
              <a:rPr lang="en-ZA" sz="3500" dirty="0">
                <a:latin typeface="Montserrat"/>
              </a:rPr>
              <a:t>(16+ employees across four size tiers)</a:t>
            </a:r>
            <a:endParaRPr lang="en-ZA" sz="3500" dirty="0"/>
          </a:p>
        </p:txBody>
      </p:sp>
      <p:sp>
        <p:nvSpPr>
          <p:cNvPr id="4" name="TextBox 3">
            <a:extLst>
              <a:ext uri="{FF2B5EF4-FFF2-40B4-BE49-F238E27FC236}">
                <a16:creationId xmlns:a16="http://schemas.microsoft.com/office/drawing/2014/main" id="{68834D06-A4D1-404B-23F2-DE3DBFD3B76B}"/>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Sample Overview</a:t>
            </a:r>
            <a:endParaRPr lang="en-US"/>
          </a:p>
        </p:txBody>
      </p:sp>
      <p:graphicFrame>
        <p:nvGraphicFramePr>
          <p:cNvPr id="2" name="Chart 1">
            <a:extLst>
              <a:ext uri="{FF2B5EF4-FFF2-40B4-BE49-F238E27FC236}">
                <a16:creationId xmlns:a16="http://schemas.microsoft.com/office/drawing/2014/main" id="{B27C332C-E80C-9FC9-FE0E-B39D3428C0DF}"/>
              </a:ext>
            </a:extLst>
          </p:cNvPr>
          <p:cNvGraphicFramePr>
            <a:graphicFrameLocks/>
          </p:cNvGraphicFramePr>
          <p:nvPr>
            <p:extLst>
              <p:ext uri="{D42A27DB-BD31-4B8C-83A1-F6EECF244321}">
                <p14:modId xmlns:p14="http://schemas.microsoft.com/office/powerpoint/2010/main" val="1010685701"/>
              </p:ext>
            </p:extLst>
          </p:nvPr>
        </p:nvGraphicFramePr>
        <p:xfrm>
          <a:off x="8278325" y="1909474"/>
          <a:ext cx="14374813" cy="10282526"/>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28854113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712B4-70B6-269D-5173-C05B70CE45AA}"/>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44368597-55F9-AAFF-4C6D-F664FC5A48A5}"/>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44368597-55F9-AAFF-4C6D-F664FC5A48A5}"/>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8A4C6533-0CB8-44CA-23C5-5E1B9BF986FD}"/>
              </a:ext>
            </a:extLst>
          </p:cNvPr>
          <p:cNvPicPr>
            <a:picLocks noChangeAspect="1"/>
          </p:cNvPicPr>
          <p:nvPr/>
        </p:nvPicPr>
        <p:blipFill>
          <a:blip r:embed="rId6"/>
          <a:stretch>
            <a:fillRect/>
          </a:stretch>
        </p:blipFill>
        <p:spPr>
          <a:xfrm>
            <a:off x="249836" y="466148"/>
            <a:ext cx="1219200" cy="1295400"/>
          </a:xfrm>
          <a:prstGeom prst="rect">
            <a:avLst/>
          </a:prstGeom>
        </p:spPr>
      </p:pic>
      <p:sp>
        <p:nvSpPr>
          <p:cNvPr id="3" name="TextBox 2">
            <a:extLst>
              <a:ext uri="{FF2B5EF4-FFF2-40B4-BE49-F238E27FC236}">
                <a16:creationId xmlns:a16="http://schemas.microsoft.com/office/drawing/2014/main" id="{0BA9E3B3-EA13-BF02-753B-69F758BC3D4F}"/>
              </a:ext>
            </a:extLst>
          </p:cNvPr>
          <p:cNvSpPr txBox="1"/>
          <p:nvPr/>
        </p:nvSpPr>
        <p:spPr>
          <a:xfrm>
            <a:off x="859138" y="1937203"/>
            <a:ext cx="6621162" cy="109914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en-US" sz="3400" dirty="0">
                <a:latin typeface="Montserrat"/>
              </a:rPr>
              <a:t>While core professional staffing (Pharmacist + PBQ) is consistent across almost all stores surveyed due to regulatory requirements, supporting roles show significant variation:</a:t>
            </a:r>
            <a:br>
              <a:rPr lang="en-US" sz="3400" dirty="0">
                <a:latin typeface="Montserrat"/>
              </a:rPr>
            </a:br>
            <a:endParaRPr lang="en-US" sz="3400" dirty="0">
              <a:latin typeface="Montserrat"/>
            </a:endParaRPr>
          </a:p>
          <a:p>
            <a:pPr marL="457200" indent="-457200">
              <a:buFont typeface="Arial" panose="020B0604020202020204" pitchFamily="34" charset="0"/>
              <a:buChar char="•"/>
            </a:pPr>
            <a:r>
              <a:rPr lang="en-US" sz="3400" dirty="0">
                <a:latin typeface="Montserrat"/>
              </a:rPr>
              <a:t>Pharmacist Assistants are present in </a:t>
            </a:r>
            <a:r>
              <a:rPr lang="en-US" sz="3400" b="1" dirty="0">
                <a:latin typeface="Montserrat"/>
              </a:rPr>
              <a:t>59% of stores.</a:t>
            </a:r>
          </a:p>
          <a:p>
            <a:pPr marL="457200" indent="-457200">
              <a:buFont typeface="Arial" panose="020B0604020202020204" pitchFamily="34" charset="0"/>
              <a:buChar char="•"/>
            </a:pPr>
            <a:r>
              <a:rPr lang="en-US" sz="3400" dirty="0">
                <a:latin typeface="Montserrat"/>
              </a:rPr>
              <a:t>Locum Pharmacists in </a:t>
            </a:r>
            <a:r>
              <a:rPr lang="en-US" sz="3400" b="1" dirty="0">
                <a:latin typeface="Montserrat"/>
              </a:rPr>
              <a:t>52%.</a:t>
            </a:r>
          </a:p>
          <a:p>
            <a:pPr marL="457200" indent="-457200">
              <a:buFont typeface="Arial" panose="020B0604020202020204" pitchFamily="34" charset="0"/>
              <a:buChar char="•"/>
            </a:pPr>
            <a:r>
              <a:rPr lang="en-US" sz="3400" dirty="0">
                <a:latin typeface="Montserrat"/>
              </a:rPr>
              <a:t>Virtual Coordinators in </a:t>
            </a:r>
            <a:r>
              <a:rPr lang="en-US" sz="3400" b="1" dirty="0">
                <a:latin typeface="Montserrat"/>
              </a:rPr>
              <a:t>49%</a:t>
            </a:r>
            <a:r>
              <a:rPr lang="en-US" sz="3400" dirty="0">
                <a:latin typeface="Montserrat"/>
              </a:rPr>
              <a:t>. </a:t>
            </a:r>
          </a:p>
          <a:p>
            <a:endParaRPr lang="en-US" sz="3400" dirty="0">
              <a:latin typeface="Montserrat"/>
            </a:endParaRPr>
          </a:p>
          <a:p>
            <a:r>
              <a:rPr lang="en-US" sz="3400" dirty="0">
                <a:latin typeface="Montserrat"/>
              </a:rPr>
              <a:t>This highlights </a:t>
            </a:r>
            <a:r>
              <a:rPr lang="en-US" sz="3400" b="1" dirty="0">
                <a:latin typeface="Montserrat"/>
              </a:rPr>
              <a:t>meaningful differences </a:t>
            </a:r>
            <a:r>
              <a:rPr lang="en-US" sz="3400" dirty="0">
                <a:latin typeface="Montserrat"/>
              </a:rPr>
              <a:t>in workload support, queue management, and flexible staffing across the network.</a:t>
            </a:r>
            <a:endParaRPr lang="en-ZA" sz="3400" u="none" strike="noStrike">
              <a:solidFill>
                <a:srgbClr val="000000"/>
              </a:solidFill>
              <a:effectLst/>
              <a:latin typeface="Montserrat"/>
            </a:endParaRPr>
          </a:p>
        </p:txBody>
      </p:sp>
      <p:sp>
        <p:nvSpPr>
          <p:cNvPr id="4" name="TextBox 3">
            <a:extLst>
              <a:ext uri="{FF2B5EF4-FFF2-40B4-BE49-F238E27FC236}">
                <a16:creationId xmlns:a16="http://schemas.microsoft.com/office/drawing/2014/main" id="{6259BA5F-2668-3943-B40E-5E909B96D7E2}"/>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Sample Overview</a:t>
            </a:r>
            <a:endParaRPr lang="en-US"/>
          </a:p>
        </p:txBody>
      </p:sp>
      <p:graphicFrame>
        <p:nvGraphicFramePr>
          <p:cNvPr id="2" name="Chart 1">
            <a:extLst>
              <a:ext uri="{FF2B5EF4-FFF2-40B4-BE49-F238E27FC236}">
                <a16:creationId xmlns:a16="http://schemas.microsoft.com/office/drawing/2014/main" id="{F04AA662-8CED-71BA-0FE5-56E43A6751D0}"/>
              </a:ext>
            </a:extLst>
          </p:cNvPr>
          <p:cNvGraphicFramePr>
            <a:graphicFrameLocks/>
          </p:cNvGraphicFramePr>
          <p:nvPr>
            <p:extLst>
              <p:ext uri="{D42A27DB-BD31-4B8C-83A1-F6EECF244321}">
                <p14:modId xmlns:p14="http://schemas.microsoft.com/office/powerpoint/2010/main" val="1196220482"/>
              </p:ext>
            </p:extLst>
          </p:nvPr>
        </p:nvGraphicFramePr>
        <p:xfrm>
          <a:off x="8278325" y="1946031"/>
          <a:ext cx="14224488" cy="9860495"/>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53274281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3E15-C457-70F5-FAC2-53633480A547}"/>
            </a:ext>
          </a:extLst>
        </p:cNvPr>
        <p:cNvGrpSpPr/>
        <p:nvPr/>
      </p:nvGrpSpPr>
      <p:grpSpPr>
        <a:xfrm>
          <a:off x="0" y="0"/>
          <a:ext cx="0" cy="0"/>
          <a:chOff x="0" y="0"/>
          <a:chExt cx="0" cy="0"/>
        </a:xfrm>
      </p:grpSpPr>
      <p:pic>
        <p:nvPicPr>
          <p:cNvPr id="4" name="Picture 3" descr="A white background with black border&#10;&#10;AI-generated content may be incorrect.">
            <a:extLst>
              <a:ext uri="{FF2B5EF4-FFF2-40B4-BE49-F238E27FC236}">
                <a16:creationId xmlns:a16="http://schemas.microsoft.com/office/drawing/2014/main" id="{8E54CB5E-979D-E2DE-18AC-ECE4D7B54A28}"/>
              </a:ext>
            </a:extLst>
          </p:cNvPr>
          <p:cNvPicPr>
            <a:picLocks noChangeAspect="1"/>
          </p:cNvPicPr>
          <p:nvPr/>
        </p:nvPicPr>
        <p:blipFill>
          <a:blip r:embed="rId4"/>
          <a:stretch>
            <a:fillRect/>
          </a:stretch>
        </p:blipFill>
        <p:spPr>
          <a:xfrm>
            <a:off x="19447542" y="4691454"/>
            <a:ext cx="3347408" cy="1956178"/>
          </a:xfrm>
          <a:prstGeom prst="rect">
            <a:avLst/>
          </a:prstGeom>
          <a:ln>
            <a:noFill/>
          </a:ln>
        </p:spPr>
      </p:pic>
      <p:graphicFrame>
        <p:nvGraphicFramePr>
          <p:cNvPr id="5" name="Object 6" hidden="1">
            <a:extLst>
              <a:ext uri="{FF2B5EF4-FFF2-40B4-BE49-F238E27FC236}">
                <a16:creationId xmlns:a16="http://schemas.microsoft.com/office/drawing/2014/main" id="{0861D1A3-EC71-F1D7-39C7-BFA55EDE634C}"/>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5" imgW="327" imgH="327" progId="TCLayout.ActiveDocument.1">
                  <p:embed/>
                </p:oleObj>
              </mc:Choice>
              <mc:Fallback>
                <p:oleObj name="think-cell Slide" r:id="rId5" imgW="327" imgH="327" progId="TCLayout.ActiveDocument.1">
                  <p:embed/>
                  <p:pic>
                    <p:nvPicPr>
                      <p:cNvPr id="5" name="Object 6" hidden="1">
                        <a:extLst>
                          <a:ext uri="{FF2B5EF4-FFF2-40B4-BE49-F238E27FC236}">
                            <a16:creationId xmlns:a16="http://schemas.microsoft.com/office/drawing/2014/main" id="{0861D1A3-EC71-F1D7-39C7-BFA55EDE634C}"/>
                          </a:ext>
                        </a:extLst>
                      </p:cNvPr>
                      <p:cNvPicPr/>
                      <p:nvPr/>
                    </p:nvPicPr>
                    <p:blipFill>
                      <a:blip r:embed="rId6"/>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0B90C917-2001-FFEA-3658-10055F345D26}"/>
              </a:ext>
            </a:extLst>
          </p:cNvPr>
          <p:cNvPicPr>
            <a:picLocks noChangeAspect="1"/>
          </p:cNvPicPr>
          <p:nvPr/>
        </p:nvPicPr>
        <p:blipFill>
          <a:blip r:embed="rId7"/>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80F63CB8-1665-B5C9-CD20-05D79F253CE0}"/>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Sample Overview</a:t>
            </a:r>
            <a:endParaRPr lang="en-US"/>
          </a:p>
        </p:txBody>
      </p:sp>
      <p:sp>
        <p:nvSpPr>
          <p:cNvPr id="3" name="TextBox 2">
            <a:extLst>
              <a:ext uri="{FF2B5EF4-FFF2-40B4-BE49-F238E27FC236}">
                <a16:creationId xmlns:a16="http://schemas.microsoft.com/office/drawing/2014/main" id="{A022C4CC-8EB0-5374-8FBE-8C80CFD31657}"/>
              </a:ext>
            </a:extLst>
          </p:cNvPr>
          <p:cNvSpPr txBox="1"/>
          <p:nvPr/>
        </p:nvSpPr>
        <p:spPr>
          <a:xfrm>
            <a:off x="859436" y="2420423"/>
            <a:ext cx="7455224" cy="79307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endParaRPr lang="en-ZA" sz="3100">
              <a:latin typeface="Montserrat"/>
            </a:endParaRPr>
          </a:p>
          <a:p>
            <a:r>
              <a:rPr lang="en-ZA" sz="3100">
                <a:latin typeface="Montserrat"/>
              </a:rPr>
              <a:t>Responses were received from dispensary managers from stores in all major provinces, with </a:t>
            </a:r>
            <a:r>
              <a:rPr lang="en-ZA" sz="3100" b="1">
                <a:latin typeface="Montserrat"/>
              </a:rPr>
              <a:t>Gauteng (43%)</a:t>
            </a:r>
            <a:r>
              <a:rPr lang="en-ZA" sz="3100">
                <a:latin typeface="Montserrat"/>
              </a:rPr>
              <a:t> and the </a:t>
            </a:r>
            <a:r>
              <a:rPr lang="en-ZA" sz="3100" b="1">
                <a:latin typeface="Montserrat"/>
              </a:rPr>
              <a:t>Western Cape (24%)</a:t>
            </a:r>
            <a:r>
              <a:rPr lang="en-ZA" sz="3100">
                <a:latin typeface="Montserrat"/>
              </a:rPr>
              <a:t> contributing the largest share. </a:t>
            </a:r>
            <a:br>
              <a:rPr lang="en-ZA" sz="3100">
                <a:latin typeface="Montserrat"/>
              </a:rPr>
            </a:br>
            <a:br>
              <a:rPr lang="en-ZA" sz="3100">
                <a:latin typeface="Montserrat"/>
              </a:rPr>
            </a:br>
            <a:r>
              <a:rPr lang="en-ZA" sz="3100" b="1">
                <a:latin typeface="Montserrat"/>
              </a:rPr>
              <a:t>KwaZulu-Natal (14%), </a:t>
            </a:r>
            <a:r>
              <a:rPr lang="en-ZA" sz="3100">
                <a:latin typeface="Montserrat"/>
              </a:rPr>
              <a:t>the</a:t>
            </a:r>
            <a:r>
              <a:rPr lang="en-ZA" sz="3100" b="1">
                <a:latin typeface="Montserrat"/>
              </a:rPr>
              <a:t> Eastern Cape (6%)</a:t>
            </a:r>
            <a:r>
              <a:rPr lang="en-ZA" sz="3100">
                <a:latin typeface="Montserrat"/>
              </a:rPr>
              <a:t>, </a:t>
            </a:r>
            <a:r>
              <a:rPr lang="en-ZA" sz="3100" b="1">
                <a:latin typeface="Montserrat"/>
              </a:rPr>
              <a:t>Mpumalanga (4%)</a:t>
            </a:r>
            <a:r>
              <a:rPr lang="en-ZA" sz="3100">
                <a:latin typeface="Montserrat"/>
              </a:rPr>
              <a:t> and the </a:t>
            </a:r>
            <a:r>
              <a:rPr lang="en-ZA" sz="3100" b="1">
                <a:latin typeface="Montserrat"/>
              </a:rPr>
              <a:t>North West (3%) </a:t>
            </a:r>
            <a:r>
              <a:rPr lang="en-ZA" sz="3100">
                <a:latin typeface="Montserrat"/>
              </a:rPr>
              <a:t>added further depth across key regions. Smaller contributions from Limpopo¹, the Free State¹ , the Northern Cape¹ and Namibia².</a:t>
            </a:r>
          </a:p>
          <a:p>
            <a:pPr algn="l">
              <a:buNone/>
            </a:pPr>
            <a:endParaRPr lang="en-ZA" sz="3100" u="none" strike="noStrike">
              <a:solidFill>
                <a:srgbClr val="000000"/>
              </a:solidFill>
              <a:effectLst/>
              <a:latin typeface="Montserrat" pitchFamily="2" charset="77"/>
            </a:endParaRPr>
          </a:p>
        </p:txBody>
      </p:sp>
      <p:pic>
        <p:nvPicPr>
          <p:cNvPr id="55" name="Picture 54" descr="A map of south africa&#10;&#10;AI-generated content may be incorrect.">
            <a:extLst>
              <a:ext uri="{FF2B5EF4-FFF2-40B4-BE49-F238E27FC236}">
                <a16:creationId xmlns:a16="http://schemas.microsoft.com/office/drawing/2014/main" id="{60AF2ADC-F982-89EB-08B0-FF5669CF62A6}"/>
              </a:ext>
            </a:extLst>
          </p:cNvPr>
          <p:cNvPicPr>
            <a:picLocks noChangeAspect="1"/>
          </p:cNvPicPr>
          <p:nvPr/>
        </p:nvPicPr>
        <p:blipFill>
          <a:blip r:embed="rId8"/>
          <a:stretch>
            <a:fillRect/>
          </a:stretch>
        </p:blipFill>
        <p:spPr>
          <a:xfrm>
            <a:off x="10937703" y="1564891"/>
            <a:ext cx="12009076" cy="10091750"/>
          </a:xfrm>
          <a:prstGeom prst="rect">
            <a:avLst/>
          </a:prstGeom>
          <a:ln>
            <a:noFill/>
          </a:ln>
        </p:spPr>
      </p:pic>
      <p:pic>
        <p:nvPicPr>
          <p:cNvPr id="57" name="Picture 56" descr="A white background with black border&#10;&#10;AI-generated content may be incorrect.">
            <a:extLst>
              <a:ext uri="{FF2B5EF4-FFF2-40B4-BE49-F238E27FC236}">
                <a16:creationId xmlns:a16="http://schemas.microsoft.com/office/drawing/2014/main" id="{F22C1787-B07C-7442-EA02-55710C6B48FC}"/>
              </a:ext>
            </a:extLst>
          </p:cNvPr>
          <p:cNvPicPr>
            <a:picLocks noChangeAspect="1"/>
          </p:cNvPicPr>
          <p:nvPr/>
        </p:nvPicPr>
        <p:blipFill>
          <a:blip r:embed="rId4"/>
          <a:stretch>
            <a:fillRect/>
          </a:stretch>
        </p:blipFill>
        <p:spPr>
          <a:xfrm>
            <a:off x="10611699" y="8428913"/>
            <a:ext cx="3347408" cy="1956178"/>
          </a:xfrm>
          <a:prstGeom prst="rect">
            <a:avLst/>
          </a:prstGeom>
          <a:ln>
            <a:noFill/>
          </a:ln>
        </p:spPr>
      </p:pic>
      <p:sp>
        <p:nvSpPr>
          <p:cNvPr id="59" name="Oval 58">
            <a:extLst>
              <a:ext uri="{FF2B5EF4-FFF2-40B4-BE49-F238E27FC236}">
                <a16:creationId xmlns:a16="http://schemas.microsoft.com/office/drawing/2014/main" id="{A89E4229-D601-CBDF-B27E-59DF7DD756ED}"/>
              </a:ext>
            </a:extLst>
          </p:cNvPr>
          <p:cNvSpPr/>
          <p:nvPr/>
        </p:nvSpPr>
        <p:spPr>
          <a:xfrm>
            <a:off x="11680469" y="11355904"/>
            <a:ext cx="1526444" cy="1547236"/>
          </a:xfrm>
          <a:prstGeom prst="ellipse">
            <a:avLst/>
          </a:prstGeom>
          <a:solidFill>
            <a:srgbClr val="FADD0D">
              <a:alpha val="35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61" name="Oval 60">
            <a:extLst>
              <a:ext uri="{FF2B5EF4-FFF2-40B4-BE49-F238E27FC236}">
                <a16:creationId xmlns:a16="http://schemas.microsoft.com/office/drawing/2014/main" id="{59F92B6F-5A3C-45C9-22E9-1A088D70976D}"/>
              </a:ext>
            </a:extLst>
          </p:cNvPr>
          <p:cNvSpPr/>
          <p:nvPr/>
        </p:nvSpPr>
        <p:spPr>
          <a:xfrm>
            <a:off x="11978493" y="11670266"/>
            <a:ext cx="860962" cy="871356"/>
          </a:xfrm>
          <a:prstGeom prst="ellipse">
            <a:avLst/>
          </a:prstGeom>
          <a:solidFill>
            <a:srgbClr val="FADD0D">
              <a:alpha val="59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63" name="TextBox 62">
            <a:extLst>
              <a:ext uri="{FF2B5EF4-FFF2-40B4-BE49-F238E27FC236}">
                <a16:creationId xmlns:a16="http://schemas.microsoft.com/office/drawing/2014/main" id="{E62EDFA9-A3F5-0517-8E69-6F66AA7D85FC}"/>
              </a:ext>
            </a:extLst>
          </p:cNvPr>
          <p:cNvSpPr txBox="1"/>
          <p:nvPr/>
        </p:nvSpPr>
        <p:spPr>
          <a:xfrm>
            <a:off x="12080342" y="11837467"/>
            <a:ext cx="953738" cy="581698"/>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r>
              <a:rPr lang="en-US" sz="2400" b="1" noProof="1">
                <a:latin typeface="Courier New"/>
                <a:cs typeface="Courier New"/>
              </a:rPr>
              <a:t>WC</a:t>
            </a:r>
          </a:p>
        </p:txBody>
      </p:sp>
      <p:cxnSp>
        <p:nvCxnSpPr>
          <p:cNvPr id="65" name="Straight Arrow Connector 64">
            <a:extLst>
              <a:ext uri="{FF2B5EF4-FFF2-40B4-BE49-F238E27FC236}">
                <a16:creationId xmlns:a16="http://schemas.microsoft.com/office/drawing/2014/main" id="{E9778A8A-7274-9513-F65A-E16C69086289}"/>
              </a:ext>
            </a:extLst>
          </p:cNvPr>
          <p:cNvCxnSpPr>
            <a:cxnSpLocks/>
          </p:cNvCxnSpPr>
          <p:nvPr/>
        </p:nvCxnSpPr>
        <p:spPr>
          <a:xfrm>
            <a:off x="12459750" y="10281934"/>
            <a:ext cx="2" cy="1101316"/>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7" name="TextBox 28">
            <a:extLst>
              <a:ext uri="{FF2B5EF4-FFF2-40B4-BE49-F238E27FC236}">
                <a16:creationId xmlns:a16="http://schemas.microsoft.com/office/drawing/2014/main" id="{1699F741-8CE8-E6E7-3FAF-3687A4D98699}"/>
              </a:ext>
            </a:extLst>
          </p:cNvPr>
          <p:cNvSpPr txBox="1"/>
          <p:nvPr/>
        </p:nvSpPr>
        <p:spPr>
          <a:xfrm>
            <a:off x="11099212" y="8866469"/>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noProof="1">
                <a:latin typeface="Montserrat"/>
                <a:cs typeface="Courier New"/>
              </a:rPr>
              <a:t>Western Cape</a:t>
            </a:r>
          </a:p>
        </p:txBody>
      </p:sp>
      <p:cxnSp>
        <p:nvCxnSpPr>
          <p:cNvPr id="69" name="Straight Arrow Connector 68">
            <a:extLst>
              <a:ext uri="{FF2B5EF4-FFF2-40B4-BE49-F238E27FC236}">
                <a16:creationId xmlns:a16="http://schemas.microsoft.com/office/drawing/2014/main" id="{B4202DCB-C072-C35B-4FA8-28E32900CAB5}"/>
              </a:ext>
            </a:extLst>
          </p:cNvPr>
          <p:cNvCxnSpPr>
            <a:cxnSpLocks/>
          </p:cNvCxnSpPr>
          <p:nvPr/>
        </p:nvCxnSpPr>
        <p:spPr>
          <a:xfrm>
            <a:off x="11282605" y="9437239"/>
            <a:ext cx="2087458" cy="2"/>
          </a:xfrm>
          <a:prstGeom prst="straightConnector1">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1" name="TextBox 28">
            <a:extLst>
              <a:ext uri="{FF2B5EF4-FFF2-40B4-BE49-F238E27FC236}">
                <a16:creationId xmlns:a16="http://schemas.microsoft.com/office/drawing/2014/main" id="{5F37E1A8-595C-3621-3E83-1C068FD27337}"/>
              </a:ext>
            </a:extLst>
          </p:cNvPr>
          <p:cNvSpPr txBox="1"/>
          <p:nvPr/>
        </p:nvSpPr>
        <p:spPr>
          <a:xfrm>
            <a:off x="11174395" y="9532841"/>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b="1" noProof="1">
                <a:latin typeface="Montserrat"/>
                <a:cs typeface="Courier New"/>
              </a:rPr>
              <a:t>24 participants</a:t>
            </a:r>
          </a:p>
        </p:txBody>
      </p:sp>
      <p:sp>
        <p:nvSpPr>
          <p:cNvPr id="73" name="Oval 72">
            <a:extLst>
              <a:ext uri="{FF2B5EF4-FFF2-40B4-BE49-F238E27FC236}">
                <a16:creationId xmlns:a16="http://schemas.microsoft.com/office/drawing/2014/main" id="{04C6EA4E-45CF-1330-0EE4-F64EE6D6CFE7}"/>
              </a:ext>
            </a:extLst>
          </p:cNvPr>
          <p:cNvSpPr/>
          <p:nvPr/>
        </p:nvSpPr>
        <p:spPr>
          <a:xfrm>
            <a:off x="14622373" y="6090440"/>
            <a:ext cx="1526444" cy="1547236"/>
          </a:xfrm>
          <a:prstGeom prst="ellipse">
            <a:avLst/>
          </a:prstGeom>
          <a:solidFill>
            <a:srgbClr val="FADD0D">
              <a:alpha val="35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75" name="Oval 74">
            <a:extLst>
              <a:ext uri="{FF2B5EF4-FFF2-40B4-BE49-F238E27FC236}">
                <a16:creationId xmlns:a16="http://schemas.microsoft.com/office/drawing/2014/main" id="{63E63AB8-DF45-9EBA-3AA5-990D666FB089}"/>
              </a:ext>
            </a:extLst>
          </p:cNvPr>
          <p:cNvSpPr/>
          <p:nvPr/>
        </p:nvSpPr>
        <p:spPr>
          <a:xfrm>
            <a:off x="14947409" y="6432222"/>
            <a:ext cx="860962" cy="871356"/>
          </a:xfrm>
          <a:prstGeom prst="ellipse">
            <a:avLst/>
          </a:prstGeom>
          <a:solidFill>
            <a:srgbClr val="FADD0D">
              <a:alpha val="59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77" name="TextBox 76">
            <a:extLst>
              <a:ext uri="{FF2B5EF4-FFF2-40B4-BE49-F238E27FC236}">
                <a16:creationId xmlns:a16="http://schemas.microsoft.com/office/drawing/2014/main" id="{535985D7-25F7-F1CC-A653-A43CCF37A575}"/>
              </a:ext>
            </a:extLst>
          </p:cNvPr>
          <p:cNvSpPr txBox="1"/>
          <p:nvPr/>
        </p:nvSpPr>
        <p:spPr>
          <a:xfrm>
            <a:off x="15020892" y="6627794"/>
            <a:ext cx="953738" cy="580415"/>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r>
              <a:rPr lang="en-US" sz="2400" b="1" noProof="1">
                <a:latin typeface="Courier New"/>
                <a:cs typeface="Courier New"/>
              </a:rPr>
              <a:t>GP</a:t>
            </a:r>
          </a:p>
        </p:txBody>
      </p:sp>
      <p:pic>
        <p:nvPicPr>
          <p:cNvPr id="79" name="Picture 78" descr="A white background with black border&#10;&#10;AI-generated content may be incorrect.">
            <a:extLst>
              <a:ext uri="{FF2B5EF4-FFF2-40B4-BE49-F238E27FC236}">
                <a16:creationId xmlns:a16="http://schemas.microsoft.com/office/drawing/2014/main" id="{A6AB1259-DB83-F4F7-0616-47A8EDC8106B}"/>
              </a:ext>
            </a:extLst>
          </p:cNvPr>
          <p:cNvPicPr>
            <a:picLocks noChangeAspect="1"/>
          </p:cNvPicPr>
          <p:nvPr/>
        </p:nvPicPr>
        <p:blipFill>
          <a:blip r:embed="rId4"/>
          <a:stretch>
            <a:fillRect/>
          </a:stretch>
        </p:blipFill>
        <p:spPr>
          <a:xfrm>
            <a:off x="13709845" y="3169855"/>
            <a:ext cx="3347408" cy="1956178"/>
          </a:xfrm>
          <a:prstGeom prst="rect">
            <a:avLst/>
          </a:prstGeom>
          <a:ln>
            <a:noFill/>
          </a:ln>
        </p:spPr>
      </p:pic>
      <p:cxnSp>
        <p:nvCxnSpPr>
          <p:cNvPr id="81" name="Straight Arrow Connector 80">
            <a:extLst>
              <a:ext uri="{FF2B5EF4-FFF2-40B4-BE49-F238E27FC236}">
                <a16:creationId xmlns:a16="http://schemas.microsoft.com/office/drawing/2014/main" id="{6D4631B8-A4DF-48CD-4296-56BDD1E28261}"/>
              </a:ext>
            </a:extLst>
          </p:cNvPr>
          <p:cNvCxnSpPr>
            <a:cxnSpLocks/>
          </p:cNvCxnSpPr>
          <p:nvPr/>
        </p:nvCxnSpPr>
        <p:spPr>
          <a:xfrm flipH="1">
            <a:off x="15377889" y="5126033"/>
            <a:ext cx="5662" cy="951322"/>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3" name="TextBox 28">
            <a:extLst>
              <a:ext uri="{FF2B5EF4-FFF2-40B4-BE49-F238E27FC236}">
                <a16:creationId xmlns:a16="http://schemas.microsoft.com/office/drawing/2014/main" id="{E65D2538-A035-DA8E-21AF-BD77B89C5230}"/>
              </a:ext>
            </a:extLst>
          </p:cNvPr>
          <p:cNvSpPr txBox="1"/>
          <p:nvPr/>
        </p:nvSpPr>
        <p:spPr>
          <a:xfrm>
            <a:off x="14197358" y="3691533"/>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noProof="1">
                <a:latin typeface="Montserrat"/>
                <a:cs typeface="Courier New"/>
              </a:rPr>
              <a:t>Gauteng</a:t>
            </a:r>
          </a:p>
        </p:txBody>
      </p:sp>
      <p:cxnSp>
        <p:nvCxnSpPr>
          <p:cNvPr id="85" name="Straight Arrow Connector 84">
            <a:extLst>
              <a:ext uri="{FF2B5EF4-FFF2-40B4-BE49-F238E27FC236}">
                <a16:creationId xmlns:a16="http://schemas.microsoft.com/office/drawing/2014/main" id="{302F034F-81DD-709F-22EE-680B4ECCBABB}"/>
              </a:ext>
            </a:extLst>
          </p:cNvPr>
          <p:cNvCxnSpPr>
            <a:cxnSpLocks/>
          </p:cNvCxnSpPr>
          <p:nvPr/>
        </p:nvCxnSpPr>
        <p:spPr>
          <a:xfrm>
            <a:off x="14382240" y="4215119"/>
            <a:ext cx="2087458" cy="2"/>
          </a:xfrm>
          <a:prstGeom prst="straightConnector1">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7" name="TextBox 28">
            <a:extLst>
              <a:ext uri="{FF2B5EF4-FFF2-40B4-BE49-F238E27FC236}">
                <a16:creationId xmlns:a16="http://schemas.microsoft.com/office/drawing/2014/main" id="{90863AE2-FCD6-824B-35E0-192786B822E6}"/>
              </a:ext>
            </a:extLst>
          </p:cNvPr>
          <p:cNvSpPr txBox="1"/>
          <p:nvPr/>
        </p:nvSpPr>
        <p:spPr>
          <a:xfrm>
            <a:off x="14197358" y="4308757"/>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b="1" noProof="1">
                <a:latin typeface="Montserrat"/>
                <a:cs typeface="Courier New"/>
              </a:rPr>
              <a:t>44 participants</a:t>
            </a:r>
          </a:p>
        </p:txBody>
      </p:sp>
      <p:sp>
        <p:nvSpPr>
          <p:cNvPr id="89" name="Oval 88">
            <a:extLst>
              <a:ext uri="{FF2B5EF4-FFF2-40B4-BE49-F238E27FC236}">
                <a16:creationId xmlns:a16="http://schemas.microsoft.com/office/drawing/2014/main" id="{B82B7327-366E-5A3D-B8F9-A7885BDCA55B}"/>
              </a:ext>
            </a:extLst>
          </p:cNvPr>
          <p:cNvSpPr/>
          <p:nvPr/>
        </p:nvSpPr>
        <p:spPr>
          <a:xfrm>
            <a:off x="20381683" y="7606104"/>
            <a:ext cx="1526444" cy="1547236"/>
          </a:xfrm>
          <a:prstGeom prst="ellipse">
            <a:avLst/>
          </a:prstGeom>
          <a:solidFill>
            <a:srgbClr val="FADD0D">
              <a:alpha val="35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91" name="Oval 90">
            <a:extLst>
              <a:ext uri="{FF2B5EF4-FFF2-40B4-BE49-F238E27FC236}">
                <a16:creationId xmlns:a16="http://schemas.microsoft.com/office/drawing/2014/main" id="{244B332E-831D-73B7-01BC-63B5BCB09CEE}"/>
              </a:ext>
            </a:extLst>
          </p:cNvPr>
          <p:cNvSpPr/>
          <p:nvPr/>
        </p:nvSpPr>
        <p:spPr>
          <a:xfrm>
            <a:off x="20760600" y="7981416"/>
            <a:ext cx="860962" cy="871356"/>
          </a:xfrm>
          <a:prstGeom prst="ellipse">
            <a:avLst/>
          </a:prstGeom>
          <a:solidFill>
            <a:srgbClr val="FADD0D">
              <a:alpha val="59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93" name="TextBox 92">
            <a:extLst>
              <a:ext uri="{FF2B5EF4-FFF2-40B4-BE49-F238E27FC236}">
                <a16:creationId xmlns:a16="http://schemas.microsoft.com/office/drawing/2014/main" id="{3652279E-D994-4C81-0316-C69A7899FA8A}"/>
              </a:ext>
            </a:extLst>
          </p:cNvPr>
          <p:cNvSpPr txBox="1"/>
          <p:nvPr/>
        </p:nvSpPr>
        <p:spPr>
          <a:xfrm>
            <a:off x="20774324" y="8189917"/>
            <a:ext cx="953738" cy="580415"/>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r>
              <a:rPr lang="en-US" sz="2400" b="1" noProof="1">
                <a:latin typeface="Courier New"/>
                <a:cs typeface="Courier New"/>
              </a:rPr>
              <a:t>KZN</a:t>
            </a:r>
          </a:p>
        </p:txBody>
      </p:sp>
      <p:pic>
        <p:nvPicPr>
          <p:cNvPr id="95" name="Picture 94" descr="A white background with black border&#10;&#10;AI-generated content may be incorrect.">
            <a:extLst>
              <a:ext uri="{FF2B5EF4-FFF2-40B4-BE49-F238E27FC236}">
                <a16:creationId xmlns:a16="http://schemas.microsoft.com/office/drawing/2014/main" id="{A817C16F-A6E6-A95E-40CE-128706EA8EF3}"/>
              </a:ext>
            </a:extLst>
          </p:cNvPr>
          <p:cNvPicPr>
            <a:picLocks noChangeAspect="1"/>
          </p:cNvPicPr>
          <p:nvPr/>
        </p:nvPicPr>
        <p:blipFill>
          <a:blip r:embed="rId4"/>
          <a:stretch>
            <a:fillRect/>
          </a:stretch>
        </p:blipFill>
        <p:spPr>
          <a:xfrm>
            <a:off x="19314457" y="4685519"/>
            <a:ext cx="3347408" cy="1956178"/>
          </a:xfrm>
          <a:prstGeom prst="rect">
            <a:avLst/>
          </a:prstGeom>
          <a:ln>
            <a:noFill/>
          </a:ln>
        </p:spPr>
      </p:pic>
      <p:cxnSp>
        <p:nvCxnSpPr>
          <p:cNvPr id="97" name="Straight Arrow Connector 96">
            <a:extLst>
              <a:ext uri="{FF2B5EF4-FFF2-40B4-BE49-F238E27FC236}">
                <a16:creationId xmlns:a16="http://schemas.microsoft.com/office/drawing/2014/main" id="{8783614C-0897-D1DC-F014-F1745B26D29B}"/>
              </a:ext>
            </a:extLst>
          </p:cNvPr>
          <p:cNvCxnSpPr>
            <a:cxnSpLocks/>
          </p:cNvCxnSpPr>
          <p:nvPr/>
        </p:nvCxnSpPr>
        <p:spPr>
          <a:xfrm>
            <a:off x="21130114" y="6559620"/>
            <a:ext cx="2" cy="1101316"/>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9" name="TextBox 28">
            <a:extLst>
              <a:ext uri="{FF2B5EF4-FFF2-40B4-BE49-F238E27FC236}">
                <a16:creationId xmlns:a16="http://schemas.microsoft.com/office/drawing/2014/main" id="{8D0039DB-7371-BC7E-2F01-6C02C036C20B}"/>
              </a:ext>
            </a:extLst>
          </p:cNvPr>
          <p:cNvSpPr txBox="1"/>
          <p:nvPr/>
        </p:nvSpPr>
        <p:spPr>
          <a:xfrm>
            <a:off x="19801970" y="5137215"/>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noProof="1">
                <a:latin typeface="Montserrat"/>
                <a:cs typeface="Arial"/>
              </a:rPr>
              <a:t>KwaZulu-Natal</a:t>
            </a:r>
          </a:p>
        </p:txBody>
      </p:sp>
      <p:cxnSp>
        <p:nvCxnSpPr>
          <p:cNvPr id="101" name="Straight Arrow Connector 100">
            <a:extLst>
              <a:ext uri="{FF2B5EF4-FFF2-40B4-BE49-F238E27FC236}">
                <a16:creationId xmlns:a16="http://schemas.microsoft.com/office/drawing/2014/main" id="{06854188-F4FF-57A3-74CC-15530FCF8392}"/>
              </a:ext>
            </a:extLst>
          </p:cNvPr>
          <p:cNvCxnSpPr>
            <a:cxnSpLocks/>
          </p:cNvCxnSpPr>
          <p:nvPr/>
        </p:nvCxnSpPr>
        <p:spPr>
          <a:xfrm>
            <a:off x="19985363" y="5784093"/>
            <a:ext cx="2087458" cy="2"/>
          </a:xfrm>
          <a:prstGeom prst="straightConnector1">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3" name="TextBox 28">
            <a:extLst>
              <a:ext uri="{FF2B5EF4-FFF2-40B4-BE49-F238E27FC236}">
                <a16:creationId xmlns:a16="http://schemas.microsoft.com/office/drawing/2014/main" id="{A11305B8-13EB-DF6A-0851-58D0100562AE}"/>
              </a:ext>
            </a:extLst>
          </p:cNvPr>
          <p:cNvSpPr txBox="1"/>
          <p:nvPr/>
        </p:nvSpPr>
        <p:spPr>
          <a:xfrm>
            <a:off x="19877153" y="5854465"/>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b="1" noProof="1">
                <a:latin typeface="Montserrat"/>
                <a:cs typeface="Courier New"/>
              </a:rPr>
              <a:t>14 participant</a:t>
            </a:r>
          </a:p>
        </p:txBody>
      </p:sp>
      <p:sp>
        <p:nvSpPr>
          <p:cNvPr id="105" name="Oval 104">
            <a:extLst>
              <a:ext uri="{FF2B5EF4-FFF2-40B4-BE49-F238E27FC236}">
                <a16:creationId xmlns:a16="http://schemas.microsoft.com/office/drawing/2014/main" id="{00B254CB-B184-B78E-3555-B30753EAEB07}"/>
              </a:ext>
            </a:extLst>
          </p:cNvPr>
          <p:cNvSpPr/>
          <p:nvPr/>
        </p:nvSpPr>
        <p:spPr>
          <a:xfrm>
            <a:off x="19792637" y="2174538"/>
            <a:ext cx="1526444" cy="1547236"/>
          </a:xfrm>
          <a:prstGeom prst="ellipse">
            <a:avLst/>
          </a:prstGeom>
          <a:solidFill>
            <a:srgbClr val="FADD0D">
              <a:alpha val="35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pic>
        <p:nvPicPr>
          <p:cNvPr id="107" name="Picture 106" descr="A white background with black border&#10;&#10;AI-generated content may be incorrect.">
            <a:extLst>
              <a:ext uri="{FF2B5EF4-FFF2-40B4-BE49-F238E27FC236}">
                <a16:creationId xmlns:a16="http://schemas.microsoft.com/office/drawing/2014/main" id="{3FA57887-C2E5-6160-BE8D-4A5EAC4CF740}"/>
              </a:ext>
            </a:extLst>
          </p:cNvPr>
          <p:cNvPicPr>
            <a:picLocks noChangeAspect="1"/>
          </p:cNvPicPr>
          <p:nvPr/>
        </p:nvPicPr>
        <p:blipFill>
          <a:blip r:embed="rId4"/>
          <a:stretch>
            <a:fillRect/>
          </a:stretch>
        </p:blipFill>
        <p:spPr>
          <a:xfrm>
            <a:off x="19205465" y="30705"/>
            <a:ext cx="3347408" cy="1956178"/>
          </a:xfrm>
          <a:prstGeom prst="rect">
            <a:avLst/>
          </a:prstGeom>
          <a:ln>
            <a:noFill/>
          </a:ln>
        </p:spPr>
      </p:pic>
      <p:sp>
        <p:nvSpPr>
          <p:cNvPr id="109" name="TextBox 28">
            <a:extLst>
              <a:ext uri="{FF2B5EF4-FFF2-40B4-BE49-F238E27FC236}">
                <a16:creationId xmlns:a16="http://schemas.microsoft.com/office/drawing/2014/main" id="{49C245F7-E47F-130A-B6A3-9BC414852F14}"/>
              </a:ext>
            </a:extLst>
          </p:cNvPr>
          <p:cNvSpPr txBox="1"/>
          <p:nvPr/>
        </p:nvSpPr>
        <p:spPr>
          <a:xfrm>
            <a:off x="19600638" y="344469"/>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noProof="1">
                <a:latin typeface="Montserrat"/>
                <a:cs typeface="Arial"/>
              </a:rPr>
              <a:t>Mpumalanga</a:t>
            </a:r>
          </a:p>
        </p:txBody>
      </p:sp>
      <p:sp>
        <p:nvSpPr>
          <p:cNvPr id="111" name="Oval 110">
            <a:extLst>
              <a:ext uri="{FF2B5EF4-FFF2-40B4-BE49-F238E27FC236}">
                <a16:creationId xmlns:a16="http://schemas.microsoft.com/office/drawing/2014/main" id="{CD050C37-BE08-321D-F8B5-08BE84B39F07}"/>
              </a:ext>
            </a:extLst>
          </p:cNvPr>
          <p:cNvSpPr/>
          <p:nvPr/>
        </p:nvSpPr>
        <p:spPr>
          <a:xfrm>
            <a:off x="20127200" y="2570694"/>
            <a:ext cx="860962" cy="871356"/>
          </a:xfrm>
          <a:prstGeom prst="ellipse">
            <a:avLst/>
          </a:prstGeom>
          <a:solidFill>
            <a:srgbClr val="FADD0D">
              <a:alpha val="59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cxnSp>
        <p:nvCxnSpPr>
          <p:cNvPr id="113" name="Straight Arrow Connector 112">
            <a:extLst>
              <a:ext uri="{FF2B5EF4-FFF2-40B4-BE49-F238E27FC236}">
                <a16:creationId xmlns:a16="http://schemas.microsoft.com/office/drawing/2014/main" id="{4D5C62B3-EDA8-5964-3BD1-079209CCE4EB}"/>
              </a:ext>
            </a:extLst>
          </p:cNvPr>
          <p:cNvCxnSpPr>
            <a:cxnSpLocks/>
          </p:cNvCxnSpPr>
          <p:nvPr/>
        </p:nvCxnSpPr>
        <p:spPr>
          <a:xfrm>
            <a:off x="20644737" y="1917256"/>
            <a:ext cx="0" cy="431668"/>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EFA48210-5FA8-FAA6-9996-8F7EE0B1433F}"/>
              </a:ext>
            </a:extLst>
          </p:cNvPr>
          <p:cNvCxnSpPr>
            <a:cxnSpLocks/>
          </p:cNvCxnSpPr>
          <p:nvPr/>
        </p:nvCxnSpPr>
        <p:spPr>
          <a:xfrm>
            <a:off x="19683242" y="936017"/>
            <a:ext cx="2087458" cy="2"/>
          </a:xfrm>
          <a:prstGeom prst="straightConnector1">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7" name="TextBox 28">
            <a:extLst>
              <a:ext uri="{FF2B5EF4-FFF2-40B4-BE49-F238E27FC236}">
                <a16:creationId xmlns:a16="http://schemas.microsoft.com/office/drawing/2014/main" id="{EBBBC0EA-82DB-36B4-07C9-8AF5726DC82D}"/>
              </a:ext>
            </a:extLst>
          </p:cNvPr>
          <p:cNvSpPr txBox="1"/>
          <p:nvPr/>
        </p:nvSpPr>
        <p:spPr>
          <a:xfrm>
            <a:off x="19573543" y="1031579"/>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b="1" noProof="1">
                <a:latin typeface="Montserrat"/>
                <a:cs typeface="Courier New"/>
              </a:rPr>
              <a:t>4 participants</a:t>
            </a:r>
          </a:p>
        </p:txBody>
      </p:sp>
      <p:sp>
        <p:nvSpPr>
          <p:cNvPr id="119" name="TextBox 118">
            <a:extLst>
              <a:ext uri="{FF2B5EF4-FFF2-40B4-BE49-F238E27FC236}">
                <a16:creationId xmlns:a16="http://schemas.microsoft.com/office/drawing/2014/main" id="{DDAE7D5E-31E6-A32C-C2BD-9C5C2DEB7FFD}"/>
              </a:ext>
            </a:extLst>
          </p:cNvPr>
          <p:cNvSpPr txBox="1"/>
          <p:nvPr/>
        </p:nvSpPr>
        <p:spPr>
          <a:xfrm>
            <a:off x="20250102" y="2756392"/>
            <a:ext cx="953738" cy="579774"/>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r>
              <a:rPr lang="en-US" sz="2400" b="1" noProof="1">
                <a:latin typeface="Courier New"/>
                <a:cs typeface="Courier New"/>
              </a:rPr>
              <a:t>MP</a:t>
            </a:r>
            <a:endParaRPr lang="en-US" sz="7200" b="1" noProof="1">
              <a:cs typeface="Arial"/>
            </a:endParaRPr>
          </a:p>
        </p:txBody>
      </p:sp>
      <p:sp>
        <p:nvSpPr>
          <p:cNvPr id="121" name="Oval 120">
            <a:extLst>
              <a:ext uri="{FF2B5EF4-FFF2-40B4-BE49-F238E27FC236}">
                <a16:creationId xmlns:a16="http://schemas.microsoft.com/office/drawing/2014/main" id="{6693BE78-CF32-2003-1E73-643A6024DAF9}"/>
              </a:ext>
            </a:extLst>
          </p:cNvPr>
          <p:cNvSpPr/>
          <p:nvPr/>
        </p:nvSpPr>
        <p:spPr>
          <a:xfrm>
            <a:off x="17297330" y="4275467"/>
            <a:ext cx="1526444" cy="1547236"/>
          </a:xfrm>
          <a:prstGeom prst="ellipse">
            <a:avLst/>
          </a:prstGeom>
          <a:solidFill>
            <a:srgbClr val="FADD0D">
              <a:alpha val="35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123" name="Oval 122">
            <a:extLst>
              <a:ext uri="{FF2B5EF4-FFF2-40B4-BE49-F238E27FC236}">
                <a16:creationId xmlns:a16="http://schemas.microsoft.com/office/drawing/2014/main" id="{048C8435-5201-C51B-A1ED-8F7237F5CD6B}"/>
              </a:ext>
            </a:extLst>
          </p:cNvPr>
          <p:cNvSpPr/>
          <p:nvPr/>
        </p:nvSpPr>
        <p:spPr>
          <a:xfrm>
            <a:off x="17625509" y="4684223"/>
            <a:ext cx="860962" cy="871356"/>
          </a:xfrm>
          <a:prstGeom prst="ellipse">
            <a:avLst/>
          </a:prstGeom>
          <a:solidFill>
            <a:srgbClr val="FADD0D">
              <a:alpha val="59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125" name="TextBox 124">
            <a:extLst>
              <a:ext uri="{FF2B5EF4-FFF2-40B4-BE49-F238E27FC236}">
                <a16:creationId xmlns:a16="http://schemas.microsoft.com/office/drawing/2014/main" id="{7C56EBC9-F69A-7318-392E-A5B7495D61A9}"/>
              </a:ext>
            </a:extLst>
          </p:cNvPr>
          <p:cNvSpPr txBox="1"/>
          <p:nvPr/>
        </p:nvSpPr>
        <p:spPr>
          <a:xfrm>
            <a:off x="17605231" y="4790166"/>
            <a:ext cx="953738" cy="580415"/>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r>
              <a:rPr lang="en-US" sz="2400" b="1" noProof="1">
                <a:latin typeface="Courier New"/>
                <a:cs typeface="Courier New"/>
              </a:rPr>
              <a:t>NW</a:t>
            </a:r>
            <a:endParaRPr lang="en-US" sz="7200" b="1" noProof="1">
              <a:cs typeface="Arial"/>
            </a:endParaRPr>
          </a:p>
        </p:txBody>
      </p:sp>
      <p:pic>
        <p:nvPicPr>
          <p:cNvPr id="127" name="Picture 126" descr="A white background with black border&#10;&#10;AI-generated content may be incorrect.">
            <a:extLst>
              <a:ext uri="{FF2B5EF4-FFF2-40B4-BE49-F238E27FC236}">
                <a16:creationId xmlns:a16="http://schemas.microsoft.com/office/drawing/2014/main" id="{3F36FE91-ACE8-F9FE-0AAC-D6D211C4BA33}"/>
              </a:ext>
            </a:extLst>
          </p:cNvPr>
          <p:cNvPicPr>
            <a:picLocks noChangeAspect="1"/>
          </p:cNvPicPr>
          <p:nvPr/>
        </p:nvPicPr>
        <p:blipFill>
          <a:blip r:embed="rId4"/>
          <a:stretch>
            <a:fillRect/>
          </a:stretch>
        </p:blipFill>
        <p:spPr>
          <a:xfrm>
            <a:off x="16372649" y="1605606"/>
            <a:ext cx="3347408" cy="1956178"/>
          </a:xfrm>
          <a:prstGeom prst="rect">
            <a:avLst/>
          </a:prstGeom>
          <a:ln>
            <a:noFill/>
          </a:ln>
        </p:spPr>
      </p:pic>
      <p:cxnSp>
        <p:nvCxnSpPr>
          <p:cNvPr id="129" name="Straight Arrow Connector 128">
            <a:extLst>
              <a:ext uri="{FF2B5EF4-FFF2-40B4-BE49-F238E27FC236}">
                <a16:creationId xmlns:a16="http://schemas.microsoft.com/office/drawing/2014/main" id="{87D0ECF2-3AC3-AAA9-6072-3429AC574A63}"/>
              </a:ext>
            </a:extLst>
          </p:cNvPr>
          <p:cNvCxnSpPr>
            <a:cxnSpLocks/>
          </p:cNvCxnSpPr>
          <p:nvPr/>
        </p:nvCxnSpPr>
        <p:spPr>
          <a:xfrm>
            <a:off x="17940564" y="3491257"/>
            <a:ext cx="14484" cy="812444"/>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1" name="TextBox 28">
            <a:extLst>
              <a:ext uri="{FF2B5EF4-FFF2-40B4-BE49-F238E27FC236}">
                <a16:creationId xmlns:a16="http://schemas.microsoft.com/office/drawing/2014/main" id="{428BB3B9-F293-DB83-254B-6E9FFCA2928B}"/>
              </a:ext>
            </a:extLst>
          </p:cNvPr>
          <p:cNvSpPr txBox="1"/>
          <p:nvPr/>
        </p:nvSpPr>
        <p:spPr>
          <a:xfrm>
            <a:off x="16676488" y="1924570"/>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noProof="1">
                <a:latin typeface="Montserrat"/>
                <a:cs typeface="Arial"/>
              </a:rPr>
              <a:t> North West</a:t>
            </a:r>
          </a:p>
        </p:txBody>
      </p:sp>
      <p:cxnSp>
        <p:nvCxnSpPr>
          <p:cNvPr id="133" name="Straight Arrow Connector 132">
            <a:extLst>
              <a:ext uri="{FF2B5EF4-FFF2-40B4-BE49-F238E27FC236}">
                <a16:creationId xmlns:a16="http://schemas.microsoft.com/office/drawing/2014/main" id="{789D5B45-4463-2C3A-8CBD-A8E03EE2F737}"/>
              </a:ext>
            </a:extLst>
          </p:cNvPr>
          <p:cNvCxnSpPr>
            <a:cxnSpLocks/>
          </p:cNvCxnSpPr>
          <p:nvPr/>
        </p:nvCxnSpPr>
        <p:spPr>
          <a:xfrm>
            <a:off x="17202432" y="2529961"/>
            <a:ext cx="2087458" cy="2"/>
          </a:xfrm>
          <a:prstGeom prst="straightConnector1">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5" name="TextBox 28">
            <a:extLst>
              <a:ext uri="{FF2B5EF4-FFF2-40B4-BE49-F238E27FC236}">
                <a16:creationId xmlns:a16="http://schemas.microsoft.com/office/drawing/2014/main" id="{D207E518-6C20-1663-5CE0-B552A1DA5BB6}"/>
              </a:ext>
            </a:extLst>
          </p:cNvPr>
          <p:cNvSpPr txBox="1"/>
          <p:nvPr/>
        </p:nvSpPr>
        <p:spPr>
          <a:xfrm>
            <a:off x="16846089" y="2608330"/>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b="1" noProof="1">
                <a:latin typeface="Montserrat"/>
                <a:cs typeface="Courier New"/>
              </a:rPr>
              <a:t>3 participant</a:t>
            </a:r>
          </a:p>
        </p:txBody>
      </p:sp>
      <p:sp>
        <p:nvSpPr>
          <p:cNvPr id="136" name="TextBox 135">
            <a:extLst>
              <a:ext uri="{FF2B5EF4-FFF2-40B4-BE49-F238E27FC236}">
                <a16:creationId xmlns:a16="http://schemas.microsoft.com/office/drawing/2014/main" id="{47B52998-D635-2C12-746B-47C64CC51C55}"/>
              </a:ext>
            </a:extLst>
          </p:cNvPr>
          <p:cNvSpPr txBox="1"/>
          <p:nvPr/>
        </p:nvSpPr>
        <p:spPr>
          <a:xfrm>
            <a:off x="853092" y="10496819"/>
            <a:ext cx="7534141" cy="24724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000" b="1">
                <a:latin typeface="Montserrat"/>
              </a:rPr>
              <a:t>Not included on the map:</a:t>
            </a:r>
            <a:br>
              <a:rPr lang="en-US" sz="2000">
                <a:latin typeface="Montserrat"/>
              </a:rPr>
            </a:br>
            <a:r>
              <a:rPr lang="en-US" sz="2000">
                <a:latin typeface="Montserrat"/>
              </a:rPr>
              <a:t>¹ Smaller provinces (Limpopo, Free State, Northern Cape) contributed a combined six responses, providing representation from additional regional hubs.</a:t>
            </a:r>
            <a:br>
              <a:rPr lang="en-US" sz="2000">
                <a:latin typeface="Montserrat"/>
              </a:rPr>
            </a:br>
            <a:r>
              <a:rPr lang="en-US" sz="2000">
                <a:latin typeface="Montserrat"/>
              </a:rPr>
              <a:t> ² One response was received from Namibia (Wernhil Pharmacy).</a:t>
            </a:r>
          </a:p>
          <a:p>
            <a:endParaRPr lang="en-US" sz="1000" b="1">
              <a:latin typeface="Montserrat"/>
            </a:endParaRPr>
          </a:p>
          <a:p>
            <a:pPr marL="0" marR="0" indent="0" algn="l" defTabSz="825500" rtl="0" fontAlgn="auto" latinLnBrk="0" hangingPunct="0">
              <a:lnSpc>
                <a:spcPct val="110000"/>
              </a:lnSpc>
              <a:spcBef>
                <a:spcPts val="0"/>
              </a:spcBef>
              <a:spcAft>
                <a:spcPts val="0"/>
              </a:spcAft>
              <a:buClrTx/>
              <a:buSzTx/>
              <a:buFontTx/>
              <a:buNone/>
              <a:tabLst/>
            </a:pPr>
            <a:endParaRPr kumimoji="0" lang="en-US" sz="1000" b="0" i="0" u="none" strike="noStrike" cap="none" spc="0" normalizeH="0" baseline="0">
              <a:ln>
                <a:noFill/>
              </a:ln>
              <a:solidFill>
                <a:srgbClr val="000000"/>
              </a:solidFill>
              <a:effectLst/>
              <a:uFillTx/>
              <a:latin typeface="Montserrat"/>
              <a:sym typeface="Helvetica Neue Medium"/>
            </a:endParaRPr>
          </a:p>
        </p:txBody>
      </p:sp>
      <p:sp>
        <p:nvSpPr>
          <p:cNvPr id="8" name="Oval 7">
            <a:extLst>
              <a:ext uri="{FF2B5EF4-FFF2-40B4-BE49-F238E27FC236}">
                <a16:creationId xmlns:a16="http://schemas.microsoft.com/office/drawing/2014/main" id="{5D397E17-7FA6-9BCC-199C-EEB6DD6F8BFC}"/>
              </a:ext>
            </a:extLst>
          </p:cNvPr>
          <p:cNvSpPr/>
          <p:nvPr/>
        </p:nvSpPr>
        <p:spPr>
          <a:xfrm>
            <a:off x="17276921" y="9651582"/>
            <a:ext cx="1526444" cy="1547236"/>
          </a:xfrm>
          <a:prstGeom prst="ellipse">
            <a:avLst/>
          </a:prstGeom>
          <a:solidFill>
            <a:srgbClr val="FADD0D">
              <a:alpha val="35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36" name="Oval 35">
            <a:extLst>
              <a:ext uri="{FF2B5EF4-FFF2-40B4-BE49-F238E27FC236}">
                <a16:creationId xmlns:a16="http://schemas.microsoft.com/office/drawing/2014/main" id="{D045B377-833B-67D8-F21D-2855B7B86184}"/>
              </a:ext>
            </a:extLst>
          </p:cNvPr>
          <p:cNvSpPr/>
          <p:nvPr/>
        </p:nvSpPr>
        <p:spPr>
          <a:xfrm>
            <a:off x="17655838" y="10026894"/>
            <a:ext cx="860962" cy="871356"/>
          </a:xfrm>
          <a:prstGeom prst="ellipse">
            <a:avLst/>
          </a:prstGeom>
          <a:solidFill>
            <a:srgbClr val="FADD0D">
              <a:alpha val="59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spcBef>
                <a:spcPts val="600"/>
              </a:spcBef>
              <a:spcAft>
                <a:spcPts val="600"/>
              </a:spcAft>
            </a:pPr>
            <a:endParaRPr lang="en-US" sz="3200" noProof="1">
              <a:solidFill>
                <a:schemeClr val="bg1"/>
              </a:solidFill>
            </a:endParaRPr>
          </a:p>
        </p:txBody>
      </p:sp>
      <p:sp>
        <p:nvSpPr>
          <p:cNvPr id="54" name="TextBox 53">
            <a:extLst>
              <a:ext uri="{FF2B5EF4-FFF2-40B4-BE49-F238E27FC236}">
                <a16:creationId xmlns:a16="http://schemas.microsoft.com/office/drawing/2014/main" id="{BF68CD04-F5EB-B49E-537B-071C2670FAE6}"/>
              </a:ext>
            </a:extLst>
          </p:cNvPr>
          <p:cNvSpPr txBox="1"/>
          <p:nvPr/>
        </p:nvSpPr>
        <p:spPr>
          <a:xfrm>
            <a:off x="17669562" y="10235395"/>
            <a:ext cx="953738" cy="580415"/>
          </a:xfrm>
          <a:prstGeom prst="rect">
            <a:avLst/>
          </a:prstGeom>
          <a:noFill/>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r>
              <a:rPr lang="en-US" sz="2400" b="1" noProof="1">
                <a:latin typeface="Courier New"/>
                <a:cs typeface="Courier New"/>
              </a:rPr>
              <a:t>EC</a:t>
            </a:r>
          </a:p>
        </p:txBody>
      </p:sp>
      <p:pic>
        <p:nvPicPr>
          <p:cNvPr id="56" name="Picture 55" descr="A white background with black border&#10;&#10;AI-generated content may be incorrect.">
            <a:extLst>
              <a:ext uri="{FF2B5EF4-FFF2-40B4-BE49-F238E27FC236}">
                <a16:creationId xmlns:a16="http://schemas.microsoft.com/office/drawing/2014/main" id="{9E9A1FEA-960E-38D6-3CEB-4C77D8DD6EC0}"/>
              </a:ext>
            </a:extLst>
          </p:cNvPr>
          <p:cNvPicPr>
            <a:picLocks noChangeAspect="1"/>
          </p:cNvPicPr>
          <p:nvPr/>
        </p:nvPicPr>
        <p:blipFill>
          <a:blip r:embed="rId4"/>
          <a:stretch>
            <a:fillRect/>
          </a:stretch>
        </p:blipFill>
        <p:spPr>
          <a:xfrm>
            <a:off x="16209695" y="6730997"/>
            <a:ext cx="3347408" cy="1956178"/>
          </a:xfrm>
          <a:prstGeom prst="rect">
            <a:avLst/>
          </a:prstGeom>
          <a:ln>
            <a:noFill/>
          </a:ln>
        </p:spPr>
      </p:pic>
      <p:cxnSp>
        <p:nvCxnSpPr>
          <p:cNvPr id="58" name="Straight Arrow Connector 57">
            <a:extLst>
              <a:ext uri="{FF2B5EF4-FFF2-40B4-BE49-F238E27FC236}">
                <a16:creationId xmlns:a16="http://schemas.microsoft.com/office/drawing/2014/main" id="{108EAC42-8797-A3A2-0AC1-6479854E3900}"/>
              </a:ext>
            </a:extLst>
          </p:cNvPr>
          <p:cNvCxnSpPr>
            <a:cxnSpLocks/>
          </p:cNvCxnSpPr>
          <p:nvPr/>
        </p:nvCxnSpPr>
        <p:spPr>
          <a:xfrm>
            <a:off x="18025352" y="8605098"/>
            <a:ext cx="2" cy="1101316"/>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48C0335-61AE-19CF-4749-BEF086AF997F}"/>
              </a:ext>
            </a:extLst>
          </p:cNvPr>
          <p:cNvCxnSpPr>
            <a:cxnSpLocks/>
          </p:cNvCxnSpPr>
          <p:nvPr/>
        </p:nvCxnSpPr>
        <p:spPr>
          <a:xfrm>
            <a:off x="16771198" y="7809387"/>
            <a:ext cx="2087458" cy="2"/>
          </a:xfrm>
          <a:prstGeom prst="straightConnector1">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2" name="TextBox 28">
            <a:extLst>
              <a:ext uri="{FF2B5EF4-FFF2-40B4-BE49-F238E27FC236}">
                <a16:creationId xmlns:a16="http://schemas.microsoft.com/office/drawing/2014/main" id="{8B263BB6-9478-C6ED-DC18-4EDC55C82423}"/>
              </a:ext>
            </a:extLst>
          </p:cNvPr>
          <p:cNvSpPr txBox="1"/>
          <p:nvPr/>
        </p:nvSpPr>
        <p:spPr>
          <a:xfrm>
            <a:off x="16640328" y="7922340"/>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b="1" noProof="1">
                <a:latin typeface="Montserrat"/>
                <a:cs typeface="Courier New"/>
              </a:rPr>
              <a:t>6 participant</a:t>
            </a:r>
          </a:p>
        </p:txBody>
      </p:sp>
      <p:sp>
        <p:nvSpPr>
          <p:cNvPr id="64" name="TextBox 28">
            <a:extLst>
              <a:ext uri="{FF2B5EF4-FFF2-40B4-BE49-F238E27FC236}">
                <a16:creationId xmlns:a16="http://schemas.microsoft.com/office/drawing/2014/main" id="{C78CE6AF-8C58-3E6D-8448-19E51F40C541}"/>
              </a:ext>
            </a:extLst>
          </p:cNvPr>
          <p:cNvSpPr txBox="1"/>
          <p:nvPr/>
        </p:nvSpPr>
        <p:spPr>
          <a:xfrm>
            <a:off x="16675313" y="7208209"/>
            <a:ext cx="2476138" cy="50193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gn="ctr"/>
            <a:r>
              <a:rPr lang="en-US" sz="2000" noProof="1">
                <a:latin typeface="Montserrat"/>
                <a:cs typeface="Arial"/>
              </a:rPr>
              <a:t>Eastern Cape</a:t>
            </a:r>
          </a:p>
        </p:txBody>
      </p:sp>
    </p:spTree>
    <p:extLst>
      <p:ext uri="{BB962C8B-B14F-4D97-AF65-F5344CB8AC3E}">
        <p14:creationId xmlns:p14="http://schemas.microsoft.com/office/powerpoint/2010/main" val="171859123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A43AE-8FCC-4E4D-6808-E33AD17BBA9C}"/>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650D1951-121C-5F64-C5B7-7C3D4DDC91FB}"/>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650D1951-121C-5F64-C5B7-7C3D4DDC91FB}"/>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633B0607-4F63-412B-6692-57C847BD90E0}"/>
              </a:ext>
            </a:extLst>
          </p:cNvPr>
          <p:cNvPicPr>
            <a:picLocks noChangeAspect="1"/>
          </p:cNvPicPr>
          <p:nvPr/>
        </p:nvPicPr>
        <p:blipFill>
          <a:blip r:embed="rId6"/>
          <a:stretch>
            <a:fillRect/>
          </a:stretch>
        </p:blipFill>
        <p:spPr>
          <a:xfrm>
            <a:off x="249836" y="466148"/>
            <a:ext cx="1219200" cy="1295400"/>
          </a:xfrm>
          <a:prstGeom prst="rect">
            <a:avLst/>
          </a:prstGeom>
        </p:spPr>
      </p:pic>
      <p:sp>
        <p:nvSpPr>
          <p:cNvPr id="4" name="01 Section header">
            <a:extLst>
              <a:ext uri="{FF2B5EF4-FFF2-40B4-BE49-F238E27FC236}">
                <a16:creationId xmlns:a16="http://schemas.microsoft.com/office/drawing/2014/main" id="{B5D34C57-A394-DB8A-0F1C-56225F8C147C}"/>
              </a:ext>
            </a:extLst>
          </p:cNvPr>
          <p:cNvSpPr txBox="1">
            <a:spLocks/>
          </p:cNvSpPr>
          <p:nvPr/>
        </p:nvSpPr>
        <p:spPr>
          <a:xfrm>
            <a:off x="3622044" y="5231138"/>
            <a:ext cx="18633038" cy="1605398"/>
          </a:xfrm>
          <a:prstGeom prst="rect">
            <a:avLst/>
          </a:prstGeom>
        </p:spPr>
        <p:txBody>
          <a:bodyPr lIns="91440" tIns="45720" rIns="91440" bIns="45720" anchor="t"/>
          <a:lstStyle>
            <a:lvl1pPr marL="0" marR="0" indent="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1pPr>
            <a:lvl2pPr marL="0" marR="0" indent="457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2pPr>
            <a:lvl3pPr marL="0" marR="0" indent="914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3pPr>
            <a:lvl4pPr marL="0" marR="0" indent="1371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4pPr>
            <a:lvl5pPr marL="0" marR="0" indent="18288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5pPr>
            <a:lvl6pPr marL="0" marR="0" indent="22860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6pPr>
            <a:lvl7pPr marL="0" marR="0" indent="2743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7pPr>
            <a:lvl8pPr marL="0" marR="0" indent="3200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8pPr>
            <a:lvl9pPr marL="0" marR="0" indent="3657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9pPr>
          </a:lstStyle>
          <a:p>
            <a:pPr hangingPunct="1">
              <a:defRPr sz="10000" spc="0"/>
            </a:pPr>
            <a:r>
              <a:rPr lang="en-US" sz="10000" b="1" spc="0">
                <a:solidFill>
                  <a:srgbClr val="000000">
                    <a:alpha val="25000"/>
                  </a:srgbClr>
                </a:solidFill>
                <a:latin typeface="Montserrat"/>
              </a:rPr>
              <a:t>03 </a:t>
            </a:r>
            <a:r>
              <a:rPr lang="en-US" sz="10000" b="1" spc="0">
                <a:solidFill>
                  <a:schemeClr val="tx1"/>
                </a:solidFill>
                <a:latin typeface="Montserrat"/>
              </a:rPr>
              <a:t>Top 3 Friction Points</a:t>
            </a:r>
            <a:endParaRPr lang="en-US" sz="10000" spc="0">
              <a:latin typeface="Montserrat" pitchFamily="2" charset="77"/>
            </a:endParaRPr>
          </a:p>
        </p:txBody>
      </p:sp>
    </p:spTree>
    <p:extLst>
      <p:ext uri="{BB962C8B-B14F-4D97-AF65-F5344CB8AC3E}">
        <p14:creationId xmlns:p14="http://schemas.microsoft.com/office/powerpoint/2010/main" val="299130120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0EDC7-6882-6965-8E28-C94F72E10DD4}"/>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8F914B8C-B4E2-ECB2-82EB-93027D5F7375}"/>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8F914B8C-B4E2-ECB2-82EB-93027D5F7375}"/>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9EC95083-ADE3-D127-705D-24596BCF5EF8}"/>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EF462A49-5158-5671-8EE8-DD6DEA37E406}"/>
              </a:ext>
            </a:extLst>
          </p:cNvPr>
          <p:cNvSpPr txBox="1"/>
          <p:nvPr/>
        </p:nvSpPr>
        <p:spPr>
          <a:xfrm>
            <a:off x="859436" y="863761"/>
            <a:ext cx="11092720" cy="475323"/>
          </a:xfrm>
          <a:prstGeom prst="rect">
            <a:avLst/>
          </a:prstGeom>
          <a:noFill/>
          <a:ln w="6350">
            <a:noFill/>
            <a:miter lim="800000"/>
          </a:ln>
        </p:spPr>
        <p:txBody>
          <a:bodyPr wrap="square">
            <a:spAutoFit/>
          </a:bodyPr>
          <a:lstStyle/>
          <a:p>
            <a:r>
              <a:rPr lang="en-US">
                <a:latin typeface="Montserrat Light" pitchFamily="2" charset="77"/>
              </a:rPr>
              <a:t>Themes Overview</a:t>
            </a:r>
          </a:p>
        </p:txBody>
      </p:sp>
      <p:sp>
        <p:nvSpPr>
          <p:cNvPr id="3" name="TextBox 2">
            <a:extLst>
              <a:ext uri="{FF2B5EF4-FFF2-40B4-BE49-F238E27FC236}">
                <a16:creationId xmlns:a16="http://schemas.microsoft.com/office/drawing/2014/main" id="{1A237854-22C1-170D-E7ED-00F427B92B70}"/>
              </a:ext>
            </a:extLst>
          </p:cNvPr>
          <p:cNvSpPr txBox="1"/>
          <p:nvPr/>
        </p:nvSpPr>
        <p:spPr>
          <a:xfrm>
            <a:off x="862083" y="2383864"/>
            <a:ext cx="21688348" cy="2664447"/>
          </a:xfrm>
          <a:prstGeom prst="rect">
            <a:avLst/>
          </a:prstGeom>
          <a:noFill/>
        </p:spPr>
        <p:txBody>
          <a:bodyPr wrap="square" lIns="182880" tIns="91440" rIns="182880" bIns="91440" anchor="t">
            <a:spAutoFit/>
          </a:bodyPr>
          <a:lstStyle/>
          <a:p>
            <a:r>
              <a:rPr lang="en-US" sz="4000" b="1">
                <a:latin typeface="Montserrat"/>
              </a:rPr>
              <a:t>How the themes prioritise across the workflow</a:t>
            </a:r>
            <a:br>
              <a:rPr lang="en-US">
                <a:latin typeface="Montserrat"/>
              </a:rPr>
            </a:br>
            <a:br>
              <a:rPr lang="en-US">
                <a:latin typeface="Montserrat"/>
              </a:rPr>
            </a:br>
            <a:r>
              <a:rPr lang="en-US" sz="3000" i="1">
                <a:latin typeface="Montserrat"/>
              </a:rPr>
              <a:t>Themes are prioritised based on operational impact, cost-to-dispense implications, workflow disruption, and customer experience.</a:t>
            </a:r>
            <a:endParaRPr lang="en-US"/>
          </a:p>
          <a:p>
            <a:pPr marL="342900" indent="-342900">
              <a:spcBef>
                <a:spcPct val="0"/>
              </a:spcBef>
              <a:spcAft>
                <a:spcPct val="0"/>
              </a:spcAft>
              <a:buFont typeface="Arial" panose="020B0604020202020204" pitchFamily="34" charset="0"/>
              <a:buChar char="•"/>
            </a:pPr>
            <a:endParaRPr lang="en-US">
              <a:latin typeface="Montserrat"/>
            </a:endParaRPr>
          </a:p>
        </p:txBody>
      </p:sp>
      <p:graphicFrame>
        <p:nvGraphicFramePr>
          <p:cNvPr id="4" name="Table 3">
            <a:extLst>
              <a:ext uri="{FF2B5EF4-FFF2-40B4-BE49-F238E27FC236}">
                <a16:creationId xmlns:a16="http://schemas.microsoft.com/office/drawing/2014/main" id="{456FEF3A-2A75-164C-1C36-09DF1184676E}"/>
              </a:ext>
            </a:extLst>
          </p:cNvPr>
          <p:cNvGraphicFramePr>
            <a:graphicFrameLocks noGrp="1"/>
          </p:cNvGraphicFramePr>
          <p:nvPr>
            <p:extLst>
              <p:ext uri="{D42A27DB-BD31-4B8C-83A1-F6EECF244321}">
                <p14:modId xmlns:p14="http://schemas.microsoft.com/office/powerpoint/2010/main" val="1905058323"/>
              </p:ext>
            </p:extLst>
          </p:nvPr>
        </p:nvGraphicFramePr>
        <p:xfrm>
          <a:off x="1051482" y="5016037"/>
          <a:ext cx="21299481" cy="7103065"/>
        </p:xfrm>
        <a:graphic>
          <a:graphicData uri="http://schemas.openxmlformats.org/drawingml/2006/table">
            <a:tbl>
              <a:tblPr bandRow="1">
                <a:tableStyleId>{5940675A-B579-460E-94D1-54222C63F5DA}</a:tableStyleId>
              </a:tblPr>
              <a:tblGrid>
                <a:gridCol w="775597">
                  <a:extLst>
                    <a:ext uri="{9D8B030D-6E8A-4147-A177-3AD203B41FA5}">
                      <a16:colId xmlns:a16="http://schemas.microsoft.com/office/drawing/2014/main" val="3589805262"/>
                    </a:ext>
                  </a:extLst>
                </a:gridCol>
                <a:gridCol w="9874144">
                  <a:extLst>
                    <a:ext uri="{9D8B030D-6E8A-4147-A177-3AD203B41FA5}">
                      <a16:colId xmlns:a16="http://schemas.microsoft.com/office/drawing/2014/main" val="2998471623"/>
                    </a:ext>
                  </a:extLst>
                </a:gridCol>
                <a:gridCol w="8030566">
                  <a:extLst>
                    <a:ext uri="{9D8B030D-6E8A-4147-A177-3AD203B41FA5}">
                      <a16:colId xmlns:a16="http://schemas.microsoft.com/office/drawing/2014/main" val="1620846646"/>
                    </a:ext>
                  </a:extLst>
                </a:gridCol>
                <a:gridCol w="2619174">
                  <a:extLst>
                    <a:ext uri="{9D8B030D-6E8A-4147-A177-3AD203B41FA5}">
                      <a16:colId xmlns:a16="http://schemas.microsoft.com/office/drawing/2014/main" val="3131563580"/>
                    </a:ext>
                  </a:extLst>
                </a:gridCol>
              </a:tblGrid>
              <a:tr h="613217">
                <a:tc>
                  <a:txBody>
                    <a:bodyPr/>
                    <a:lstStyle/>
                    <a:p>
                      <a:pPr>
                        <a:buNone/>
                      </a:pPr>
                      <a:r>
                        <a:rPr lang="en-US" sz="2400" b="1">
                          <a:latin typeface="Montserrat"/>
                        </a:rPr>
                        <a:t>#</a:t>
                      </a:r>
                      <a:endParaRPr lang="en-US" sz="24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400" b="1">
                          <a:latin typeface="Montserrat"/>
                        </a:rPr>
                        <a:t>Theme</a:t>
                      </a:r>
                      <a:endParaRPr lang="en-US" sz="24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400" b="1">
                          <a:latin typeface="Montserrat"/>
                        </a:rPr>
                        <a:t>Description</a:t>
                      </a:r>
                      <a:endParaRPr lang="en-US" sz="24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400" b="1">
                          <a:latin typeface="Montserrat"/>
                        </a:rPr>
                        <a:t>Priority</a:t>
                      </a:r>
                      <a:endParaRPr lang="en-US" sz="24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extLst>
                  <a:ext uri="{0D108BD9-81ED-4DB2-BD59-A6C34878D82A}">
                    <a16:rowId xmlns:a16="http://schemas.microsoft.com/office/drawing/2014/main" val="2726145962"/>
                  </a:ext>
                </a:extLst>
              </a:tr>
              <a:tr h="1003448">
                <a:tc>
                  <a:txBody>
                    <a:bodyPr/>
                    <a:lstStyle/>
                    <a:p>
                      <a:pPr>
                        <a:buNone/>
                      </a:pPr>
                      <a:r>
                        <a:rPr lang="en-US" sz="2200" b="1">
                          <a:latin typeface="Montserrat"/>
                        </a:rPr>
                        <a:t>1</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b="1">
                          <a:latin typeface="Montserrat"/>
                        </a:rPr>
                        <a:t>Manual data entry &amp; system fragmentation</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Duplicate capturing, manual profile search and fragmented systems slow the start of the workflow and create rework.</a:t>
                      </a: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        High</a:t>
                      </a:r>
                    </a:p>
                  </a:txBody>
                  <a:tcPr anchor="ctr">
                    <a:lnL w="3175">
                      <a:solidFill>
                        <a:schemeClr val="tx1"/>
                      </a:solidFill>
                    </a:lnL>
                    <a:lnR w="3175">
                      <a:solidFill>
                        <a:schemeClr val="tx1"/>
                      </a:solidFill>
                    </a:lnR>
                    <a:lnT w="3175">
                      <a:solidFill>
                        <a:schemeClr val="tx1"/>
                      </a:solidFill>
                    </a:lnT>
                    <a:lnB w="3175">
                      <a:solidFill>
                        <a:schemeClr val="tx1"/>
                      </a:solidFill>
                    </a:lnB>
                    <a:noFill/>
                  </a:tcPr>
                </a:tc>
                <a:extLst>
                  <a:ext uri="{0D108BD9-81ED-4DB2-BD59-A6C34878D82A}">
                    <a16:rowId xmlns:a16="http://schemas.microsoft.com/office/drawing/2014/main" val="2618542232"/>
                  </a:ext>
                </a:extLst>
              </a:tr>
              <a:tr h="1003448">
                <a:tc>
                  <a:txBody>
                    <a:bodyPr/>
                    <a:lstStyle/>
                    <a:p>
                      <a:pPr>
                        <a:buNone/>
                      </a:pPr>
                      <a:r>
                        <a:rPr lang="en-US" sz="2200" b="1">
                          <a:latin typeface="Montserrat"/>
                        </a:rPr>
                        <a:t>2</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b="1">
                          <a:latin typeface="Montserrat"/>
                        </a:rPr>
                        <a:t>Queue &amp; workflow delays</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Wrong queues, redirections and unclear handovers between steps extend waiting time and add operational pressure.</a:t>
                      </a: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        High</a:t>
                      </a:r>
                    </a:p>
                  </a:txBody>
                  <a:tcPr anchor="ctr">
                    <a:lnL w="3175">
                      <a:solidFill>
                        <a:schemeClr val="tx1"/>
                      </a:solidFill>
                    </a:lnL>
                    <a:lnR w="3175">
                      <a:solidFill>
                        <a:schemeClr val="tx1"/>
                      </a:solidFill>
                    </a:lnR>
                    <a:lnT w="3175">
                      <a:solidFill>
                        <a:schemeClr val="tx1"/>
                      </a:solidFill>
                    </a:lnT>
                    <a:lnB w="3175">
                      <a:solidFill>
                        <a:schemeClr val="tx1"/>
                      </a:solidFill>
                    </a:lnB>
                    <a:noFill/>
                  </a:tcPr>
                </a:tc>
                <a:extLst>
                  <a:ext uri="{0D108BD9-81ED-4DB2-BD59-A6C34878D82A}">
                    <a16:rowId xmlns:a16="http://schemas.microsoft.com/office/drawing/2014/main" val="637723106"/>
                  </a:ext>
                </a:extLst>
              </a:tr>
              <a:tr h="1003448">
                <a:tc>
                  <a:txBody>
                    <a:bodyPr/>
                    <a:lstStyle/>
                    <a:p>
                      <a:pPr>
                        <a:buNone/>
                      </a:pPr>
                      <a:r>
                        <a:rPr lang="en-US" sz="2200" b="1">
                          <a:latin typeface="Montserrat"/>
                        </a:rPr>
                        <a:t>3</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lvl="0">
                        <a:buNone/>
                      </a:pPr>
                      <a:r>
                        <a:rPr lang="en-US" sz="2200" b="1" i="0" u="none" strike="noStrike" baseline="0" noProof="0">
                          <a:solidFill>
                            <a:srgbClr val="000000"/>
                          </a:solidFill>
                          <a:latin typeface="Montserrat"/>
                        </a:rPr>
                        <a:t>Collections mismatches &amp; parcel rework</a:t>
                      </a:r>
                      <a:endParaRPr lang="en-US"/>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lvl="0">
                        <a:buNone/>
                      </a:pPr>
                      <a:r>
                        <a:rPr lang="en-US" sz="2200" b="0" i="0" u="none" strike="noStrike" baseline="0" noProof="0">
                          <a:solidFill>
                            <a:srgbClr val="000000"/>
                          </a:solidFill>
                          <a:latin typeface="Montserrat"/>
                        </a:rPr>
                        <a:t>Collections mismatches and parcel errors create real-time rework at the counter, slowing queues and increasing the cost of dispensing.</a:t>
                      </a:r>
                      <a:endParaRPr lang="en-US"/>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        High</a:t>
                      </a:r>
                    </a:p>
                  </a:txBody>
                  <a:tcPr anchor="ctr">
                    <a:lnL w="3175">
                      <a:solidFill>
                        <a:schemeClr val="tx1"/>
                      </a:solidFill>
                    </a:lnL>
                    <a:lnR w="3175">
                      <a:solidFill>
                        <a:schemeClr val="tx1"/>
                      </a:solidFill>
                    </a:lnR>
                    <a:lnT w="3175">
                      <a:solidFill>
                        <a:schemeClr val="tx1"/>
                      </a:solidFill>
                    </a:lnT>
                    <a:lnB w="3175">
                      <a:solidFill>
                        <a:schemeClr val="tx1"/>
                      </a:solidFill>
                    </a:lnB>
                    <a:noFill/>
                  </a:tcPr>
                </a:tc>
                <a:extLst>
                  <a:ext uri="{0D108BD9-81ED-4DB2-BD59-A6C34878D82A}">
                    <a16:rowId xmlns:a16="http://schemas.microsoft.com/office/drawing/2014/main" val="3384167526"/>
                  </a:ext>
                </a:extLst>
              </a:tr>
              <a:tr h="1003448">
                <a:tc>
                  <a:txBody>
                    <a:bodyPr/>
                    <a:lstStyle/>
                    <a:p>
                      <a:pPr>
                        <a:buNone/>
                      </a:pPr>
                      <a:r>
                        <a:rPr lang="en-US" sz="2200" b="1">
                          <a:latin typeface="Montserrat"/>
                        </a:rPr>
                        <a:t>4</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b="1">
                          <a:latin typeface="Montserrat"/>
                        </a:rPr>
                        <a:t>Technical constraints (devices, Wi-Fi, system speed)</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Slow or unstable devices, Wi-Fi and integrations intermittently halt or disrupt dispensing activities.</a:t>
                      </a: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         Medium</a:t>
                      </a:r>
                    </a:p>
                  </a:txBody>
                  <a:tcPr anchor="ctr">
                    <a:lnL w="3175">
                      <a:solidFill>
                        <a:schemeClr val="tx1"/>
                      </a:solidFill>
                    </a:lnL>
                    <a:lnR w="3175">
                      <a:solidFill>
                        <a:schemeClr val="tx1"/>
                      </a:solidFill>
                    </a:lnR>
                    <a:lnT w="3175">
                      <a:solidFill>
                        <a:schemeClr val="tx1"/>
                      </a:solidFill>
                    </a:lnT>
                    <a:lnB w="3175">
                      <a:solidFill>
                        <a:schemeClr val="tx1"/>
                      </a:solidFill>
                    </a:lnB>
                    <a:noFill/>
                  </a:tcPr>
                </a:tc>
                <a:extLst>
                  <a:ext uri="{0D108BD9-81ED-4DB2-BD59-A6C34878D82A}">
                    <a16:rowId xmlns:a16="http://schemas.microsoft.com/office/drawing/2014/main" val="812268102"/>
                  </a:ext>
                </a:extLst>
              </a:tr>
              <a:tr h="1003448">
                <a:tc>
                  <a:txBody>
                    <a:bodyPr/>
                    <a:lstStyle/>
                    <a:p>
                      <a:pPr>
                        <a:buNone/>
                      </a:pPr>
                      <a:r>
                        <a:rPr lang="en-US" sz="2200" b="1">
                          <a:latin typeface="Montserrat"/>
                        </a:rPr>
                        <a:t>5</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b="1">
                          <a:latin typeface="Montserrat"/>
                        </a:rPr>
                        <a:t>Counselling &amp; waiting engagement</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Counselling quality and engagement during waiting are inconsistent and often reduced under workflow pressure.</a:t>
                      </a: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         Low</a:t>
                      </a:r>
                    </a:p>
                  </a:txBody>
                  <a:tcPr anchor="ctr">
                    <a:lnL w="3175">
                      <a:solidFill>
                        <a:schemeClr val="tx1"/>
                      </a:solidFill>
                    </a:lnL>
                    <a:lnR w="3175">
                      <a:solidFill>
                        <a:schemeClr val="tx1"/>
                      </a:solidFill>
                    </a:lnR>
                    <a:lnT w="3175">
                      <a:solidFill>
                        <a:schemeClr val="tx1"/>
                      </a:solidFill>
                    </a:lnT>
                    <a:lnB w="3175">
                      <a:solidFill>
                        <a:schemeClr val="tx1"/>
                      </a:solidFill>
                    </a:lnB>
                    <a:noFill/>
                  </a:tcPr>
                </a:tc>
                <a:extLst>
                  <a:ext uri="{0D108BD9-81ED-4DB2-BD59-A6C34878D82A}">
                    <a16:rowId xmlns:a16="http://schemas.microsoft.com/office/drawing/2014/main" val="2963406960"/>
                  </a:ext>
                </a:extLst>
              </a:tr>
              <a:tr h="1003448">
                <a:tc>
                  <a:txBody>
                    <a:bodyPr/>
                    <a:lstStyle/>
                    <a:p>
                      <a:pPr>
                        <a:buNone/>
                      </a:pPr>
                      <a:r>
                        <a:rPr lang="en-US" sz="2200" b="1">
                          <a:latin typeface="Montserrat"/>
                        </a:rPr>
                        <a:t>6</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b="1">
                          <a:latin typeface="Montserrat"/>
                        </a:rPr>
                        <a:t>Customer understanding &amp; instructions</a:t>
                      </a:r>
                      <a:endParaRPr lang="en-US" sz="2200">
                        <a:latin typeface="Montserrat"/>
                      </a:endParaRP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Customers misinterpret signage and process steps, adding friction but not fundamentally changing the workflow.</a:t>
                      </a:r>
                    </a:p>
                  </a:txBody>
                  <a:tcPr anchor="ctr">
                    <a:lnL w="3175">
                      <a:solidFill>
                        <a:schemeClr val="tx1"/>
                      </a:solidFill>
                    </a:lnL>
                    <a:lnR w="3175">
                      <a:solidFill>
                        <a:schemeClr val="tx1"/>
                      </a:solidFill>
                    </a:lnR>
                    <a:lnT w="3175">
                      <a:solidFill>
                        <a:schemeClr val="tx1"/>
                      </a:solidFill>
                    </a:lnT>
                    <a:lnB w="3175">
                      <a:solidFill>
                        <a:schemeClr val="tx1"/>
                      </a:solidFill>
                    </a:lnB>
                    <a:noFill/>
                  </a:tcPr>
                </a:tc>
                <a:tc>
                  <a:txBody>
                    <a:bodyPr/>
                    <a:lstStyle/>
                    <a:p>
                      <a:pPr>
                        <a:buNone/>
                      </a:pPr>
                      <a:r>
                        <a:rPr lang="en-US" sz="2200">
                          <a:latin typeface="Montserrat"/>
                        </a:rPr>
                        <a:t>         Low</a:t>
                      </a:r>
                    </a:p>
                  </a:txBody>
                  <a:tcPr anchor="ctr">
                    <a:lnL w="3175">
                      <a:solidFill>
                        <a:schemeClr val="tx1"/>
                      </a:solidFill>
                    </a:lnL>
                    <a:lnR w="3175">
                      <a:solidFill>
                        <a:schemeClr val="tx1"/>
                      </a:solidFill>
                    </a:lnR>
                    <a:lnT w="3175">
                      <a:solidFill>
                        <a:schemeClr val="tx1"/>
                      </a:solidFill>
                    </a:lnT>
                    <a:lnB w="3175">
                      <a:solidFill>
                        <a:schemeClr val="tx1"/>
                      </a:solidFill>
                    </a:lnB>
                    <a:noFill/>
                  </a:tcPr>
                </a:tc>
                <a:extLst>
                  <a:ext uri="{0D108BD9-81ED-4DB2-BD59-A6C34878D82A}">
                    <a16:rowId xmlns:a16="http://schemas.microsoft.com/office/drawing/2014/main" val="3218220103"/>
                  </a:ext>
                </a:extLst>
              </a:tr>
            </a:tbl>
          </a:graphicData>
        </a:graphic>
      </p:graphicFrame>
      <p:sp>
        <p:nvSpPr>
          <p:cNvPr id="2" name="Oval 1">
            <a:extLst>
              <a:ext uri="{FF2B5EF4-FFF2-40B4-BE49-F238E27FC236}">
                <a16:creationId xmlns:a16="http://schemas.microsoft.com/office/drawing/2014/main" id="{EF43AC07-946E-A38E-0E7E-6ED59E46BB1E}"/>
              </a:ext>
            </a:extLst>
          </p:cNvPr>
          <p:cNvSpPr/>
          <p:nvPr/>
        </p:nvSpPr>
        <p:spPr>
          <a:xfrm>
            <a:off x="19842480" y="5906145"/>
            <a:ext cx="420624" cy="420624"/>
          </a:xfrm>
          <a:prstGeom prst="ellipse">
            <a:avLst/>
          </a:prstGeom>
          <a:solidFill>
            <a:srgbClr val="C7353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9" name="Oval 8">
            <a:extLst>
              <a:ext uri="{FF2B5EF4-FFF2-40B4-BE49-F238E27FC236}">
                <a16:creationId xmlns:a16="http://schemas.microsoft.com/office/drawing/2014/main" id="{EF4588D5-3C20-A2E9-0717-F1C2086980C8}"/>
              </a:ext>
            </a:extLst>
          </p:cNvPr>
          <p:cNvSpPr/>
          <p:nvPr/>
        </p:nvSpPr>
        <p:spPr>
          <a:xfrm>
            <a:off x="19842480" y="9188283"/>
            <a:ext cx="420624" cy="420624"/>
          </a:xfrm>
          <a:prstGeom prst="ellipse">
            <a:avLst/>
          </a:prstGeom>
          <a:solidFill>
            <a:srgbClr val="FCDA1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0" name="Oval 9">
            <a:extLst>
              <a:ext uri="{FF2B5EF4-FFF2-40B4-BE49-F238E27FC236}">
                <a16:creationId xmlns:a16="http://schemas.microsoft.com/office/drawing/2014/main" id="{D38DA4C0-0DCA-1293-C6A0-30F53F3C60DC}"/>
              </a:ext>
            </a:extLst>
          </p:cNvPr>
          <p:cNvSpPr/>
          <p:nvPr/>
        </p:nvSpPr>
        <p:spPr>
          <a:xfrm>
            <a:off x="19842480" y="10233068"/>
            <a:ext cx="420624" cy="420624"/>
          </a:xfrm>
          <a:prstGeom prst="ellipse">
            <a:avLst/>
          </a:prstGeom>
          <a:solidFill>
            <a:srgbClr val="3EAB6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Oval 10">
            <a:extLst>
              <a:ext uri="{FF2B5EF4-FFF2-40B4-BE49-F238E27FC236}">
                <a16:creationId xmlns:a16="http://schemas.microsoft.com/office/drawing/2014/main" id="{D38BAE4E-00DC-5020-1ACA-B8F05DB4FC50}"/>
              </a:ext>
            </a:extLst>
          </p:cNvPr>
          <p:cNvSpPr/>
          <p:nvPr/>
        </p:nvSpPr>
        <p:spPr>
          <a:xfrm>
            <a:off x="19842480" y="11332136"/>
            <a:ext cx="420624" cy="420624"/>
          </a:xfrm>
          <a:prstGeom prst="ellipse">
            <a:avLst/>
          </a:prstGeom>
          <a:solidFill>
            <a:srgbClr val="3EAB6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Oval 5">
            <a:extLst>
              <a:ext uri="{FF2B5EF4-FFF2-40B4-BE49-F238E27FC236}">
                <a16:creationId xmlns:a16="http://schemas.microsoft.com/office/drawing/2014/main" id="{73801409-D2B6-9468-118A-668E771F9974}"/>
              </a:ext>
            </a:extLst>
          </p:cNvPr>
          <p:cNvSpPr/>
          <p:nvPr/>
        </p:nvSpPr>
        <p:spPr>
          <a:xfrm>
            <a:off x="19842958" y="7004838"/>
            <a:ext cx="420624" cy="420624"/>
          </a:xfrm>
          <a:prstGeom prst="ellipse">
            <a:avLst/>
          </a:prstGeom>
          <a:solidFill>
            <a:srgbClr val="C73534"/>
          </a:solidFill>
          <a:ln w="12700" cap="flat">
            <a:solidFill>
              <a:srgbClr val="4472C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2" name="Oval 11">
            <a:extLst>
              <a:ext uri="{FF2B5EF4-FFF2-40B4-BE49-F238E27FC236}">
                <a16:creationId xmlns:a16="http://schemas.microsoft.com/office/drawing/2014/main" id="{A09BB001-ABF4-7B04-9122-AB2A1E878B67}"/>
              </a:ext>
            </a:extLst>
          </p:cNvPr>
          <p:cNvSpPr/>
          <p:nvPr/>
        </p:nvSpPr>
        <p:spPr>
          <a:xfrm>
            <a:off x="19843436" y="8056800"/>
            <a:ext cx="420624" cy="420624"/>
          </a:xfrm>
          <a:prstGeom prst="ellipse">
            <a:avLst/>
          </a:prstGeom>
          <a:solidFill>
            <a:srgbClr val="C73534"/>
          </a:solidFill>
          <a:ln w="12700" cap="flat">
            <a:solidFill>
              <a:srgbClr val="4472C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357536058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B0ED6-4A2F-37DB-5C58-090877F53417}"/>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49BA0DEA-5102-9B92-21B1-70E39ECEE709}"/>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49BA0DEA-5102-9B92-21B1-70E39ECEE709}"/>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BD30AD38-4F49-8C08-E584-ABB3D702F4BC}"/>
              </a:ext>
            </a:extLst>
          </p:cNvPr>
          <p:cNvPicPr>
            <a:picLocks noChangeAspect="1"/>
          </p:cNvPicPr>
          <p:nvPr/>
        </p:nvPicPr>
        <p:blipFill>
          <a:blip r:embed="rId6"/>
          <a:stretch>
            <a:fillRect/>
          </a:stretch>
        </p:blipFill>
        <p:spPr>
          <a:xfrm>
            <a:off x="249836" y="466148"/>
            <a:ext cx="1219200" cy="1295400"/>
          </a:xfrm>
          <a:prstGeom prst="rect">
            <a:avLst/>
          </a:prstGeom>
        </p:spPr>
      </p:pic>
      <p:sp>
        <p:nvSpPr>
          <p:cNvPr id="4" name="TextBox 3">
            <a:extLst>
              <a:ext uri="{FF2B5EF4-FFF2-40B4-BE49-F238E27FC236}">
                <a16:creationId xmlns:a16="http://schemas.microsoft.com/office/drawing/2014/main" id="{78264D91-2535-79D1-4C85-6BEC00DB285F}"/>
              </a:ext>
            </a:extLst>
          </p:cNvPr>
          <p:cNvSpPr txBox="1"/>
          <p:nvPr/>
        </p:nvSpPr>
        <p:spPr>
          <a:xfrm>
            <a:off x="999438" y="5817175"/>
            <a:ext cx="10443700" cy="6354688"/>
          </a:xfrm>
          <a:prstGeom prst="rect">
            <a:avLst/>
          </a:prstGeom>
          <a:noFill/>
        </p:spPr>
        <p:txBody>
          <a:bodyPr wrap="square" lIns="182880" tIns="91440" rIns="182880" bIns="91440" anchor="t">
            <a:spAutoFit/>
          </a:bodyPr>
          <a:lstStyle/>
          <a:p>
            <a:r>
              <a:rPr lang="en-US" sz="3000" b="1">
                <a:latin typeface="Montserrat"/>
              </a:rPr>
              <a:t>Themes/results:</a:t>
            </a:r>
            <a:br>
              <a:rPr lang="en-US" sz="3000" b="1">
                <a:latin typeface="Montserrat"/>
              </a:rPr>
            </a:br>
            <a:endParaRPr lang="en-US"/>
          </a:p>
          <a:p>
            <a:pPr marL="342900" indent="-342900">
              <a:buFont typeface="Arial" panose="020B0604020202020204" pitchFamily="34" charset="0"/>
              <a:buChar char="•"/>
            </a:pPr>
            <a:r>
              <a:rPr lang="en-US" b="1">
                <a:latin typeface="Montserrat"/>
              </a:rPr>
              <a:t>77% </a:t>
            </a:r>
            <a:r>
              <a:rPr lang="en-US">
                <a:latin typeface="Montserrat"/>
              </a:rPr>
              <a:t>of stores (79 of 102) report entering the same patient or script information twice (Dashboard + Unisolv).</a:t>
            </a:r>
          </a:p>
          <a:p>
            <a:pPr marL="342900" indent="-342900">
              <a:spcBef>
                <a:spcPct val="0"/>
              </a:spcBef>
              <a:spcAft>
                <a:spcPct val="0"/>
              </a:spcAft>
              <a:buFont typeface="Arial" panose="020B0604020202020204" pitchFamily="34" charset="0"/>
              <a:buChar char="•"/>
            </a:pPr>
            <a:r>
              <a:rPr lang="en-US" b="1">
                <a:latin typeface="Montserrat"/>
              </a:rPr>
              <a:t>Profile search and script</a:t>
            </a:r>
            <a:r>
              <a:rPr lang="en-US">
                <a:latin typeface="Montserrat"/>
              </a:rPr>
              <a:t> capturing are the </a:t>
            </a:r>
            <a:r>
              <a:rPr lang="en-US" b="1">
                <a:latin typeface="Montserrat"/>
              </a:rPr>
              <a:t>most frequently named time-consuming steps</a:t>
            </a:r>
            <a:r>
              <a:rPr lang="en-US">
                <a:latin typeface="Montserrat"/>
              </a:rPr>
              <a:t> across Q8 and Q21.</a:t>
            </a:r>
            <a:endParaRPr lang="en-US"/>
          </a:p>
          <a:p>
            <a:pPr marL="342900" indent="-342900">
              <a:spcBef>
                <a:spcPct val="0"/>
              </a:spcBef>
              <a:spcAft>
                <a:spcPct val="0"/>
              </a:spcAft>
              <a:buFont typeface="Arial" panose="020B0604020202020204" pitchFamily="34" charset="0"/>
              <a:buChar char="•"/>
            </a:pPr>
            <a:r>
              <a:rPr lang="en-US">
                <a:latin typeface="Montserrat"/>
              </a:rPr>
              <a:t>Open-ended feedback shows </a:t>
            </a:r>
            <a:r>
              <a:rPr lang="en-US" b="1">
                <a:latin typeface="Montserrat"/>
              </a:rPr>
              <a:t>40%+ </a:t>
            </a:r>
            <a:r>
              <a:rPr lang="en-US">
                <a:latin typeface="Montserrat"/>
              </a:rPr>
              <a:t>of stores describing systems as manual-first, admin-heavy, or fragmented.</a:t>
            </a:r>
            <a:endParaRPr lang="en-US"/>
          </a:p>
          <a:p>
            <a:pPr marL="342900" indent="-342900">
              <a:spcBef>
                <a:spcPct val="0"/>
              </a:spcBef>
              <a:spcAft>
                <a:spcPct val="0"/>
              </a:spcAft>
              <a:buFont typeface="Arial" panose="020B0604020202020204" pitchFamily="34" charset="0"/>
              <a:buChar char="•"/>
            </a:pPr>
            <a:r>
              <a:rPr lang="en-US">
                <a:latin typeface="Montserrat"/>
              </a:rPr>
              <a:t>Multiple unconnected channels (Email, WhatsApp, Physical scripts, App, Adherence Centre, Dashboard) increase rework at intake.</a:t>
            </a:r>
            <a:endParaRPr lang="en-US"/>
          </a:p>
          <a:p>
            <a:pPr marL="342900" indent="-342900">
              <a:spcBef>
                <a:spcPct val="0"/>
              </a:spcBef>
              <a:spcAft>
                <a:spcPct val="0"/>
              </a:spcAft>
              <a:buFont typeface="Arial" panose="020B0604020202020204" pitchFamily="34" charset="0"/>
              <a:buChar char="•"/>
            </a:pPr>
            <a:r>
              <a:rPr lang="en-US">
                <a:latin typeface="Montserrat"/>
              </a:rPr>
              <a:t>Staff report that manual capture introduces </a:t>
            </a:r>
            <a:r>
              <a:rPr lang="en-US" b="1">
                <a:latin typeface="Montserrat"/>
              </a:rPr>
              <a:t>avoidable minutes per script, </a:t>
            </a:r>
            <a:r>
              <a:rPr lang="en-US">
                <a:latin typeface="Montserrat"/>
              </a:rPr>
              <a:t>increasing error risk and reducing throughput.</a:t>
            </a:r>
            <a:endParaRPr lang="en-US"/>
          </a:p>
          <a:p>
            <a:pPr marL="342900" indent="-342900">
              <a:spcBef>
                <a:spcPct val="0"/>
              </a:spcBef>
              <a:spcAft>
                <a:spcPct val="0"/>
              </a:spcAft>
              <a:buFont typeface="Arial" panose="020B0604020202020204" pitchFamily="34" charset="0"/>
              <a:buChar char="•"/>
            </a:pPr>
            <a:endParaRPr lang="en-US">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p:txBody>
      </p:sp>
      <p:sp>
        <p:nvSpPr>
          <p:cNvPr id="15" name="TextBox 14">
            <a:extLst>
              <a:ext uri="{FF2B5EF4-FFF2-40B4-BE49-F238E27FC236}">
                <a16:creationId xmlns:a16="http://schemas.microsoft.com/office/drawing/2014/main" id="{F671B4FE-52F9-A89C-236D-B56329D9DEB8}"/>
              </a:ext>
            </a:extLst>
          </p:cNvPr>
          <p:cNvSpPr txBox="1"/>
          <p:nvPr/>
        </p:nvSpPr>
        <p:spPr>
          <a:xfrm>
            <a:off x="787563" y="2320936"/>
            <a:ext cx="14239882"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1. Manual data entry &amp; system fragmentation</a:t>
            </a:r>
            <a:endParaRPr lang="en-US"/>
          </a:p>
        </p:txBody>
      </p:sp>
      <p:grpSp>
        <p:nvGrpSpPr>
          <p:cNvPr id="38" name="Group 37">
            <a:extLst>
              <a:ext uri="{FF2B5EF4-FFF2-40B4-BE49-F238E27FC236}">
                <a16:creationId xmlns:a16="http://schemas.microsoft.com/office/drawing/2014/main" id="{4917DAE9-F6BC-F073-8A88-FD62116FC0E4}"/>
              </a:ext>
            </a:extLst>
          </p:cNvPr>
          <p:cNvGrpSpPr/>
          <p:nvPr/>
        </p:nvGrpSpPr>
        <p:grpSpPr>
          <a:xfrm>
            <a:off x="12468366" y="6513214"/>
            <a:ext cx="8987338" cy="3211636"/>
            <a:chOff x="761564" y="4190759"/>
            <a:chExt cx="5245154" cy="1485132"/>
          </a:xfrm>
        </p:grpSpPr>
        <p:sp>
          <p:nvSpPr>
            <p:cNvPr id="39" name="Rounded Rectangle 1">
              <a:extLst>
                <a:ext uri="{FF2B5EF4-FFF2-40B4-BE49-F238E27FC236}">
                  <a16:creationId xmlns:a16="http://schemas.microsoft.com/office/drawing/2014/main" id="{DE6C1185-7154-3806-3CD3-2BDC8C047A72}"/>
                </a:ext>
              </a:extLst>
            </p:cNvPr>
            <p:cNvSpPr/>
            <p:nvPr/>
          </p:nvSpPr>
          <p:spPr>
            <a:xfrm>
              <a:off x="761564" y="4260806"/>
              <a:ext cx="5245154" cy="1415085"/>
            </a:xfrm>
            <a:prstGeom prst="roundRect">
              <a:avLst>
                <a:gd name="adj" fmla="val 8379"/>
              </a:avLst>
            </a:prstGeom>
            <a:solidFill>
              <a:srgbClr val="DCD3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40" name="TextBox 11">
              <a:extLst>
                <a:ext uri="{FF2B5EF4-FFF2-40B4-BE49-F238E27FC236}">
                  <a16:creationId xmlns:a16="http://schemas.microsoft.com/office/drawing/2014/main" id="{3935BA87-D644-2C94-ABCB-8EC1B5655C9C}"/>
                </a:ext>
              </a:extLst>
            </p:cNvPr>
            <p:cNvSpPr txBox="1"/>
            <p:nvPr/>
          </p:nvSpPr>
          <p:spPr>
            <a:xfrm>
              <a:off x="1601211" y="4454781"/>
              <a:ext cx="4041430" cy="460586"/>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ZA" sz="2800">
                <a:latin typeface="Montserrat" panose="02000505000000020004" pitchFamily="2" charset="77"/>
              </a:endParaRPr>
            </a:p>
          </p:txBody>
        </p:sp>
        <p:sp>
          <p:nvSpPr>
            <p:cNvPr id="41" name="TextBox 17">
              <a:extLst>
                <a:ext uri="{FF2B5EF4-FFF2-40B4-BE49-F238E27FC236}">
                  <a16:creationId xmlns:a16="http://schemas.microsoft.com/office/drawing/2014/main" id="{0714D67F-5375-5390-52FC-E049C5C26F8A}"/>
                </a:ext>
              </a:extLst>
            </p:cNvPr>
            <p:cNvSpPr txBox="1"/>
            <p:nvPr/>
          </p:nvSpPr>
          <p:spPr>
            <a:xfrm>
              <a:off x="787146" y="4190759"/>
              <a:ext cx="524746" cy="948648"/>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0" b="1" noProof="1">
                  <a:solidFill>
                    <a:srgbClr val="FFDD04"/>
                  </a:solidFill>
                  <a:latin typeface="Montserrat"/>
                </a:rPr>
                <a:t>“</a:t>
              </a:r>
            </a:p>
          </p:txBody>
        </p:sp>
      </p:grpSp>
      <p:sp>
        <p:nvSpPr>
          <p:cNvPr id="43" name="TextBox 11">
            <a:extLst>
              <a:ext uri="{FF2B5EF4-FFF2-40B4-BE49-F238E27FC236}">
                <a16:creationId xmlns:a16="http://schemas.microsoft.com/office/drawing/2014/main" id="{899EDEFE-2E8B-88A4-5E29-D021E55A1754}"/>
              </a:ext>
            </a:extLst>
          </p:cNvPr>
          <p:cNvSpPr txBox="1"/>
          <p:nvPr/>
        </p:nvSpPr>
        <p:spPr>
          <a:xfrm>
            <a:off x="13375474" y="6825795"/>
            <a:ext cx="8082860" cy="2796471"/>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2600" i="1">
                <a:latin typeface="Montserrat"/>
              </a:rPr>
              <a:t>Unisolv is a manual process… dispensing, reporting, error tracking, profile search, merging profiles.”</a:t>
            </a:r>
            <a:br>
              <a:rPr lang="en-ZA" sz="2600" i="1">
                <a:latin typeface="Montserrat"/>
              </a:rPr>
            </a:br>
            <a:endParaRPr lang="en-ZA" sz="2600" i="1">
              <a:latin typeface="Montserrat"/>
            </a:endParaRPr>
          </a:p>
          <a:p>
            <a:r>
              <a:rPr lang="en-ZA" sz="2600" i="1">
                <a:latin typeface="Montserrat"/>
              </a:rPr>
              <a:t>“Automatic capturing… would save a lot of time."</a:t>
            </a:r>
            <a:endParaRPr lang="en-ZA" sz="2600"/>
          </a:p>
        </p:txBody>
      </p:sp>
      <p:sp>
        <p:nvSpPr>
          <p:cNvPr id="6" name="TextBox 5">
            <a:extLst>
              <a:ext uri="{FF2B5EF4-FFF2-40B4-BE49-F238E27FC236}">
                <a16:creationId xmlns:a16="http://schemas.microsoft.com/office/drawing/2014/main" id="{172BFE04-E791-FD7E-72BC-C364FE113605}"/>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Top 3 Friction Points: # 1</a:t>
            </a:r>
            <a:endParaRPr lang="en-US">
              <a:latin typeface="Montserrat Light"/>
            </a:endParaRPr>
          </a:p>
        </p:txBody>
      </p:sp>
      <p:grpSp>
        <p:nvGrpSpPr>
          <p:cNvPr id="9" name="Group 8">
            <a:extLst>
              <a:ext uri="{FF2B5EF4-FFF2-40B4-BE49-F238E27FC236}">
                <a16:creationId xmlns:a16="http://schemas.microsoft.com/office/drawing/2014/main" id="{32E35997-9C66-6C9A-94E4-0CFD23F1DB0F}"/>
              </a:ext>
            </a:extLst>
          </p:cNvPr>
          <p:cNvGrpSpPr/>
          <p:nvPr/>
        </p:nvGrpSpPr>
        <p:grpSpPr>
          <a:xfrm>
            <a:off x="21435673" y="786588"/>
            <a:ext cx="2254250" cy="662428"/>
            <a:chOff x="20532598" y="786588"/>
            <a:chExt cx="2254250" cy="662428"/>
          </a:xfrm>
        </p:grpSpPr>
        <p:sp>
          <p:nvSpPr>
            <p:cNvPr id="7" name="Oval 6">
              <a:extLst>
                <a:ext uri="{FF2B5EF4-FFF2-40B4-BE49-F238E27FC236}">
                  <a16:creationId xmlns:a16="http://schemas.microsoft.com/office/drawing/2014/main" id="{C1041BF0-6046-46B5-2941-E1DFF399A9CC}"/>
                </a:ext>
              </a:extLst>
            </p:cNvPr>
            <p:cNvSpPr/>
            <p:nvPr/>
          </p:nvSpPr>
          <p:spPr>
            <a:xfrm>
              <a:off x="20532598" y="786588"/>
              <a:ext cx="658368" cy="662428"/>
            </a:xfrm>
            <a:prstGeom prst="ellipse">
              <a:avLst/>
            </a:prstGeom>
            <a:solidFill>
              <a:srgbClr val="C7353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 name="TextBox 7">
              <a:extLst>
                <a:ext uri="{FF2B5EF4-FFF2-40B4-BE49-F238E27FC236}">
                  <a16:creationId xmlns:a16="http://schemas.microsoft.com/office/drawing/2014/main" id="{DFFBBB4F-E84F-07A0-18BE-39E7D513CAC0}"/>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High</a:t>
              </a:r>
            </a:p>
          </p:txBody>
        </p:sp>
      </p:grpSp>
      <p:sp>
        <p:nvSpPr>
          <p:cNvPr id="11" name="TextBox 10">
            <a:extLst>
              <a:ext uri="{FF2B5EF4-FFF2-40B4-BE49-F238E27FC236}">
                <a16:creationId xmlns:a16="http://schemas.microsoft.com/office/drawing/2014/main" id="{34F0FC88-6F44-FC02-8942-45FAD90BFA8F}"/>
              </a:ext>
            </a:extLst>
          </p:cNvPr>
          <p:cNvSpPr txBox="1"/>
          <p:nvPr/>
        </p:nvSpPr>
        <p:spPr>
          <a:xfrm>
            <a:off x="875943" y="3418027"/>
            <a:ext cx="20596834" cy="2495170"/>
          </a:xfrm>
          <a:prstGeom prst="rect">
            <a:avLst/>
          </a:prstGeom>
          <a:noFill/>
        </p:spPr>
        <p:txBody>
          <a:bodyPr wrap="square" lIns="182880" tIns="91440" rIns="182880" bIns="91440" anchor="t">
            <a:spAutoFit/>
          </a:bodyPr>
          <a:lstStyle/>
          <a:p>
            <a:r>
              <a:rPr lang="en-US" sz="3000" b="1">
                <a:latin typeface="Montserrat"/>
              </a:rPr>
              <a:t>Duplicate capturing and fragmented systems slow the workflow and increase rework.</a:t>
            </a:r>
            <a:endParaRPr lang="en-US"/>
          </a:p>
          <a:p>
            <a:endParaRPr lang="en-US" sz="3000" b="1">
              <a:latin typeface="Montserrat"/>
            </a:endParaRPr>
          </a:p>
          <a:p>
            <a:r>
              <a:rPr lang="en-US" i="1">
                <a:latin typeface="Montserrat"/>
              </a:rPr>
              <a:t>Based on Q8 (Open-ended pain points), Q21 (Most time-consuming steps) and Q22 (Process improvement suggestions).</a:t>
            </a:r>
            <a:endParaRPr lang="en-US" i="1">
              <a:latin typeface="Helvetica Neue Medium"/>
            </a:endParaRPr>
          </a:p>
          <a:p>
            <a:endParaRPr lang="en-US" sz="3000" b="1">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p:txBody>
      </p:sp>
    </p:spTree>
    <p:extLst>
      <p:ext uri="{BB962C8B-B14F-4D97-AF65-F5344CB8AC3E}">
        <p14:creationId xmlns:p14="http://schemas.microsoft.com/office/powerpoint/2010/main" val="269303721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A1F6F-F453-D5D9-63B9-F837085ADFCA}"/>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E5EF3B83-30C3-2179-938B-56B820FA9704}"/>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E5EF3B83-30C3-2179-938B-56B820FA9704}"/>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4090E1C2-2AB1-DEC2-2A98-1AE43780E1C9}"/>
              </a:ext>
            </a:extLst>
          </p:cNvPr>
          <p:cNvPicPr>
            <a:picLocks noChangeAspect="1"/>
          </p:cNvPicPr>
          <p:nvPr/>
        </p:nvPicPr>
        <p:blipFill>
          <a:blip r:embed="rId6"/>
          <a:stretch>
            <a:fillRect/>
          </a:stretch>
        </p:blipFill>
        <p:spPr>
          <a:xfrm>
            <a:off x="249836" y="466148"/>
            <a:ext cx="1219200" cy="1295400"/>
          </a:xfrm>
          <a:prstGeom prst="rect">
            <a:avLst/>
          </a:prstGeom>
        </p:spPr>
      </p:pic>
      <p:sp>
        <p:nvSpPr>
          <p:cNvPr id="15" name="TextBox 14">
            <a:extLst>
              <a:ext uri="{FF2B5EF4-FFF2-40B4-BE49-F238E27FC236}">
                <a16:creationId xmlns:a16="http://schemas.microsoft.com/office/drawing/2014/main" id="{64B10F93-DB54-5CF9-A4C9-6EC1DFD9EE59}"/>
              </a:ext>
            </a:extLst>
          </p:cNvPr>
          <p:cNvSpPr txBox="1"/>
          <p:nvPr/>
        </p:nvSpPr>
        <p:spPr>
          <a:xfrm>
            <a:off x="787563" y="2320936"/>
            <a:ext cx="14239882"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1. Manual data entry &amp; system fragmentation</a:t>
            </a:r>
            <a:endParaRPr lang="en-US"/>
          </a:p>
        </p:txBody>
      </p:sp>
      <p:grpSp>
        <p:nvGrpSpPr>
          <p:cNvPr id="38" name="Group 37">
            <a:extLst>
              <a:ext uri="{FF2B5EF4-FFF2-40B4-BE49-F238E27FC236}">
                <a16:creationId xmlns:a16="http://schemas.microsoft.com/office/drawing/2014/main" id="{7FC0AA99-AB61-ED98-D4CB-5B9FEA4E5B6F}"/>
              </a:ext>
            </a:extLst>
          </p:cNvPr>
          <p:cNvGrpSpPr/>
          <p:nvPr/>
        </p:nvGrpSpPr>
        <p:grpSpPr>
          <a:xfrm>
            <a:off x="12354376" y="3765688"/>
            <a:ext cx="9110904" cy="8350619"/>
            <a:chOff x="761564" y="4260806"/>
            <a:chExt cx="5305250" cy="1773318"/>
          </a:xfrm>
        </p:grpSpPr>
        <p:sp>
          <p:nvSpPr>
            <p:cNvPr id="39" name="Rounded Rectangle 1">
              <a:extLst>
                <a:ext uri="{FF2B5EF4-FFF2-40B4-BE49-F238E27FC236}">
                  <a16:creationId xmlns:a16="http://schemas.microsoft.com/office/drawing/2014/main" id="{74038F5A-8E03-6B37-9E36-814CEAE15A8D}"/>
                </a:ext>
              </a:extLst>
            </p:cNvPr>
            <p:cNvSpPr/>
            <p:nvPr/>
          </p:nvSpPr>
          <p:spPr>
            <a:xfrm>
              <a:off x="761564" y="4260806"/>
              <a:ext cx="5305250" cy="1699805"/>
            </a:xfrm>
            <a:prstGeom prst="roundRect">
              <a:avLst>
                <a:gd name="adj" fmla="val 8379"/>
              </a:avLst>
            </a:prstGeom>
            <a:solidFill>
              <a:srgbClr val="C8E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40" name="TextBox 11">
              <a:extLst>
                <a:ext uri="{FF2B5EF4-FFF2-40B4-BE49-F238E27FC236}">
                  <a16:creationId xmlns:a16="http://schemas.microsoft.com/office/drawing/2014/main" id="{52E7177E-997C-102A-EF88-9E1BC9E83305}"/>
                </a:ext>
              </a:extLst>
            </p:cNvPr>
            <p:cNvSpPr txBox="1"/>
            <p:nvPr/>
          </p:nvSpPr>
          <p:spPr>
            <a:xfrm>
              <a:off x="1111020" y="4261378"/>
              <a:ext cx="4570280" cy="1772746"/>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3000" b="1">
                  <a:latin typeface="Montserrat"/>
                </a:rPr>
                <a:t>Opportunities identified:</a:t>
              </a:r>
            </a:p>
            <a:p>
              <a:pPr marL="457200" indent="-457200">
                <a:buFont typeface="+mj-lt"/>
                <a:buAutoNum type="arabicPeriod"/>
              </a:pPr>
              <a:endParaRPr lang="en-ZA" sz="2500" b="1" i="1">
                <a:latin typeface="Montserrat"/>
              </a:endParaRPr>
            </a:p>
            <a:p>
              <a:pPr marL="457200" indent="-457200">
                <a:buFont typeface="+mj-lt"/>
                <a:buAutoNum type="arabicPeriod"/>
              </a:pPr>
              <a:r>
                <a:rPr lang="en-ZA" sz="2500" b="1">
                  <a:latin typeface="Montserrat"/>
                </a:rPr>
                <a:t>Unify script intake </a:t>
              </a:r>
              <a:r>
                <a:rPr lang="en-ZA" sz="2500">
                  <a:latin typeface="Montserrat"/>
                </a:rPr>
                <a:t>across channels (WhatsApp/email/app/physical) to eliminate duplicate capturing.</a:t>
              </a:r>
            </a:p>
            <a:p>
              <a:pPr marL="457200" indent="-457200">
                <a:buFont typeface="+mj-lt"/>
                <a:buAutoNum type="arabicPeriod"/>
              </a:pPr>
              <a:r>
                <a:rPr lang="en-ZA" sz="2500" b="1">
                  <a:latin typeface="Montserrat"/>
                </a:rPr>
                <a:t>Introduce “capture once” </a:t>
              </a:r>
              <a:r>
                <a:rPr lang="en-ZA" sz="2500">
                  <a:latin typeface="Montserrat"/>
                </a:rPr>
                <a:t>workflows using </a:t>
              </a:r>
              <a:r>
                <a:rPr lang="en-ZA" sz="2500" b="1">
                  <a:latin typeface="Montserrat"/>
                </a:rPr>
                <a:t>ID </a:t>
              </a:r>
              <a:r>
                <a:rPr lang="en-ZA" sz="2500">
                  <a:latin typeface="Montserrat"/>
                </a:rPr>
                <a:t>or</a:t>
              </a:r>
              <a:r>
                <a:rPr lang="en-ZA" sz="2500" b="1">
                  <a:latin typeface="Montserrat"/>
                </a:rPr>
                <a:t> loyalty </a:t>
              </a:r>
              <a:r>
                <a:rPr lang="en-ZA" sz="2500">
                  <a:latin typeface="Montserrat"/>
                </a:rPr>
                <a:t>as the primary identifier.</a:t>
              </a:r>
              <a:endParaRPr lang="en-ZA" sz="2500">
                <a:latin typeface="Montserrat" pitchFamily="2" charset="77"/>
              </a:endParaRPr>
            </a:p>
            <a:p>
              <a:pPr marL="457200" indent="-457200">
                <a:buFont typeface="+mj-lt"/>
                <a:buAutoNum type="arabicPeriod"/>
              </a:pPr>
              <a:r>
                <a:rPr lang="en-ZA" sz="2500" b="1">
                  <a:latin typeface="Montserrat"/>
                </a:rPr>
                <a:t>Standardise profile lookup </a:t>
              </a:r>
              <a:r>
                <a:rPr lang="en-ZA" sz="2500">
                  <a:latin typeface="Montserrat"/>
                </a:rPr>
                <a:t>and introduce rapid-support tools for surname variants and family collections.</a:t>
              </a:r>
              <a:endParaRPr lang="en-ZA" sz="2500">
                <a:latin typeface="Montserrat" pitchFamily="2" charset="77"/>
              </a:endParaRPr>
            </a:p>
            <a:p>
              <a:pPr marL="457200" indent="-457200">
                <a:buFont typeface="+mj-lt"/>
                <a:buAutoNum type="arabicPeriod"/>
              </a:pPr>
              <a:r>
                <a:rPr lang="en-ZA" sz="2500" b="1">
                  <a:latin typeface="Montserrat"/>
                </a:rPr>
                <a:t>Automate script capture</a:t>
              </a:r>
              <a:r>
                <a:rPr lang="en-ZA" sz="2500">
                  <a:latin typeface="Montserrat"/>
                </a:rPr>
                <a:t> where possible, reducing admin-heavy steps using RPA and OCR tech. </a:t>
              </a:r>
              <a:endParaRPr lang="en-ZA" sz="2500">
                <a:latin typeface="Montserrat" pitchFamily="2" charset="77"/>
              </a:endParaRPr>
            </a:p>
            <a:p>
              <a:pPr marL="457200" indent="-457200">
                <a:buFont typeface="+mj-lt"/>
                <a:buAutoNum type="arabicPeriod"/>
              </a:pPr>
              <a:r>
                <a:rPr lang="en-ZA" sz="2500" b="1">
                  <a:latin typeface="Montserrat"/>
                </a:rPr>
                <a:t>Ensure SOTF’s digital enablement principle</a:t>
              </a:r>
              <a:r>
                <a:rPr lang="en-ZA" sz="2500">
                  <a:latin typeface="Montserrat"/>
                </a:rPr>
                <a:t> includes </a:t>
              </a:r>
              <a:r>
                <a:rPr lang="en-ZA" sz="2500" b="1">
                  <a:latin typeface="Montserrat"/>
                </a:rPr>
                <a:t>integration for Dispensary systems </a:t>
              </a:r>
              <a:r>
                <a:rPr lang="en-ZA" sz="2500">
                  <a:latin typeface="Montserrat"/>
                </a:rPr>
                <a:t>(Unisolv + Dashboard) not just front shop.</a:t>
              </a:r>
              <a:endParaRPr lang="en-ZA" sz="2500">
                <a:latin typeface="Montserrat" pitchFamily="2" charset="77"/>
              </a:endParaRPr>
            </a:p>
            <a:p>
              <a:pPr marL="514350" indent="-514350">
                <a:buAutoNum type="arabicPeriod"/>
              </a:pPr>
              <a:endParaRPr lang="en-ZA" sz="2600">
                <a:highlight>
                  <a:srgbClr val="FFFF00"/>
                </a:highlight>
                <a:latin typeface="Montserrat"/>
              </a:endParaRPr>
            </a:p>
            <a:p>
              <a:pPr marL="457200" indent="-457200">
                <a:buAutoNum type="arabicPeriod"/>
              </a:pPr>
              <a:endParaRPr lang="en-ZA" sz="2800" b="1">
                <a:latin typeface="Montserrat" panose="02000505000000020004" pitchFamily="2" charset="77"/>
              </a:endParaRPr>
            </a:p>
          </p:txBody>
        </p:sp>
      </p:grpSp>
      <p:sp>
        <p:nvSpPr>
          <p:cNvPr id="6" name="TextBox 5">
            <a:extLst>
              <a:ext uri="{FF2B5EF4-FFF2-40B4-BE49-F238E27FC236}">
                <a16:creationId xmlns:a16="http://schemas.microsoft.com/office/drawing/2014/main" id="{C4F7395C-3277-225A-CDD1-AA0B0158AFC2}"/>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Top 3 Friction Points: # 1</a:t>
            </a:r>
            <a:endParaRPr lang="en-US">
              <a:latin typeface="Montserrat Light"/>
            </a:endParaRPr>
          </a:p>
        </p:txBody>
      </p:sp>
      <p:sp>
        <p:nvSpPr>
          <p:cNvPr id="16" name="TextBox 15">
            <a:extLst>
              <a:ext uri="{FF2B5EF4-FFF2-40B4-BE49-F238E27FC236}">
                <a16:creationId xmlns:a16="http://schemas.microsoft.com/office/drawing/2014/main" id="{B02E0077-E9DC-08AE-E543-35889E984039}"/>
              </a:ext>
            </a:extLst>
          </p:cNvPr>
          <p:cNvSpPr txBox="1"/>
          <p:nvPr/>
        </p:nvSpPr>
        <p:spPr>
          <a:xfrm>
            <a:off x="1257495" y="3770009"/>
            <a:ext cx="8619525" cy="4120230"/>
          </a:xfrm>
          <a:prstGeom prst="rect">
            <a:avLst/>
          </a:prstGeom>
          <a:noFill/>
        </p:spPr>
        <p:txBody>
          <a:bodyPr wrap="square" lIns="182880" tIns="91440" rIns="182880" bIns="91440" anchor="t">
            <a:spAutoFit/>
          </a:bodyPr>
          <a:lstStyle/>
          <a:p>
            <a:pPr eaLnBrk="0" fontAlgn="base"/>
            <a:r>
              <a:rPr lang="en-US" sz="3000" b="1">
                <a:latin typeface="Montserrat"/>
              </a:rPr>
              <a:t>Insight (why it matters):</a:t>
            </a:r>
            <a:br>
              <a:rPr lang="en-US">
                <a:latin typeface="Montserrat"/>
              </a:rPr>
            </a:br>
            <a:endParaRPr lang="en-US">
              <a:latin typeface="Montserrat"/>
            </a:endParaRPr>
          </a:p>
          <a:p>
            <a:pPr>
              <a:spcBef>
                <a:spcPct val="0"/>
              </a:spcBef>
              <a:spcAft>
                <a:spcPct val="0"/>
              </a:spcAft>
            </a:pPr>
            <a:r>
              <a:rPr lang="en-US" sz="2600">
                <a:latin typeface="Montserrat"/>
              </a:rPr>
              <a:t>Manual, duplicated capture </a:t>
            </a:r>
            <a:r>
              <a:rPr lang="en-US" sz="2600" b="1">
                <a:latin typeface="Montserrat"/>
              </a:rPr>
              <a:t>increases minutes and rework per script,</a:t>
            </a:r>
            <a:r>
              <a:rPr lang="en-US" sz="2600">
                <a:latin typeface="Montserrat"/>
              </a:rPr>
              <a:t> pushing up the cost of dispensing and limiting throughput. For customers, the same inefficiency appears as </a:t>
            </a:r>
            <a:r>
              <a:rPr lang="en-US" sz="2600" b="1">
                <a:latin typeface="Montserrat"/>
              </a:rPr>
              <a:t>long queues and visible admin,</a:t>
            </a:r>
            <a:r>
              <a:rPr lang="en-US" sz="2600">
                <a:latin typeface="Montserrat"/>
              </a:rPr>
              <a:t> which undermines confidence in the service.</a:t>
            </a:r>
            <a:endParaRPr lang="en-US" sz="2600"/>
          </a:p>
          <a:p>
            <a:pPr marL="342900" indent="-342900">
              <a:spcBef>
                <a:spcPct val="0"/>
              </a:spcBef>
              <a:spcAft>
                <a:spcPct val="0"/>
              </a:spcAft>
              <a:buFont typeface="Arial" panose="020B0604020202020204" pitchFamily="34" charset="0"/>
              <a:buChar char="•"/>
            </a:pPr>
            <a:endParaRPr lang="en-US">
              <a:latin typeface="Montserrat"/>
            </a:endParaRPr>
          </a:p>
        </p:txBody>
      </p:sp>
      <p:pic>
        <p:nvPicPr>
          <p:cNvPr id="18" name="Graphic 17" descr="Lightbulb and gear outline">
            <a:extLst>
              <a:ext uri="{FF2B5EF4-FFF2-40B4-BE49-F238E27FC236}">
                <a16:creationId xmlns:a16="http://schemas.microsoft.com/office/drawing/2014/main" id="{EACE71D2-4CAB-DA76-665B-37DDF5811CE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6745" y="3765690"/>
            <a:ext cx="914400" cy="914400"/>
          </a:xfrm>
          <a:prstGeom prst="rect">
            <a:avLst/>
          </a:prstGeom>
        </p:spPr>
      </p:pic>
      <p:grpSp>
        <p:nvGrpSpPr>
          <p:cNvPr id="10" name="Group 9">
            <a:extLst>
              <a:ext uri="{FF2B5EF4-FFF2-40B4-BE49-F238E27FC236}">
                <a16:creationId xmlns:a16="http://schemas.microsoft.com/office/drawing/2014/main" id="{7F9E28B6-0EDB-B2C6-B62F-67AB768B90AC}"/>
              </a:ext>
            </a:extLst>
          </p:cNvPr>
          <p:cNvGrpSpPr/>
          <p:nvPr/>
        </p:nvGrpSpPr>
        <p:grpSpPr>
          <a:xfrm>
            <a:off x="21435673" y="786588"/>
            <a:ext cx="2254250" cy="662428"/>
            <a:chOff x="20532598" y="786588"/>
            <a:chExt cx="2254250" cy="662428"/>
          </a:xfrm>
        </p:grpSpPr>
        <p:sp>
          <p:nvSpPr>
            <p:cNvPr id="3" name="Oval 2">
              <a:extLst>
                <a:ext uri="{FF2B5EF4-FFF2-40B4-BE49-F238E27FC236}">
                  <a16:creationId xmlns:a16="http://schemas.microsoft.com/office/drawing/2014/main" id="{EEDBC9D5-C482-0906-27A6-5734FF09F66B}"/>
                </a:ext>
              </a:extLst>
            </p:cNvPr>
            <p:cNvSpPr/>
            <p:nvPr/>
          </p:nvSpPr>
          <p:spPr>
            <a:xfrm>
              <a:off x="20532598" y="786588"/>
              <a:ext cx="658368" cy="662428"/>
            </a:xfrm>
            <a:prstGeom prst="ellipse">
              <a:avLst/>
            </a:prstGeom>
            <a:solidFill>
              <a:srgbClr val="C7353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 name="TextBox 3">
              <a:extLst>
                <a:ext uri="{FF2B5EF4-FFF2-40B4-BE49-F238E27FC236}">
                  <a16:creationId xmlns:a16="http://schemas.microsoft.com/office/drawing/2014/main" id="{8A80A4D2-56C5-17C8-97B7-355F2D43530A}"/>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High</a:t>
              </a:r>
            </a:p>
          </p:txBody>
        </p:sp>
      </p:grpSp>
    </p:spTree>
    <p:extLst>
      <p:ext uri="{BB962C8B-B14F-4D97-AF65-F5344CB8AC3E}">
        <p14:creationId xmlns:p14="http://schemas.microsoft.com/office/powerpoint/2010/main" val="365668063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E80B0-D1CC-2852-49F2-C92D66BAD559}"/>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5BA86023-E812-8381-42C3-89D85DB61302}"/>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5BA86023-E812-8381-42C3-89D85DB61302}"/>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FB9A59BA-42ED-5639-B77D-ABBF4A2C45FA}"/>
              </a:ext>
            </a:extLst>
          </p:cNvPr>
          <p:cNvPicPr>
            <a:picLocks noChangeAspect="1"/>
          </p:cNvPicPr>
          <p:nvPr/>
        </p:nvPicPr>
        <p:blipFill>
          <a:blip r:embed="rId6"/>
          <a:stretch>
            <a:fillRect/>
          </a:stretch>
        </p:blipFill>
        <p:spPr>
          <a:xfrm>
            <a:off x="249836" y="466148"/>
            <a:ext cx="1219200" cy="1295400"/>
          </a:xfrm>
          <a:prstGeom prst="rect">
            <a:avLst/>
          </a:prstGeom>
        </p:spPr>
      </p:pic>
      <p:sp>
        <p:nvSpPr>
          <p:cNvPr id="15" name="TextBox 14">
            <a:extLst>
              <a:ext uri="{FF2B5EF4-FFF2-40B4-BE49-F238E27FC236}">
                <a16:creationId xmlns:a16="http://schemas.microsoft.com/office/drawing/2014/main" id="{40480098-E187-95FA-6DF3-72DD9E332CA3}"/>
              </a:ext>
            </a:extLst>
          </p:cNvPr>
          <p:cNvSpPr txBox="1"/>
          <p:nvPr/>
        </p:nvSpPr>
        <p:spPr>
          <a:xfrm>
            <a:off x="904793" y="2356105"/>
            <a:ext cx="9386530"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2</a:t>
            </a:r>
            <a:r>
              <a:rPr lang="en-US" sz="4000" b="1">
                <a:latin typeface="Montserrat"/>
                <a:ea typeface="+mn-lt"/>
                <a:cs typeface="+mn-lt"/>
              </a:rPr>
              <a:t>. Queue &amp; workflow delays</a:t>
            </a:r>
            <a:endParaRPr lang="en-US"/>
          </a:p>
        </p:txBody>
      </p:sp>
      <p:grpSp>
        <p:nvGrpSpPr>
          <p:cNvPr id="38" name="Group 37">
            <a:extLst>
              <a:ext uri="{FF2B5EF4-FFF2-40B4-BE49-F238E27FC236}">
                <a16:creationId xmlns:a16="http://schemas.microsoft.com/office/drawing/2014/main" id="{00816E11-72C4-AB28-2413-44355A4B3929}"/>
              </a:ext>
            </a:extLst>
          </p:cNvPr>
          <p:cNvGrpSpPr/>
          <p:nvPr/>
        </p:nvGrpSpPr>
        <p:grpSpPr>
          <a:xfrm>
            <a:off x="12837237" y="6790377"/>
            <a:ext cx="8988208" cy="2997483"/>
            <a:chOff x="761564" y="4190759"/>
            <a:chExt cx="5245154" cy="1417205"/>
          </a:xfrm>
        </p:grpSpPr>
        <p:sp>
          <p:nvSpPr>
            <p:cNvPr id="39" name="Rounded Rectangle 1">
              <a:extLst>
                <a:ext uri="{FF2B5EF4-FFF2-40B4-BE49-F238E27FC236}">
                  <a16:creationId xmlns:a16="http://schemas.microsoft.com/office/drawing/2014/main" id="{50E9F01E-6CD6-A545-17B9-54F6BD774E18}"/>
                </a:ext>
              </a:extLst>
            </p:cNvPr>
            <p:cNvSpPr/>
            <p:nvPr/>
          </p:nvSpPr>
          <p:spPr>
            <a:xfrm>
              <a:off x="761564" y="4192879"/>
              <a:ext cx="5245154" cy="1415085"/>
            </a:xfrm>
            <a:prstGeom prst="roundRect">
              <a:avLst>
                <a:gd name="adj" fmla="val 8379"/>
              </a:avLst>
            </a:prstGeom>
            <a:solidFill>
              <a:srgbClr val="DCD3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40" name="TextBox 11">
              <a:extLst>
                <a:ext uri="{FF2B5EF4-FFF2-40B4-BE49-F238E27FC236}">
                  <a16:creationId xmlns:a16="http://schemas.microsoft.com/office/drawing/2014/main" id="{CF452385-3648-3426-1CBC-C76594774CE0}"/>
                </a:ext>
              </a:extLst>
            </p:cNvPr>
            <p:cNvSpPr txBox="1"/>
            <p:nvPr/>
          </p:nvSpPr>
          <p:spPr>
            <a:xfrm>
              <a:off x="1601211" y="4454781"/>
              <a:ext cx="4041430" cy="460586"/>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ZA" sz="2800">
                <a:latin typeface="Montserrat" panose="02000505000000020004" pitchFamily="2" charset="77"/>
              </a:endParaRPr>
            </a:p>
          </p:txBody>
        </p:sp>
        <p:sp>
          <p:nvSpPr>
            <p:cNvPr id="41" name="TextBox 17">
              <a:extLst>
                <a:ext uri="{FF2B5EF4-FFF2-40B4-BE49-F238E27FC236}">
                  <a16:creationId xmlns:a16="http://schemas.microsoft.com/office/drawing/2014/main" id="{4FB8C544-EC5D-CC8D-4CEA-B9B726D46EF3}"/>
                </a:ext>
              </a:extLst>
            </p:cNvPr>
            <p:cNvSpPr txBox="1"/>
            <p:nvPr/>
          </p:nvSpPr>
          <p:spPr>
            <a:xfrm>
              <a:off x="787146" y="4190759"/>
              <a:ext cx="524746" cy="948648"/>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0" b="1" noProof="1">
                  <a:solidFill>
                    <a:srgbClr val="FFDD04"/>
                  </a:solidFill>
                  <a:latin typeface="Montserrat"/>
                </a:rPr>
                <a:t>“</a:t>
              </a:r>
            </a:p>
          </p:txBody>
        </p:sp>
      </p:grpSp>
      <p:sp>
        <p:nvSpPr>
          <p:cNvPr id="43" name="TextBox 11">
            <a:extLst>
              <a:ext uri="{FF2B5EF4-FFF2-40B4-BE49-F238E27FC236}">
                <a16:creationId xmlns:a16="http://schemas.microsoft.com/office/drawing/2014/main" id="{712975DC-C144-182F-C882-C4CD0E53B85E}"/>
              </a:ext>
            </a:extLst>
          </p:cNvPr>
          <p:cNvSpPr txBox="1"/>
          <p:nvPr/>
        </p:nvSpPr>
        <p:spPr>
          <a:xfrm>
            <a:off x="13474687" y="6792248"/>
            <a:ext cx="8082860" cy="3206134"/>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2600" i="1">
                <a:latin typeface="Montserrat"/>
              </a:rPr>
              <a:t>There is clear signage, but it is often misinterpreted by customers.”</a:t>
            </a:r>
            <a:endParaRPr lang="en-US" sz="2600" i="1">
              <a:latin typeface="Montserrat"/>
            </a:endParaRPr>
          </a:p>
          <a:p>
            <a:br>
              <a:rPr lang="en-ZA" sz="2600" i="1">
                <a:latin typeface="Montserrat"/>
              </a:rPr>
            </a:br>
            <a:r>
              <a:rPr lang="en-ZA" sz="2600" i="1">
                <a:latin typeface="Montserrat"/>
              </a:rPr>
              <a:t>“Most of the problems and confusion arise at the collection counter, and it takes time to resolve.</a:t>
            </a:r>
            <a:r>
              <a:rPr lang="en-ZA" sz="2600">
                <a:latin typeface="Montserrat"/>
              </a:rPr>
              <a:t>”</a:t>
            </a:r>
            <a:endParaRPr lang="en-ZA" sz="2600"/>
          </a:p>
          <a:p>
            <a:endParaRPr lang="en-ZA" sz="2400" i="1">
              <a:latin typeface="Montserrat"/>
            </a:endParaRPr>
          </a:p>
        </p:txBody>
      </p:sp>
      <p:sp>
        <p:nvSpPr>
          <p:cNvPr id="6" name="TextBox 5">
            <a:extLst>
              <a:ext uri="{FF2B5EF4-FFF2-40B4-BE49-F238E27FC236}">
                <a16:creationId xmlns:a16="http://schemas.microsoft.com/office/drawing/2014/main" id="{DDA60503-6EC1-832D-A893-0309C93FE89D}"/>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Top 3 Friction Points: # 2 </a:t>
            </a:r>
            <a:endParaRPr lang="en-US">
              <a:latin typeface="Montserrat Light"/>
            </a:endParaRPr>
          </a:p>
        </p:txBody>
      </p:sp>
      <p:sp>
        <p:nvSpPr>
          <p:cNvPr id="3" name="TextBox 2">
            <a:extLst>
              <a:ext uri="{FF2B5EF4-FFF2-40B4-BE49-F238E27FC236}">
                <a16:creationId xmlns:a16="http://schemas.microsoft.com/office/drawing/2014/main" id="{319AB03E-5A5F-7BC6-E7E0-2B07947B7488}"/>
              </a:ext>
            </a:extLst>
          </p:cNvPr>
          <p:cNvSpPr txBox="1"/>
          <p:nvPr/>
        </p:nvSpPr>
        <p:spPr>
          <a:xfrm>
            <a:off x="896164" y="5868873"/>
            <a:ext cx="11023249" cy="7573484"/>
          </a:xfrm>
          <a:prstGeom prst="rect">
            <a:avLst/>
          </a:prstGeom>
          <a:noFill/>
        </p:spPr>
        <p:txBody>
          <a:bodyPr wrap="square" lIns="182880" tIns="91440" rIns="182880" bIns="91440" anchor="t">
            <a:spAutoFit/>
          </a:bodyPr>
          <a:lstStyle/>
          <a:p>
            <a:r>
              <a:rPr lang="en-US" sz="3000" b="1">
                <a:latin typeface="Montserrat"/>
              </a:rPr>
              <a:t>Themes/results:</a:t>
            </a:r>
            <a:br>
              <a:rPr lang="en-US" sz="3000" b="1">
                <a:latin typeface="Montserrat"/>
              </a:rPr>
            </a:br>
            <a:endParaRPr lang="en-US"/>
          </a:p>
          <a:p>
            <a:pPr marL="342900" indent="-342900">
              <a:buFont typeface="Arial" panose="020B0604020202020204" pitchFamily="34" charset="0"/>
              <a:buChar char="•"/>
            </a:pPr>
            <a:r>
              <a:rPr lang="en-US">
                <a:latin typeface="Montserrat"/>
              </a:rPr>
              <a:t>75% of stores have clear queue signage, yet </a:t>
            </a:r>
            <a:r>
              <a:rPr lang="en-US" b="1">
                <a:latin typeface="Montserrat"/>
              </a:rPr>
              <a:t>25% </a:t>
            </a:r>
            <a:r>
              <a:rPr lang="en-US">
                <a:latin typeface="Montserrat"/>
              </a:rPr>
              <a:t>(“Sometimes” or “No”) report customers</a:t>
            </a:r>
            <a:r>
              <a:rPr lang="en-US" b="1">
                <a:latin typeface="Montserrat"/>
              </a:rPr>
              <a:t> still joining the wrong queue.</a:t>
            </a:r>
          </a:p>
          <a:p>
            <a:pPr marL="342900" indent="-342900">
              <a:spcBef>
                <a:spcPct val="0"/>
              </a:spcBef>
              <a:spcAft>
                <a:spcPct val="0"/>
              </a:spcAft>
              <a:buFont typeface="Arial" panose="020B0604020202020204" pitchFamily="34" charset="0"/>
              <a:buChar char="•"/>
            </a:pPr>
            <a:r>
              <a:rPr lang="en-US">
                <a:latin typeface="Montserrat"/>
              </a:rPr>
              <a:t>Open-ended feedback shows </a:t>
            </a:r>
            <a:r>
              <a:rPr lang="en-US" b="1">
                <a:latin typeface="Montserrat"/>
              </a:rPr>
              <a:t>~30%</a:t>
            </a:r>
            <a:r>
              <a:rPr lang="en-US">
                <a:latin typeface="Montserrat"/>
              </a:rPr>
              <a:t> of stores naming queue/flow delays as a </a:t>
            </a:r>
            <a:r>
              <a:rPr lang="en-US" b="1">
                <a:latin typeface="Montserrat"/>
              </a:rPr>
              <a:t>top operational pain point.</a:t>
            </a:r>
            <a:endParaRPr lang="en-US" b="1"/>
          </a:p>
          <a:p>
            <a:pPr marL="342900" indent="-342900">
              <a:spcBef>
                <a:spcPct val="0"/>
              </a:spcBef>
              <a:spcAft>
                <a:spcPct val="0"/>
              </a:spcAft>
              <a:buFont typeface="Arial" panose="020B0604020202020204" pitchFamily="34" charset="0"/>
              <a:buChar char="•"/>
            </a:pPr>
            <a:r>
              <a:rPr lang="en-US">
                <a:latin typeface="Montserrat"/>
              </a:rPr>
              <a:t>Staff frequently need to </a:t>
            </a:r>
            <a:r>
              <a:rPr lang="en-US" b="1">
                <a:latin typeface="Montserrat"/>
              </a:rPr>
              <a:t>redirect customers, </a:t>
            </a:r>
            <a:r>
              <a:rPr lang="en-US">
                <a:latin typeface="Montserrat"/>
              </a:rPr>
              <a:t>adding micro-interruptions and slowing workflow during peak periods.</a:t>
            </a:r>
            <a:endParaRPr lang="en-US"/>
          </a:p>
          <a:p>
            <a:pPr marL="342900" indent="-342900">
              <a:spcBef>
                <a:spcPct val="0"/>
              </a:spcBef>
              <a:spcAft>
                <a:spcPct val="0"/>
              </a:spcAft>
              <a:buFont typeface="Arial" panose="020B0604020202020204" pitchFamily="34" charset="0"/>
              <a:buChar char="•"/>
            </a:pPr>
            <a:r>
              <a:rPr lang="en-US">
                <a:latin typeface="Montserrat"/>
              </a:rPr>
              <a:t>Queue boundaries (OTC vs Dispensary vs Collections) are often </a:t>
            </a:r>
            <a:r>
              <a:rPr lang="en-US" b="1">
                <a:latin typeface="Montserrat"/>
              </a:rPr>
              <a:t>misinterpreted, </a:t>
            </a:r>
            <a:r>
              <a:rPr lang="en-US">
                <a:latin typeface="Montserrat"/>
              </a:rPr>
              <a:t>especially by new or infrequent customers.</a:t>
            </a:r>
            <a:endParaRPr lang="en-US"/>
          </a:p>
          <a:p>
            <a:pPr marL="342900" indent="-342900">
              <a:spcBef>
                <a:spcPct val="0"/>
              </a:spcBef>
              <a:spcAft>
                <a:spcPct val="0"/>
              </a:spcAft>
              <a:buFont typeface="Arial" panose="020B0604020202020204" pitchFamily="34" charset="0"/>
              <a:buChar char="•"/>
            </a:pPr>
            <a:r>
              <a:rPr lang="en-US">
                <a:latin typeface="Montserrat"/>
              </a:rPr>
              <a:t>Multi-queuing (Dispensary → Collections → Payment) increases </a:t>
            </a:r>
            <a:r>
              <a:rPr lang="en-US" b="1">
                <a:latin typeface="Montserrat"/>
              </a:rPr>
              <a:t>perceived wait time</a:t>
            </a:r>
            <a:r>
              <a:rPr lang="en-US">
                <a:latin typeface="Montserrat"/>
              </a:rPr>
              <a:t> and operational pressure.</a:t>
            </a:r>
          </a:p>
          <a:p>
            <a:pPr marL="342900" indent="-342900">
              <a:spcBef>
                <a:spcPct val="0"/>
              </a:spcBef>
              <a:spcAft>
                <a:spcPct val="0"/>
              </a:spcAft>
              <a:buFont typeface="Arial" panose="020B0604020202020204" pitchFamily="34" charset="0"/>
              <a:buChar char="•"/>
            </a:pPr>
            <a:r>
              <a:rPr lang="en-US">
                <a:latin typeface="Montserrat"/>
              </a:rPr>
              <a:t>Early bottlenecks (profile search, capturing, sign-off) create visible waiting at the start of the experience.</a:t>
            </a:r>
          </a:p>
          <a:p>
            <a:pPr>
              <a:spcBef>
                <a:spcPct val="0"/>
              </a:spcBef>
              <a:spcAft>
                <a:spcPct val="0"/>
              </a:spcAft>
            </a:pPr>
            <a:endParaRPr lang="en-US">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a:p>
            <a:pPr>
              <a:spcBef>
                <a:spcPct val="0"/>
              </a:spcBef>
              <a:spcAft>
                <a:spcPct val="0"/>
              </a:spcAft>
            </a:pPr>
            <a:endParaRPr lang="en-US">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p:txBody>
      </p:sp>
      <p:sp>
        <p:nvSpPr>
          <p:cNvPr id="20" name="TextBox 19">
            <a:extLst>
              <a:ext uri="{FF2B5EF4-FFF2-40B4-BE49-F238E27FC236}">
                <a16:creationId xmlns:a16="http://schemas.microsoft.com/office/drawing/2014/main" id="{04239EF4-7673-A043-13E2-7227CC5BBDBC}"/>
              </a:ext>
            </a:extLst>
          </p:cNvPr>
          <p:cNvSpPr txBox="1"/>
          <p:nvPr/>
        </p:nvSpPr>
        <p:spPr>
          <a:xfrm>
            <a:off x="896538" y="3418027"/>
            <a:ext cx="21091103" cy="3003002"/>
          </a:xfrm>
          <a:prstGeom prst="rect">
            <a:avLst/>
          </a:prstGeom>
          <a:noFill/>
        </p:spPr>
        <p:txBody>
          <a:bodyPr wrap="square" lIns="182880" tIns="91440" rIns="182880" bIns="91440" anchor="t">
            <a:spAutoFit/>
          </a:bodyPr>
          <a:lstStyle/>
          <a:p>
            <a:r>
              <a:rPr lang="en-US" sz="3000" b="1">
                <a:latin typeface="Montserrat"/>
              </a:rPr>
              <a:t>Early-stage confusion and multi-step queues create stop-start workflow interruptions for staff and increase perceived wait times for customers.</a:t>
            </a:r>
            <a:endParaRPr lang="en-US"/>
          </a:p>
          <a:p>
            <a:endParaRPr lang="en-US" sz="3000" b="1">
              <a:latin typeface="Montserrat"/>
            </a:endParaRPr>
          </a:p>
          <a:p>
            <a:r>
              <a:rPr lang="en-US" i="1">
                <a:latin typeface="Montserrat"/>
              </a:rPr>
              <a:t>Based on Q5 (Queue clarity), Q8 (Open-ended: Friction points) and Q21 (Which steps take the most time?).</a:t>
            </a:r>
            <a:endParaRPr lang="en-US"/>
          </a:p>
          <a:p>
            <a:endParaRPr lang="en-US" sz="3000" b="1">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p:txBody>
      </p:sp>
      <p:grpSp>
        <p:nvGrpSpPr>
          <p:cNvPr id="24" name="Group 23">
            <a:extLst>
              <a:ext uri="{FF2B5EF4-FFF2-40B4-BE49-F238E27FC236}">
                <a16:creationId xmlns:a16="http://schemas.microsoft.com/office/drawing/2014/main" id="{90DB410B-5060-C61C-EA5E-DA51486F3F3D}"/>
              </a:ext>
            </a:extLst>
          </p:cNvPr>
          <p:cNvGrpSpPr/>
          <p:nvPr/>
        </p:nvGrpSpPr>
        <p:grpSpPr>
          <a:xfrm>
            <a:off x="21435673" y="786588"/>
            <a:ext cx="2254250" cy="662428"/>
            <a:chOff x="20532598" y="786588"/>
            <a:chExt cx="2254250" cy="662428"/>
          </a:xfrm>
        </p:grpSpPr>
        <p:sp>
          <p:nvSpPr>
            <p:cNvPr id="22" name="Oval 21">
              <a:extLst>
                <a:ext uri="{FF2B5EF4-FFF2-40B4-BE49-F238E27FC236}">
                  <a16:creationId xmlns:a16="http://schemas.microsoft.com/office/drawing/2014/main" id="{A08E151F-FE32-881F-2F11-BD1534233504}"/>
                </a:ext>
              </a:extLst>
            </p:cNvPr>
            <p:cNvSpPr/>
            <p:nvPr/>
          </p:nvSpPr>
          <p:spPr>
            <a:xfrm>
              <a:off x="20532598" y="786588"/>
              <a:ext cx="658368" cy="662428"/>
            </a:xfrm>
            <a:prstGeom prst="ellipse">
              <a:avLst/>
            </a:prstGeom>
            <a:solidFill>
              <a:srgbClr val="C7353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3" name="TextBox 22">
              <a:extLst>
                <a:ext uri="{FF2B5EF4-FFF2-40B4-BE49-F238E27FC236}">
                  <a16:creationId xmlns:a16="http://schemas.microsoft.com/office/drawing/2014/main" id="{9E824D90-7CA9-D043-70E4-D216C4341011}"/>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High</a:t>
              </a:r>
            </a:p>
          </p:txBody>
        </p:sp>
      </p:grpSp>
    </p:spTree>
    <p:extLst>
      <p:ext uri="{BB962C8B-B14F-4D97-AF65-F5344CB8AC3E}">
        <p14:creationId xmlns:p14="http://schemas.microsoft.com/office/powerpoint/2010/main" val="238583918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1367D-7679-274B-8D17-8BAAE7C043F0}"/>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700284FD-4CBB-D2B9-32DB-A51120C53B26}"/>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5" imgW="327" imgH="327" progId="TCLayout.ActiveDocument.1">
                  <p:embed/>
                </p:oleObj>
              </mc:Choice>
              <mc:Fallback>
                <p:oleObj name="think-cell Slide" r:id="rId5" imgW="327" imgH="327" progId="TCLayout.ActiveDocument.1">
                  <p:embed/>
                  <p:pic>
                    <p:nvPicPr>
                      <p:cNvPr id="5" name="Object 6" hidden="1">
                        <a:extLst>
                          <a:ext uri="{FF2B5EF4-FFF2-40B4-BE49-F238E27FC236}">
                            <a16:creationId xmlns:a16="http://schemas.microsoft.com/office/drawing/2014/main" id="{700284FD-4CBB-D2B9-32DB-A51120C53B26}"/>
                          </a:ext>
                        </a:extLst>
                      </p:cNvPr>
                      <p:cNvPicPr/>
                      <p:nvPr/>
                    </p:nvPicPr>
                    <p:blipFill>
                      <a:blip r:embed="rId6"/>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145CC983-8922-4D33-AF3D-635F18BC1B6D}"/>
              </a:ext>
            </a:extLst>
          </p:cNvPr>
          <p:cNvPicPr>
            <a:picLocks noChangeAspect="1"/>
          </p:cNvPicPr>
          <p:nvPr/>
        </p:nvPicPr>
        <p:blipFill>
          <a:blip r:embed="rId7"/>
          <a:stretch>
            <a:fillRect/>
          </a:stretch>
        </p:blipFill>
        <p:spPr>
          <a:xfrm>
            <a:off x="249836" y="466148"/>
            <a:ext cx="1219200" cy="1295400"/>
          </a:xfrm>
          <a:prstGeom prst="rect">
            <a:avLst/>
          </a:prstGeom>
        </p:spPr>
      </p:pic>
      <p:sp>
        <p:nvSpPr>
          <p:cNvPr id="15" name="TextBox 14">
            <a:extLst>
              <a:ext uri="{FF2B5EF4-FFF2-40B4-BE49-F238E27FC236}">
                <a16:creationId xmlns:a16="http://schemas.microsoft.com/office/drawing/2014/main" id="{89EFCA9F-98D5-7F32-58AA-E0671DB2D365}"/>
              </a:ext>
            </a:extLst>
          </p:cNvPr>
          <p:cNvSpPr txBox="1"/>
          <p:nvPr/>
        </p:nvSpPr>
        <p:spPr>
          <a:xfrm>
            <a:off x="904793" y="2356105"/>
            <a:ext cx="9386530"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2</a:t>
            </a:r>
            <a:r>
              <a:rPr lang="en-US" sz="4000" b="1">
                <a:latin typeface="Montserrat"/>
                <a:ea typeface="+mn-lt"/>
                <a:cs typeface="+mn-lt"/>
              </a:rPr>
              <a:t>. Queue &amp; workflow delays</a:t>
            </a:r>
            <a:endParaRPr lang="en-US"/>
          </a:p>
        </p:txBody>
      </p:sp>
      <p:sp>
        <p:nvSpPr>
          <p:cNvPr id="6" name="TextBox 5">
            <a:extLst>
              <a:ext uri="{FF2B5EF4-FFF2-40B4-BE49-F238E27FC236}">
                <a16:creationId xmlns:a16="http://schemas.microsoft.com/office/drawing/2014/main" id="{ACC8A866-E05C-D650-4A36-A92DCCB06881}"/>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Top 3 Friction Points: # 2 </a:t>
            </a:r>
            <a:endParaRPr lang="en-US">
              <a:latin typeface="Montserrat Light"/>
            </a:endParaRPr>
          </a:p>
        </p:txBody>
      </p:sp>
      <p:grpSp>
        <p:nvGrpSpPr>
          <p:cNvPr id="8" name="Group 7">
            <a:extLst>
              <a:ext uri="{FF2B5EF4-FFF2-40B4-BE49-F238E27FC236}">
                <a16:creationId xmlns:a16="http://schemas.microsoft.com/office/drawing/2014/main" id="{2EE33642-E64E-EAFB-D091-55A8BC02EAB2}"/>
              </a:ext>
            </a:extLst>
          </p:cNvPr>
          <p:cNvGrpSpPr/>
          <p:nvPr/>
        </p:nvGrpSpPr>
        <p:grpSpPr>
          <a:xfrm>
            <a:off x="12532148" y="1611436"/>
            <a:ext cx="8903524" cy="11443459"/>
            <a:chOff x="865315" y="3878978"/>
            <a:chExt cx="5196239" cy="2028278"/>
          </a:xfrm>
        </p:grpSpPr>
        <p:sp>
          <p:nvSpPr>
            <p:cNvPr id="4" name="Rounded Rectangle 1">
              <a:extLst>
                <a:ext uri="{FF2B5EF4-FFF2-40B4-BE49-F238E27FC236}">
                  <a16:creationId xmlns:a16="http://schemas.microsoft.com/office/drawing/2014/main" id="{740E98F6-9251-D70D-8A72-2DA0F0A18E04}"/>
                </a:ext>
              </a:extLst>
            </p:cNvPr>
            <p:cNvSpPr/>
            <p:nvPr/>
          </p:nvSpPr>
          <p:spPr>
            <a:xfrm>
              <a:off x="865315" y="3878978"/>
              <a:ext cx="5196239" cy="1949263"/>
            </a:xfrm>
            <a:prstGeom prst="roundRect">
              <a:avLst>
                <a:gd name="adj" fmla="val 8379"/>
              </a:avLst>
            </a:prstGeom>
            <a:solidFill>
              <a:srgbClr val="C8E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7" name="TextBox 11">
              <a:extLst>
                <a:ext uri="{FF2B5EF4-FFF2-40B4-BE49-F238E27FC236}">
                  <a16:creationId xmlns:a16="http://schemas.microsoft.com/office/drawing/2014/main" id="{3EB76B9D-E6A9-B114-36C5-9BE04F4438AA}"/>
                </a:ext>
              </a:extLst>
            </p:cNvPr>
            <p:cNvSpPr txBox="1"/>
            <p:nvPr/>
          </p:nvSpPr>
          <p:spPr>
            <a:xfrm>
              <a:off x="1322261" y="3905584"/>
              <a:ext cx="4450088" cy="2001672"/>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3000" b="1">
                  <a:latin typeface="Montserrat"/>
                </a:rPr>
                <a:t>Opportunities identified:</a:t>
              </a:r>
              <a:br>
                <a:rPr lang="en-ZA" sz="3000" b="1">
                  <a:latin typeface="Montserrat"/>
                </a:rPr>
              </a:br>
              <a:endParaRPr lang="en-ZA" sz="2500" b="1">
                <a:latin typeface="Montserrat"/>
              </a:endParaRPr>
            </a:p>
            <a:p>
              <a:pPr marL="457200" indent="-457200">
                <a:buFont typeface="+mj-lt"/>
                <a:buAutoNum type="arabicPeriod"/>
              </a:pPr>
              <a:r>
                <a:rPr lang="en-ZA" sz="2500">
                  <a:latin typeface="Montserrat"/>
                </a:rPr>
                <a:t>Introduce a </a:t>
              </a:r>
              <a:r>
                <a:rPr lang="en-ZA" sz="2500" b="1">
                  <a:latin typeface="Montserrat"/>
                </a:rPr>
                <a:t>unified T-shaped queue</a:t>
              </a:r>
              <a:r>
                <a:rPr lang="en-ZA" sz="2500">
                  <a:latin typeface="Montserrat"/>
                </a:rPr>
                <a:t> (as per SOTF) with </a:t>
              </a:r>
              <a:r>
                <a:rPr lang="en-ZA" sz="2500" b="1">
                  <a:latin typeface="Montserrat"/>
                </a:rPr>
                <a:t>active triage</a:t>
              </a:r>
              <a:r>
                <a:rPr lang="en-ZA" sz="2500">
                  <a:latin typeface="Montserrat"/>
                </a:rPr>
                <a:t> to guide customers to OTC, Scripts and Collections.</a:t>
              </a:r>
            </a:p>
            <a:p>
              <a:pPr marL="457200" indent="-457200">
                <a:buFont typeface="+mj-lt"/>
                <a:buAutoNum type="arabicPeriod"/>
              </a:pPr>
              <a:r>
                <a:rPr lang="en-ZA" sz="2500">
                  <a:latin typeface="Montserrat"/>
                </a:rPr>
                <a:t>Use the</a:t>
              </a:r>
              <a:r>
                <a:rPr lang="en-ZA" sz="2500" b="1">
                  <a:latin typeface="Montserrat"/>
                </a:rPr>
                <a:t> proposed Hub as a pre-sorting point </a:t>
              </a:r>
              <a:r>
                <a:rPr lang="en-ZA" sz="2500">
                  <a:latin typeface="Montserrat"/>
                </a:rPr>
                <a:t>to direct customers into the correct flow before joining the unified queue.</a:t>
              </a:r>
              <a:endParaRPr lang="en-ZA" sz="2500">
                <a:latin typeface="Montserrat" pitchFamily="2" charset="77"/>
                <a:ea typeface="Calibri"/>
                <a:cs typeface="Calibri"/>
              </a:endParaRPr>
            </a:p>
            <a:p>
              <a:pPr marL="457200" indent="-457200">
                <a:buFont typeface="+mj-lt"/>
                <a:buAutoNum type="arabicPeriod"/>
              </a:pPr>
              <a:r>
                <a:rPr lang="en-ZA" sz="2500">
                  <a:latin typeface="Montserrat"/>
                </a:rPr>
                <a:t>Keep </a:t>
              </a:r>
              <a:r>
                <a:rPr lang="en-ZA" sz="2500" b="1">
                  <a:latin typeface="Montserrat"/>
                </a:rPr>
                <a:t>collections as a distinct workflow</a:t>
              </a:r>
              <a:r>
                <a:rPr lang="en-ZA" sz="2500">
                  <a:latin typeface="Montserrat"/>
                </a:rPr>
                <a:t> due to high rework and parcel mismatches (1 in 5 stores) to avoid blocking acute cases.</a:t>
              </a:r>
              <a:endParaRPr lang="en-ZA" sz="2500">
                <a:latin typeface="Montserrat" pitchFamily="2" charset="77"/>
                <a:ea typeface="Calibri"/>
                <a:cs typeface="Calibri"/>
              </a:endParaRPr>
            </a:p>
            <a:p>
              <a:pPr marL="457200" indent="-457200">
                <a:buFont typeface="+mj-lt"/>
                <a:buAutoNum type="arabicPeriod"/>
              </a:pPr>
              <a:r>
                <a:rPr lang="en-ZA" sz="2500">
                  <a:latin typeface="Montserrat"/>
                </a:rPr>
                <a:t>Deploy</a:t>
              </a:r>
              <a:r>
                <a:rPr lang="en-ZA" sz="2500" b="1">
                  <a:latin typeface="Montserrat"/>
                </a:rPr>
                <a:t> digital queue visibility </a:t>
              </a:r>
              <a:r>
                <a:rPr lang="en-ZA" sz="2500">
                  <a:latin typeface="Montserrat"/>
                </a:rPr>
                <a:t>at dispensary to reduce uncertainty and silent waiting.</a:t>
              </a:r>
              <a:endParaRPr lang="en-ZA" sz="2500">
                <a:latin typeface="Montserrat" pitchFamily="2" charset="77"/>
                <a:ea typeface="Calibri"/>
                <a:cs typeface="Calibri"/>
              </a:endParaRPr>
            </a:p>
            <a:p>
              <a:pPr marL="457200" indent="-457200">
                <a:buFont typeface="+mj-lt"/>
                <a:buAutoNum type="arabicPeriod"/>
              </a:pPr>
              <a:r>
                <a:rPr lang="en-ZA" sz="2500">
                  <a:latin typeface="Montserrat"/>
                </a:rPr>
                <a:t>Standardise </a:t>
              </a:r>
              <a:r>
                <a:rPr lang="en-ZA" sz="2500" b="1">
                  <a:latin typeface="Montserrat"/>
                </a:rPr>
                <a:t>queue lanes and signage</a:t>
              </a:r>
              <a:r>
                <a:rPr lang="en-ZA" sz="2500">
                  <a:latin typeface="Montserrat"/>
                </a:rPr>
                <a:t> (floor decals, arrows, eye-level markers) to support the unified queue.</a:t>
              </a:r>
              <a:endParaRPr lang="en-ZA" sz="2500">
                <a:latin typeface="Montserrat" pitchFamily="2" charset="77"/>
              </a:endParaRPr>
            </a:p>
            <a:p>
              <a:pPr marL="457200" indent="-457200">
                <a:buFont typeface="+mj-lt"/>
                <a:buAutoNum type="arabicPeriod"/>
              </a:pPr>
              <a:r>
                <a:rPr lang="en-ZA" sz="2500">
                  <a:latin typeface="Montserrat"/>
                </a:rPr>
                <a:t>Introduce a </a:t>
              </a:r>
              <a:r>
                <a:rPr lang="en-ZA" sz="2500" b="1">
                  <a:latin typeface="Montserrat"/>
                </a:rPr>
                <a:t>queue-less or virtual queuing</a:t>
              </a:r>
              <a:r>
                <a:rPr lang="en-ZA" sz="2500">
                  <a:latin typeface="Montserrat"/>
                </a:rPr>
                <a:t> system.</a:t>
              </a:r>
            </a:p>
            <a:p>
              <a:pPr marL="457200" indent="-457200">
                <a:buFont typeface="+mj-lt"/>
                <a:buAutoNum type="arabicPeriod"/>
              </a:pPr>
              <a:r>
                <a:rPr lang="en-ZA" sz="2500">
                  <a:latin typeface="Montserrat"/>
                </a:rPr>
                <a:t>Introduce </a:t>
              </a:r>
              <a:r>
                <a:rPr lang="en-ZA" sz="2500" b="1">
                  <a:latin typeface="Montserrat"/>
                </a:rPr>
                <a:t>roaming POS services</a:t>
              </a:r>
              <a:r>
                <a:rPr lang="en-ZA" sz="2500">
                  <a:latin typeface="Montserrat"/>
                </a:rPr>
                <a:t> near the Pharmacy counter for </a:t>
              </a:r>
              <a:r>
                <a:rPr lang="en-ZA" sz="2500" b="1">
                  <a:latin typeface="Montserrat"/>
                </a:rPr>
                <a:t>easy payments.</a:t>
              </a:r>
              <a:endParaRPr lang="en-ZA" sz="2500" b="1">
                <a:latin typeface="Montserrat" panose="02000505000000020004" pitchFamily="2" charset="77"/>
              </a:endParaRPr>
            </a:p>
            <a:p>
              <a:pPr marL="457200" indent="-457200">
                <a:buFont typeface="+mj-lt"/>
                <a:buAutoNum type="arabicPeriod"/>
              </a:pPr>
              <a:r>
                <a:rPr lang="en-ZA" sz="2500">
                  <a:latin typeface="Montserrat"/>
                </a:rPr>
                <a:t>Introduce </a:t>
              </a:r>
              <a:r>
                <a:rPr lang="en-ZA" sz="2500" b="1">
                  <a:latin typeface="Montserrat"/>
                </a:rPr>
                <a:t>self-service checkout</a:t>
              </a:r>
              <a:r>
                <a:rPr lang="en-ZA" sz="2500">
                  <a:latin typeface="Montserrat"/>
                </a:rPr>
                <a:t> or </a:t>
              </a:r>
              <a:r>
                <a:rPr lang="en-ZA" sz="2500" b="1">
                  <a:latin typeface="Montserrat"/>
                </a:rPr>
                <a:t>quick check-out</a:t>
              </a:r>
              <a:r>
                <a:rPr lang="en-ZA" sz="2500">
                  <a:latin typeface="Montserrat"/>
                </a:rPr>
                <a:t> for Pharmacy customers.</a:t>
              </a:r>
              <a:endParaRPr lang="en-ZA" sz="2500">
                <a:latin typeface="Montserrat" panose="02000505000000020004" pitchFamily="2" charset="77"/>
              </a:endParaRPr>
            </a:p>
            <a:p>
              <a:pPr marL="514350" indent="-514350">
                <a:buAutoNum type="arabicPeriod"/>
              </a:pPr>
              <a:endParaRPr lang="en-ZA" sz="2500">
                <a:latin typeface="Montserrat"/>
              </a:endParaRPr>
            </a:p>
            <a:p>
              <a:pPr marL="457200" indent="-457200">
                <a:buAutoNum type="arabicPeriod"/>
              </a:pPr>
              <a:endParaRPr lang="en-ZA" sz="2800" b="1">
                <a:latin typeface="Montserrat" panose="02000505000000020004" pitchFamily="2" charset="77"/>
              </a:endParaRPr>
            </a:p>
          </p:txBody>
        </p:sp>
      </p:grpSp>
      <p:sp>
        <p:nvSpPr>
          <p:cNvPr id="10" name="TextBox 9">
            <a:extLst>
              <a:ext uri="{FF2B5EF4-FFF2-40B4-BE49-F238E27FC236}">
                <a16:creationId xmlns:a16="http://schemas.microsoft.com/office/drawing/2014/main" id="{96DA19EA-F246-9E72-A61F-3E554DF05C95}"/>
              </a:ext>
            </a:extLst>
          </p:cNvPr>
          <p:cNvSpPr txBox="1"/>
          <p:nvPr/>
        </p:nvSpPr>
        <p:spPr>
          <a:xfrm>
            <a:off x="1257495" y="3770009"/>
            <a:ext cx="8619525" cy="4560351"/>
          </a:xfrm>
          <a:prstGeom prst="rect">
            <a:avLst/>
          </a:prstGeom>
          <a:noFill/>
        </p:spPr>
        <p:txBody>
          <a:bodyPr wrap="square" lIns="182880" tIns="91440" rIns="182880" bIns="91440" anchor="t">
            <a:spAutoFit/>
          </a:bodyPr>
          <a:lstStyle/>
          <a:p>
            <a:pPr eaLnBrk="0" fontAlgn="base"/>
            <a:r>
              <a:rPr lang="en-US" sz="3000" b="1">
                <a:latin typeface="Montserrat"/>
              </a:rPr>
              <a:t>Insight (why it matters):</a:t>
            </a:r>
            <a:br>
              <a:rPr lang="en-US">
                <a:latin typeface="Montserrat"/>
              </a:rPr>
            </a:br>
            <a:endParaRPr lang="en-US">
              <a:latin typeface="Montserrat"/>
            </a:endParaRPr>
          </a:p>
          <a:p>
            <a:pPr>
              <a:spcBef>
                <a:spcPct val="0"/>
              </a:spcBef>
              <a:spcAft>
                <a:spcPct val="0"/>
              </a:spcAft>
            </a:pPr>
            <a:r>
              <a:rPr lang="en-US" sz="2600">
                <a:latin typeface="Montserrat"/>
              </a:rPr>
              <a:t>Queue and workflow delays add </a:t>
            </a:r>
            <a:r>
              <a:rPr lang="en-US" sz="2600" b="1">
                <a:latin typeface="Montserrat"/>
              </a:rPr>
              <a:t>avoidable labour and rework across the process, </a:t>
            </a:r>
            <a:r>
              <a:rPr lang="en-US" sz="2600">
                <a:latin typeface="Montserrat"/>
              </a:rPr>
              <a:t>increasing the cost of dispensing. For customers, the same inefficiencies show up as </a:t>
            </a:r>
            <a:r>
              <a:rPr lang="en-US" sz="2600" b="1">
                <a:latin typeface="Montserrat"/>
              </a:rPr>
              <a:t>long waits, confusing queue transitions, </a:t>
            </a:r>
            <a:r>
              <a:rPr lang="en-US" sz="2600">
                <a:latin typeface="Montserrat"/>
              </a:rPr>
              <a:t>and </a:t>
            </a:r>
            <a:r>
              <a:rPr lang="en-US" sz="2600" b="1">
                <a:latin typeface="Montserrat"/>
              </a:rPr>
              <a:t>inconsistent handovers </a:t>
            </a:r>
            <a:r>
              <a:rPr lang="en-US" sz="2600">
                <a:latin typeface="Montserrat"/>
              </a:rPr>
              <a:t>which lowers perceived service quality.</a:t>
            </a:r>
            <a:endParaRPr lang="en-US" sz="2600"/>
          </a:p>
          <a:p>
            <a:pPr marL="342900" indent="-342900">
              <a:spcBef>
                <a:spcPct val="0"/>
              </a:spcBef>
              <a:spcAft>
                <a:spcPct val="0"/>
              </a:spcAft>
              <a:buFont typeface="Arial" panose="020B0604020202020204" pitchFamily="34" charset="0"/>
              <a:buChar char="•"/>
            </a:pPr>
            <a:endParaRPr lang="en-US">
              <a:latin typeface="Montserrat"/>
            </a:endParaRPr>
          </a:p>
        </p:txBody>
      </p:sp>
      <p:pic>
        <p:nvPicPr>
          <p:cNvPr id="12" name="Graphic 11" descr="Lightbulb and gear outline">
            <a:extLst>
              <a:ext uri="{FF2B5EF4-FFF2-40B4-BE49-F238E27FC236}">
                <a16:creationId xmlns:a16="http://schemas.microsoft.com/office/drawing/2014/main" id="{CC6EE4AB-697B-6B35-9C9E-6A9F9CD4092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6745" y="3765690"/>
            <a:ext cx="914400" cy="914400"/>
          </a:xfrm>
          <a:prstGeom prst="rect">
            <a:avLst/>
          </a:prstGeom>
        </p:spPr>
      </p:pic>
      <p:grpSp>
        <p:nvGrpSpPr>
          <p:cNvPr id="20" name="Group 19">
            <a:extLst>
              <a:ext uri="{FF2B5EF4-FFF2-40B4-BE49-F238E27FC236}">
                <a16:creationId xmlns:a16="http://schemas.microsoft.com/office/drawing/2014/main" id="{D1C8E5EB-6F4D-2A65-C216-DA74BB964728}"/>
              </a:ext>
            </a:extLst>
          </p:cNvPr>
          <p:cNvGrpSpPr/>
          <p:nvPr/>
        </p:nvGrpSpPr>
        <p:grpSpPr>
          <a:xfrm>
            <a:off x="21435673" y="786588"/>
            <a:ext cx="2254250" cy="662428"/>
            <a:chOff x="20532598" y="786588"/>
            <a:chExt cx="2254250" cy="662428"/>
          </a:xfrm>
        </p:grpSpPr>
        <p:sp>
          <p:nvSpPr>
            <p:cNvPr id="18" name="Oval 17">
              <a:extLst>
                <a:ext uri="{FF2B5EF4-FFF2-40B4-BE49-F238E27FC236}">
                  <a16:creationId xmlns:a16="http://schemas.microsoft.com/office/drawing/2014/main" id="{F0396E9B-F4C8-6445-BD90-B96C3F8CCCEE}"/>
                </a:ext>
              </a:extLst>
            </p:cNvPr>
            <p:cNvSpPr/>
            <p:nvPr/>
          </p:nvSpPr>
          <p:spPr>
            <a:xfrm>
              <a:off x="20532598" y="786588"/>
              <a:ext cx="658368" cy="662428"/>
            </a:xfrm>
            <a:prstGeom prst="ellipse">
              <a:avLst/>
            </a:prstGeom>
            <a:solidFill>
              <a:srgbClr val="C7353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9" name="TextBox 18">
              <a:extLst>
                <a:ext uri="{FF2B5EF4-FFF2-40B4-BE49-F238E27FC236}">
                  <a16:creationId xmlns:a16="http://schemas.microsoft.com/office/drawing/2014/main" id="{09E45BEA-C370-F86B-7CC7-50258979911A}"/>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High</a:t>
              </a:r>
            </a:p>
          </p:txBody>
        </p:sp>
      </p:grpSp>
    </p:spTree>
    <p:extLst>
      <p:ext uri="{BB962C8B-B14F-4D97-AF65-F5344CB8AC3E}">
        <p14:creationId xmlns:p14="http://schemas.microsoft.com/office/powerpoint/2010/main" val="206386329"/>
      </p:ext>
    </p:extLst>
  </p:cSld>
  <p:clrMapOvr>
    <a:masterClrMapping/>
  </p:clrMapOvr>
  <p:transition spd="med"/>
  <p:extLst>
    <p:ext uri="{6950BFC3-D8DA-4A85-94F7-54DA5524770B}">
      <p188:commentRel xmlns:p188="http://schemas.microsoft.com/office/powerpoint/2018/8/main" r:id="rId4"/>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B0ED6-4A2F-37DB-5C58-090877F53417}"/>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49BA0DEA-5102-9B92-21B1-70E39ECEE709}"/>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49BA0DEA-5102-9B92-21B1-70E39ECEE709}"/>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BD30AD38-4F49-8C08-E584-ABB3D702F4BC}"/>
              </a:ext>
            </a:extLst>
          </p:cNvPr>
          <p:cNvPicPr>
            <a:picLocks noChangeAspect="1"/>
          </p:cNvPicPr>
          <p:nvPr/>
        </p:nvPicPr>
        <p:blipFill>
          <a:blip r:embed="rId6"/>
          <a:stretch>
            <a:fillRect/>
          </a:stretch>
        </p:blipFill>
        <p:spPr>
          <a:xfrm>
            <a:off x="249836" y="466148"/>
            <a:ext cx="1219200" cy="1295400"/>
          </a:xfrm>
          <a:prstGeom prst="rect">
            <a:avLst/>
          </a:prstGeom>
        </p:spPr>
      </p:pic>
      <p:sp>
        <p:nvSpPr>
          <p:cNvPr id="4" name="TextBox 3">
            <a:extLst>
              <a:ext uri="{FF2B5EF4-FFF2-40B4-BE49-F238E27FC236}">
                <a16:creationId xmlns:a16="http://schemas.microsoft.com/office/drawing/2014/main" id="{78264D91-2535-79D1-4C85-6BEC00DB285F}"/>
              </a:ext>
            </a:extLst>
          </p:cNvPr>
          <p:cNvSpPr txBox="1"/>
          <p:nvPr/>
        </p:nvSpPr>
        <p:spPr>
          <a:xfrm>
            <a:off x="855769" y="5901799"/>
            <a:ext cx="10443700" cy="7573484"/>
          </a:xfrm>
          <a:prstGeom prst="rect">
            <a:avLst/>
          </a:prstGeom>
          <a:noFill/>
        </p:spPr>
        <p:txBody>
          <a:bodyPr wrap="square" lIns="182880" tIns="91440" rIns="182880" bIns="91440" anchor="t">
            <a:spAutoFit/>
          </a:bodyPr>
          <a:lstStyle/>
          <a:p>
            <a:r>
              <a:rPr lang="en-US" sz="3000" b="1">
                <a:latin typeface="Montserrat"/>
              </a:rPr>
              <a:t>Themes/results:</a:t>
            </a:r>
            <a:br>
              <a:rPr lang="en-US" sz="3000" b="1">
                <a:latin typeface="Montserrat"/>
              </a:rPr>
            </a:br>
            <a:endParaRPr lang="en-US"/>
          </a:p>
          <a:p>
            <a:pPr marL="342900" indent="-342900">
              <a:buFont typeface="Arial" panose="020B0604020202020204" pitchFamily="34" charset="0"/>
              <a:buChar char="•"/>
            </a:pPr>
            <a:r>
              <a:rPr lang="en-US" b="1">
                <a:latin typeface="Montserrat"/>
              </a:rPr>
              <a:t>20% </a:t>
            </a:r>
            <a:r>
              <a:rPr lang="en-US">
                <a:latin typeface="Montserrat"/>
              </a:rPr>
              <a:t>of stores explicitly cite</a:t>
            </a:r>
            <a:r>
              <a:rPr lang="en-US" b="1">
                <a:latin typeface="Montserrat"/>
              </a:rPr>
              <a:t> parcel mismatches, missing items,</a:t>
            </a:r>
            <a:r>
              <a:rPr lang="en-US">
                <a:latin typeface="Montserrat"/>
              </a:rPr>
              <a:t> or incorrect packs as a major daily friction point.</a:t>
            </a:r>
            <a:endParaRPr lang="en-US">
              <a:latin typeface="Helvetica Neue Medium"/>
            </a:endParaRPr>
          </a:p>
          <a:p>
            <a:pPr marL="342900" indent="-342900">
              <a:spcBef>
                <a:spcPct val="0"/>
              </a:spcBef>
              <a:spcAft>
                <a:spcPct val="0"/>
              </a:spcAft>
              <a:buFont typeface="Arial" panose="020B0604020202020204" pitchFamily="34" charset="0"/>
              <a:buChar char="•"/>
            </a:pPr>
            <a:r>
              <a:rPr lang="en-US">
                <a:latin typeface="Montserrat"/>
              </a:rPr>
              <a:t>Collections is the </a:t>
            </a:r>
            <a:r>
              <a:rPr lang="en-US" b="1">
                <a:latin typeface="Montserrat"/>
              </a:rPr>
              <a:t>most frequently mentioned high-friction</a:t>
            </a:r>
            <a:r>
              <a:rPr lang="en-US">
                <a:latin typeface="Montserrat"/>
              </a:rPr>
              <a:t> stage across Q8 and Q15/Q16.</a:t>
            </a:r>
            <a:endParaRPr lang="en-US"/>
          </a:p>
          <a:p>
            <a:pPr marL="342900" indent="-342900">
              <a:spcBef>
                <a:spcPct val="0"/>
              </a:spcBef>
              <a:spcAft>
                <a:spcPct val="0"/>
              </a:spcAft>
              <a:buFont typeface="Arial" panose="020B0604020202020204" pitchFamily="34" charset="0"/>
              <a:buChar char="•"/>
            </a:pPr>
            <a:r>
              <a:rPr lang="en-US">
                <a:latin typeface="Montserrat"/>
              </a:rPr>
              <a:t>On-the-spot rework (correcting packs, fixing mismatches, reversing scripts, reprinting labels) creates </a:t>
            </a:r>
            <a:r>
              <a:rPr lang="en-US" b="1">
                <a:latin typeface="Montserrat"/>
              </a:rPr>
              <a:t>real-time delays </a:t>
            </a:r>
            <a:r>
              <a:rPr lang="en-US">
                <a:latin typeface="Montserrat"/>
              </a:rPr>
              <a:t>at the counter.</a:t>
            </a:r>
            <a:endParaRPr lang="en-US"/>
          </a:p>
          <a:p>
            <a:pPr marL="342900" indent="-342900">
              <a:spcBef>
                <a:spcPct val="0"/>
              </a:spcBef>
              <a:spcAft>
                <a:spcPct val="0"/>
              </a:spcAft>
              <a:buFont typeface="Arial,Sans-Serif" panose="020B0604020202020204" pitchFamily="34" charset="0"/>
              <a:buChar char="•"/>
            </a:pPr>
            <a:r>
              <a:rPr lang="en-US">
                <a:latin typeface="Montserrat"/>
              </a:rPr>
              <a:t>Inconsistent rollout of Pick &amp; Pack results in hybrid workflows, where some stores benefit while others experience</a:t>
            </a:r>
            <a:r>
              <a:rPr lang="en-US" b="1">
                <a:latin typeface="Montserrat"/>
              </a:rPr>
              <a:t> slower throughput</a:t>
            </a:r>
            <a:r>
              <a:rPr lang="en-US">
                <a:latin typeface="Montserrat"/>
              </a:rPr>
              <a:t> than before.</a:t>
            </a:r>
          </a:p>
          <a:p>
            <a:pPr marL="342900" indent="-342900">
              <a:spcBef>
                <a:spcPct val="0"/>
              </a:spcBef>
              <a:spcAft>
                <a:spcPct val="0"/>
              </a:spcAft>
              <a:buFont typeface="Arial,Sans-Serif" panose="020B0604020202020204" pitchFamily="34" charset="0"/>
              <a:buChar char="•"/>
            </a:pPr>
            <a:r>
              <a:rPr lang="en-US">
                <a:latin typeface="Montserrat"/>
              </a:rPr>
              <a:t>Collections rework increases queue length, staff pressure, and overall cost of dispensing due to repeated manual intervention.</a:t>
            </a:r>
            <a:endParaRPr lang="en-US"/>
          </a:p>
          <a:p>
            <a:pPr>
              <a:spcBef>
                <a:spcPct val="0"/>
              </a:spcBef>
              <a:spcAft>
                <a:spcPct val="0"/>
              </a:spcAft>
            </a:pPr>
            <a:endParaRPr lang="en-US">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a:p>
            <a:endParaRPr lang="en-US">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p:txBody>
      </p:sp>
      <p:sp>
        <p:nvSpPr>
          <p:cNvPr id="15" name="TextBox 14">
            <a:extLst>
              <a:ext uri="{FF2B5EF4-FFF2-40B4-BE49-F238E27FC236}">
                <a16:creationId xmlns:a16="http://schemas.microsoft.com/office/drawing/2014/main" id="{F671B4FE-52F9-A89C-236D-B56329D9DEB8}"/>
              </a:ext>
            </a:extLst>
          </p:cNvPr>
          <p:cNvSpPr txBox="1"/>
          <p:nvPr/>
        </p:nvSpPr>
        <p:spPr>
          <a:xfrm>
            <a:off x="857901" y="2332659"/>
            <a:ext cx="12012498"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3. Collections mismatches &amp; parcel rework</a:t>
            </a:r>
          </a:p>
        </p:txBody>
      </p:sp>
      <p:grpSp>
        <p:nvGrpSpPr>
          <p:cNvPr id="38" name="Group 37">
            <a:extLst>
              <a:ext uri="{FF2B5EF4-FFF2-40B4-BE49-F238E27FC236}">
                <a16:creationId xmlns:a16="http://schemas.microsoft.com/office/drawing/2014/main" id="{4917DAE9-F6BC-F073-8A88-FD62116FC0E4}"/>
              </a:ext>
            </a:extLst>
          </p:cNvPr>
          <p:cNvGrpSpPr/>
          <p:nvPr/>
        </p:nvGrpSpPr>
        <p:grpSpPr>
          <a:xfrm>
            <a:off x="12781733" y="6568964"/>
            <a:ext cx="8908681" cy="3642020"/>
            <a:chOff x="761564" y="4190759"/>
            <a:chExt cx="5245154" cy="1485132"/>
          </a:xfrm>
        </p:grpSpPr>
        <p:sp>
          <p:nvSpPr>
            <p:cNvPr id="39" name="Rounded Rectangle 1">
              <a:extLst>
                <a:ext uri="{FF2B5EF4-FFF2-40B4-BE49-F238E27FC236}">
                  <a16:creationId xmlns:a16="http://schemas.microsoft.com/office/drawing/2014/main" id="{DE6C1185-7154-3806-3CD3-2BDC8C047A72}"/>
                </a:ext>
              </a:extLst>
            </p:cNvPr>
            <p:cNvSpPr/>
            <p:nvPr/>
          </p:nvSpPr>
          <p:spPr>
            <a:xfrm>
              <a:off x="761564" y="4260806"/>
              <a:ext cx="5245154" cy="1415085"/>
            </a:xfrm>
            <a:prstGeom prst="roundRect">
              <a:avLst>
                <a:gd name="adj" fmla="val 8379"/>
              </a:avLst>
            </a:prstGeom>
            <a:solidFill>
              <a:srgbClr val="DCD3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40" name="TextBox 11">
              <a:extLst>
                <a:ext uri="{FF2B5EF4-FFF2-40B4-BE49-F238E27FC236}">
                  <a16:creationId xmlns:a16="http://schemas.microsoft.com/office/drawing/2014/main" id="{3935BA87-D644-2C94-ABCB-8EC1B5655C9C}"/>
                </a:ext>
              </a:extLst>
            </p:cNvPr>
            <p:cNvSpPr txBox="1"/>
            <p:nvPr/>
          </p:nvSpPr>
          <p:spPr>
            <a:xfrm>
              <a:off x="1601211" y="4454781"/>
              <a:ext cx="4041430" cy="460586"/>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ZA" sz="2800">
                <a:latin typeface="Montserrat" panose="02000505000000020004" pitchFamily="2" charset="77"/>
              </a:endParaRPr>
            </a:p>
          </p:txBody>
        </p:sp>
        <p:sp>
          <p:nvSpPr>
            <p:cNvPr id="41" name="TextBox 17">
              <a:extLst>
                <a:ext uri="{FF2B5EF4-FFF2-40B4-BE49-F238E27FC236}">
                  <a16:creationId xmlns:a16="http://schemas.microsoft.com/office/drawing/2014/main" id="{0714D67F-5375-5390-52FC-E049C5C26F8A}"/>
                </a:ext>
              </a:extLst>
            </p:cNvPr>
            <p:cNvSpPr txBox="1"/>
            <p:nvPr/>
          </p:nvSpPr>
          <p:spPr>
            <a:xfrm>
              <a:off x="787146" y="4190759"/>
              <a:ext cx="524746" cy="948648"/>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0" b="1" noProof="1">
                  <a:solidFill>
                    <a:srgbClr val="FFDD04"/>
                  </a:solidFill>
                  <a:latin typeface="Montserrat"/>
                </a:rPr>
                <a:t>“</a:t>
              </a:r>
            </a:p>
          </p:txBody>
        </p:sp>
      </p:grpSp>
      <p:sp>
        <p:nvSpPr>
          <p:cNvPr id="43" name="TextBox 11">
            <a:extLst>
              <a:ext uri="{FF2B5EF4-FFF2-40B4-BE49-F238E27FC236}">
                <a16:creationId xmlns:a16="http://schemas.microsoft.com/office/drawing/2014/main" id="{899EDEFE-2E8B-88A4-5E29-D021E55A1754}"/>
              </a:ext>
            </a:extLst>
          </p:cNvPr>
          <p:cNvSpPr txBox="1"/>
          <p:nvPr/>
        </p:nvSpPr>
        <p:spPr>
          <a:xfrm>
            <a:off x="13585799" y="6884397"/>
            <a:ext cx="8082860" cy="4052520"/>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2600" i="1">
                <a:latin typeface="Montserrat"/>
              </a:rPr>
              <a:t>Most of the problems and confusion arise at the collection counter — it takes time to resolve.”</a:t>
            </a:r>
            <a:endParaRPr lang="en-US" sz="2600"/>
          </a:p>
          <a:p>
            <a:br>
              <a:rPr lang="en-ZA" sz="2600" i="1">
                <a:latin typeface="Montserrat"/>
              </a:rPr>
            </a:br>
            <a:r>
              <a:rPr lang="en-ZA" sz="2600" i="1">
                <a:latin typeface="Montserrat"/>
              </a:rPr>
              <a:t>“Call centre processes medication the client doesn’t want; we have to reverse the script and correct it.”</a:t>
            </a:r>
            <a:endParaRPr lang="en-ZA" sz="2600"/>
          </a:p>
          <a:p>
            <a:endParaRPr lang="en-ZA" sz="2400" i="1">
              <a:latin typeface="Montserrat"/>
            </a:endParaRPr>
          </a:p>
          <a:p>
            <a:endParaRPr lang="en-ZA" sz="2400" i="1">
              <a:latin typeface="Montserrat"/>
            </a:endParaRPr>
          </a:p>
        </p:txBody>
      </p:sp>
      <p:sp>
        <p:nvSpPr>
          <p:cNvPr id="6" name="TextBox 5">
            <a:extLst>
              <a:ext uri="{FF2B5EF4-FFF2-40B4-BE49-F238E27FC236}">
                <a16:creationId xmlns:a16="http://schemas.microsoft.com/office/drawing/2014/main" id="{172BFE04-E791-FD7E-72BC-C364FE113605}"/>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Top 3 Friction Points: # 3 </a:t>
            </a:r>
            <a:endParaRPr lang="en-US">
              <a:latin typeface="Montserrat Light"/>
            </a:endParaRPr>
          </a:p>
        </p:txBody>
      </p:sp>
      <p:sp>
        <p:nvSpPr>
          <p:cNvPr id="13" name="TextBox 12">
            <a:extLst>
              <a:ext uri="{FF2B5EF4-FFF2-40B4-BE49-F238E27FC236}">
                <a16:creationId xmlns:a16="http://schemas.microsoft.com/office/drawing/2014/main" id="{1B651961-382E-C099-0AF9-6ABF87D7930F}"/>
              </a:ext>
            </a:extLst>
          </p:cNvPr>
          <p:cNvSpPr txBox="1"/>
          <p:nvPr/>
        </p:nvSpPr>
        <p:spPr>
          <a:xfrm>
            <a:off x="855349" y="3418027"/>
            <a:ext cx="21255859" cy="3003002"/>
          </a:xfrm>
          <a:prstGeom prst="rect">
            <a:avLst/>
          </a:prstGeom>
          <a:noFill/>
        </p:spPr>
        <p:txBody>
          <a:bodyPr wrap="square" lIns="182880" tIns="91440" rIns="182880" bIns="91440" anchor="t">
            <a:spAutoFit/>
          </a:bodyPr>
          <a:lstStyle/>
          <a:p>
            <a:r>
              <a:rPr lang="en-US" sz="3000" b="1">
                <a:latin typeface="Montserrat"/>
              </a:rPr>
              <a:t>Collections is the highest-friction stage due to mismatched parcels, SMS misunderstandings, and real-time rework at the counter.</a:t>
            </a:r>
            <a:endParaRPr lang="en-US"/>
          </a:p>
          <a:p>
            <a:endParaRPr lang="en-US" sz="3000" b="1">
              <a:latin typeface="Montserrat"/>
            </a:endParaRPr>
          </a:p>
          <a:p>
            <a:r>
              <a:rPr lang="en-US" i="1">
                <a:latin typeface="Montserrat"/>
              </a:rPr>
              <a:t>Based on Q8 (Open-ended: Intake &amp; friction points), Q21 (Steps that take the most time) andQ15/Q16 (Collections readiness &amp; issues).</a:t>
            </a:r>
            <a:endParaRPr lang="en-US"/>
          </a:p>
          <a:p>
            <a:endParaRPr lang="en-US" sz="3000" b="1">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p:txBody>
      </p:sp>
      <p:grpSp>
        <p:nvGrpSpPr>
          <p:cNvPr id="12" name="Group 11">
            <a:extLst>
              <a:ext uri="{FF2B5EF4-FFF2-40B4-BE49-F238E27FC236}">
                <a16:creationId xmlns:a16="http://schemas.microsoft.com/office/drawing/2014/main" id="{46834F7F-1C9B-58E0-9A5F-7B66665DE4C2}"/>
              </a:ext>
            </a:extLst>
          </p:cNvPr>
          <p:cNvGrpSpPr/>
          <p:nvPr/>
        </p:nvGrpSpPr>
        <p:grpSpPr>
          <a:xfrm>
            <a:off x="21435673" y="786588"/>
            <a:ext cx="2254250" cy="662428"/>
            <a:chOff x="20532598" y="786588"/>
            <a:chExt cx="2254250" cy="662428"/>
          </a:xfrm>
        </p:grpSpPr>
        <p:sp>
          <p:nvSpPr>
            <p:cNvPr id="7" name="Oval 6">
              <a:extLst>
                <a:ext uri="{FF2B5EF4-FFF2-40B4-BE49-F238E27FC236}">
                  <a16:creationId xmlns:a16="http://schemas.microsoft.com/office/drawing/2014/main" id="{6984BD69-8A42-2A72-B907-27A94419DFA0}"/>
                </a:ext>
              </a:extLst>
            </p:cNvPr>
            <p:cNvSpPr/>
            <p:nvPr/>
          </p:nvSpPr>
          <p:spPr>
            <a:xfrm>
              <a:off x="20532598" y="786588"/>
              <a:ext cx="658368" cy="662428"/>
            </a:xfrm>
            <a:prstGeom prst="ellipse">
              <a:avLst/>
            </a:prstGeom>
            <a:solidFill>
              <a:srgbClr val="C7353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 name="TextBox 7">
              <a:extLst>
                <a:ext uri="{FF2B5EF4-FFF2-40B4-BE49-F238E27FC236}">
                  <a16:creationId xmlns:a16="http://schemas.microsoft.com/office/drawing/2014/main" id="{1C215A75-1BF0-8D28-1BD2-F1967AFD1FF6}"/>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High</a:t>
              </a:r>
            </a:p>
          </p:txBody>
        </p:sp>
      </p:grpSp>
    </p:spTree>
    <p:extLst>
      <p:ext uri="{BB962C8B-B14F-4D97-AF65-F5344CB8AC3E}">
        <p14:creationId xmlns:p14="http://schemas.microsoft.com/office/powerpoint/2010/main" val="403521303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867F7-063E-32A3-6811-C29787C9C445}"/>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6B648B70-A4FB-4F9F-0B2D-44CBF4171E12}"/>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6B648B70-A4FB-4F9F-0B2D-44CBF4171E12}"/>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B495CD0E-C703-5D01-6B8A-EA2AF9BF7645}"/>
              </a:ext>
            </a:extLst>
          </p:cNvPr>
          <p:cNvPicPr>
            <a:picLocks noChangeAspect="1"/>
          </p:cNvPicPr>
          <p:nvPr/>
        </p:nvPicPr>
        <p:blipFill>
          <a:blip r:embed="rId6"/>
          <a:stretch>
            <a:fillRect/>
          </a:stretch>
        </p:blipFill>
        <p:spPr>
          <a:xfrm>
            <a:off x="249836" y="466148"/>
            <a:ext cx="1219200" cy="1295400"/>
          </a:xfrm>
          <a:prstGeom prst="rect">
            <a:avLst/>
          </a:prstGeom>
        </p:spPr>
      </p:pic>
      <p:sp>
        <p:nvSpPr>
          <p:cNvPr id="15" name="TextBox 14">
            <a:extLst>
              <a:ext uri="{FF2B5EF4-FFF2-40B4-BE49-F238E27FC236}">
                <a16:creationId xmlns:a16="http://schemas.microsoft.com/office/drawing/2014/main" id="{D38606B1-8595-C414-0522-54FB03E39B96}"/>
              </a:ext>
            </a:extLst>
          </p:cNvPr>
          <p:cNvSpPr txBox="1"/>
          <p:nvPr/>
        </p:nvSpPr>
        <p:spPr>
          <a:xfrm>
            <a:off x="857901" y="2332659"/>
            <a:ext cx="12012498"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3. Collections mismatches &amp; parcel rework</a:t>
            </a:r>
          </a:p>
        </p:txBody>
      </p:sp>
      <p:sp>
        <p:nvSpPr>
          <p:cNvPr id="6" name="TextBox 5">
            <a:extLst>
              <a:ext uri="{FF2B5EF4-FFF2-40B4-BE49-F238E27FC236}">
                <a16:creationId xmlns:a16="http://schemas.microsoft.com/office/drawing/2014/main" id="{C0481B5E-5152-53AD-9A4A-2139B0441CD4}"/>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Top 3 Friction Points: # 3 </a:t>
            </a:r>
            <a:endParaRPr lang="en-US">
              <a:latin typeface="Montserrat Light"/>
            </a:endParaRPr>
          </a:p>
        </p:txBody>
      </p:sp>
      <p:sp>
        <p:nvSpPr>
          <p:cNvPr id="3" name="Rounded Rectangle 1">
            <a:extLst>
              <a:ext uri="{FF2B5EF4-FFF2-40B4-BE49-F238E27FC236}">
                <a16:creationId xmlns:a16="http://schemas.microsoft.com/office/drawing/2014/main" id="{B5DDBDAA-F660-28A0-A254-E636A91B1E77}"/>
              </a:ext>
            </a:extLst>
          </p:cNvPr>
          <p:cNvSpPr/>
          <p:nvPr/>
        </p:nvSpPr>
        <p:spPr>
          <a:xfrm>
            <a:off x="12354376" y="3765690"/>
            <a:ext cx="8987338" cy="8684068"/>
          </a:xfrm>
          <a:prstGeom prst="roundRect">
            <a:avLst>
              <a:gd name="adj" fmla="val 8379"/>
            </a:avLst>
          </a:prstGeom>
          <a:solidFill>
            <a:srgbClr val="C8E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14" name="TextBox 13">
            <a:extLst>
              <a:ext uri="{FF2B5EF4-FFF2-40B4-BE49-F238E27FC236}">
                <a16:creationId xmlns:a16="http://schemas.microsoft.com/office/drawing/2014/main" id="{6DEDB860-68BE-7E18-E392-B96C56BA0C6F}"/>
              </a:ext>
            </a:extLst>
          </p:cNvPr>
          <p:cNvSpPr txBox="1"/>
          <p:nvPr/>
        </p:nvSpPr>
        <p:spPr>
          <a:xfrm>
            <a:off x="1257495" y="3770009"/>
            <a:ext cx="8619525" cy="6760953"/>
          </a:xfrm>
          <a:prstGeom prst="rect">
            <a:avLst/>
          </a:prstGeom>
          <a:noFill/>
        </p:spPr>
        <p:txBody>
          <a:bodyPr wrap="square" lIns="182880" tIns="91440" rIns="182880" bIns="91440" anchor="t">
            <a:spAutoFit/>
          </a:bodyPr>
          <a:lstStyle/>
          <a:p>
            <a:pPr eaLnBrk="0" fontAlgn="base"/>
            <a:r>
              <a:rPr lang="en-US" sz="3000" b="1">
                <a:latin typeface="Montserrat"/>
              </a:rPr>
              <a:t>Insight (why it matters):</a:t>
            </a:r>
            <a:br>
              <a:rPr lang="en-US">
                <a:latin typeface="Montserrat"/>
              </a:rPr>
            </a:br>
            <a:endParaRPr lang="en-US">
              <a:latin typeface="Montserrat"/>
            </a:endParaRPr>
          </a:p>
          <a:p>
            <a:pPr>
              <a:spcBef>
                <a:spcPct val="0"/>
              </a:spcBef>
              <a:spcAft>
                <a:spcPct val="0"/>
              </a:spcAft>
            </a:pPr>
            <a:r>
              <a:rPr lang="en-US" sz="2600">
                <a:latin typeface="Montserrat"/>
              </a:rPr>
              <a:t>Collections generates the highest volume of </a:t>
            </a:r>
            <a:r>
              <a:rPr lang="en-US" sz="2600" b="1">
                <a:latin typeface="Montserrat"/>
              </a:rPr>
              <a:t>real-time rework</a:t>
            </a:r>
            <a:r>
              <a:rPr lang="en-US" sz="2600">
                <a:latin typeface="Montserrat"/>
              </a:rPr>
              <a:t> in the dispensary workflow. Incorrect, incomplete, or mismatched parcels must be fixed immediately at the counter, adding labour minutes and slowing throughput. </a:t>
            </a:r>
            <a:br>
              <a:rPr lang="en-US" sz="2600">
                <a:latin typeface="Montserrat"/>
              </a:rPr>
            </a:br>
            <a:br>
              <a:rPr lang="en-US" sz="2600">
                <a:latin typeface="Montserrat"/>
              </a:rPr>
            </a:br>
            <a:r>
              <a:rPr lang="en-US" sz="2600">
                <a:latin typeface="Montserrat"/>
              </a:rPr>
              <a:t>These interruptions </a:t>
            </a:r>
            <a:r>
              <a:rPr lang="en-US" sz="2600" b="1">
                <a:latin typeface="Montserrat"/>
              </a:rPr>
              <a:t>increase the overall cost</a:t>
            </a:r>
            <a:r>
              <a:rPr lang="en-US" sz="2600">
                <a:latin typeface="Montserrat"/>
              </a:rPr>
              <a:t> of dispensing and create highly visible delays that erode customer trust. When customers arrive before parcels are ready often due to misunderstood SMS messages which increases frustration for both customers and staff.</a:t>
            </a:r>
            <a:endParaRPr lang="en-US" sz="2600"/>
          </a:p>
          <a:p>
            <a:pPr marL="342900" indent="-342900">
              <a:spcBef>
                <a:spcPct val="0"/>
              </a:spcBef>
              <a:spcAft>
                <a:spcPct val="0"/>
              </a:spcAft>
              <a:buFont typeface="Arial" panose="020B0604020202020204" pitchFamily="34" charset="0"/>
              <a:buChar char="•"/>
            </a:pPr>
            <a:endParaRPr lang="en-US">
              <a:latin typeface="Montserrat"/>
            </a:endParaRPr>
          </a:p>
        </p:txBody>
      </p:sp>
      <p:pic>
        <p:nvPicPr>
          <p:cNvPr id="17" name="Graphic 16" descr="Lightbulb and gear outline">
            <a:extLst>
              <a:ext uri="{FF2B5EF4-FFF2-40B4-BE49-F238E27FC236}">
                <a16:creationId xmlns:a16="http://schemas.microsoft.com/office/drawing/2014/main" id="{5FB81CEB-3FD1-6735-106A-978C1478D07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6745" y="3765690"/>
            <a:ext cx="914400" cy="914400"/>
          </a:xfrm>
          <a:prstGeom prst="rect">
            <a:avLst/>
          </a:prstGeom>
        </p:spPr>
      </p:pic>
      <p:grpSp>
        <p:nvGrpSpPr>
          <p:cNvPr id="13" name="Group 12">
            <a:extLst>
              <a:ext uri="{FF2B5EF4-FFF2-40B4-BE49-F238E27FC236}">
                <a16:creationId xmlns:a16="http://schemas.microsoft.com/office/drawing/2014/main" id="{762A558F-15B2-C70F-2716-EB8096086205}"/>
              </a:ext>
            </a:extLst>
          </p:cNvPr>
          <p:cNvGrpSpPr/>
          <p:nvPr/>
        </p:nvGrpSpPr>
        <p:grpSpPr>
          <a:xfrm>
            <a:off x="21435673" y="786588"/>
            <a:ext cx="2254250" cy="662428"/>
            <a:chOff x="20532598" y="786588"/>
            <a:chExt cx="2254250" cy="662428"/>
          </a:xfrm>
        </p:grpSpPr>
        <p:sp>
          <p:nvSpPr>
            <p:cNvPr id="4" name="Oval 3">
              <a:extLst>
                <a:ext uri="{FF2B5EF4-FFF2-40B4-BE49-F238E27FC236}">
                  <a16:creationId xmlns:a16="http://schemas.microsoft.com/office/drawing/2014/main" id="{157CEECC-66A6-CE53-52E0-77C1E0A1F1A3}"/>
                </a:ext>
              </a:extLst>
            </p:cNvPr>
            <p:cNvSpPr/>
            <p:nvPr/>
          </p:nvSpPr>
          <p:spPr>
            <a:xfrm>
              <a:off x="20532598" y="786588"/>
              <a:ext cx="658368" cy="662428"/>
            </a:xfrm>
            <a:prstGeom prst="ellipse">
              <a:avLst/>
            </a:prstGeom>
            <a:solidFill>
              <a:srgbClr val="C7353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2" name="TextBox 11">
              <a:extLst>
                <a:ext uri="{FF2B5EF4-FFF2-40B4-BE49-F238E27FC236}">
                  <a16:creationId xmlns:a16="http://schemas.microsoft.com/office/drawing/2014/main" id="{1E26755E-4480-AFD8-A22F-781AF915AD3C}"/>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High</a:t>
              </a:r>
            </a:p>
          </p:txBody>
        </p:sp>
      </p:grpSp>
      <p:sp>
        <p:nvSpPr>
          <p:cNvPr id="9" name="TextBox 11">
            <a:extLst>
              <a:ext uri="{FF2B5EF4-FFF2-40B4-BE49-F238E27FC236}">
                <a16:creationId xmlns:a16="http://schemas.microsoft.com/office/drawing/2014/main" id="{B356F12D-649C-C6C9-9027-2CD47970414E}"/>
              </a:ext>
            </a:extLst>
          </p:cNvPr>
          <p:cNvSpPr txBox="1"/>
          <p:nvPr/>
        </p:nvSpPr>
        <p:spPr>
          <a:xfrm>
            <a:off x="13261855" y="3768921"/>
            <a:ext cx="7625028" cy="9177384"/>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3000" b="1">
                <a:latin typeface="Montserrat"/>
              </a:rPr>
              <a:t>Opportunities identified:</a:t>
            </a:r>
            <a:br>
              <a:rPr lang="en-ZA" sz="3000" b="1">
                <a:latin typeface="Montserrat"/>
              </a:rPr>
            </a:br>
            <a:endParaRPr lang="en-ZA" sz="2500" b="1">
              <a:latin typeface="Montserrat"/>
            </a:endParaRPr>
          </a:p>
          <a:p>
            <a:pPr marL="457200" indent="-457200">
              <a:buFont typeface="+mj-lt"/>
              <a:buAutoNum type="arabicPeriod"/>
            </a:pPr>
            <a:r>
              <a:rPr lang="en-ZA" sz="2500">
                <a:latin typeface="Montserrat"/>
              </a:rPr>
              <a:t>Provide real-time parcel readiness status and </a:t>
            </a:r>
            <a:r>
              <a:rPr lang="en-ZA" sz="2500" b="1">
                <a:latin typeface="Montserrat"/>
              </a:rPr>
              <a:t>clearer SMS/app messaging</a:t>
            </a:r>
            <a:r>
              <a:rPr lang="en-ZA" sz="2500">
                <a:latin typeface="Montserrat"/>
              </a:rPr>
              <a:t> (with a QR code or unique pin) so customers know when scripts are ready.</a:t>
            </a:r>
          </a:p>
          <a:p>
            <a:pPr marL="457200" indent="-457200">
              <a:buFont typeface="+mj-lt"/>
              <a:buAutoNum type="arabicPeriod"/>
            </a:pPr>
            <a:r>
              <a:rPr lang="en-ZA" sz="2500" b="1">
                <a:latin typeface="Montserrat"/>
              </a:rPr>
              <a:t>Improve alignment </a:t>
            </a:r>
            <a:r>
              <a:rPr lang="en-ZA" sz="2500">
                <a:latin typeface="Montserrat"/>
              </a:rPr>
              <a:t>between Adherence Centre processing and in-store workflows.</a:t>
            </a:r>
            <a:endParaRPr lang="en-ZA" sz="2500">
              <a:latin typeface="Montserrat" pitchFamily="2" charset="77"/>
            </a:endParaRPr>
          </a:p>
          <a:p>
            <a:pPr marL="457200" indent="-457200">
              <a:buFont typeface="+mj-lt"/>
              <a:buAutoNum type="arabicPeriod"/>
            </a:pPr>
            <a:r>
              <a:rPr lang="en-ZA" sz="2500">
                <a:latin typeface="Montserrat"/>
              </a:rPr>
              <a:t>Introduce </a:t>
            </a:r>
            <a:r>
              <a:rPr lang="en-ZA" sz="2500" b="1">
                <a:latin typeface="Montserrat"/>
              </a:rPr>
              <a:t>pre-verification checks</a:t>
            </a:r>
            <a:r>
              <a:rPr lang="en-ZA" sz="2500">
                <a:latin typeface="Montserrat"/>
              </a:rPr>
              <a:t> to catch mismatches before customers arrive.</a:t>
            </a:r>
            <a:endParaRPr lang="en-ZA" sz="2500">
              <a:latin typeface="Montserrat" pitchFamily="2" charset="77"/>
            </a:endParaRPr>
          </a:p>
          <a:p>
            <a:pPr marL="457200" indent="-457200">
              <a:buFont typeface="+mj-lt"/>
              <a:buAutoNum type="arabicPeriod"/>
            </a:pPr>
            <a:r>
              <a:rPr lang="en-ZA" sz="2500">
                <a:latin typeface="Montserrat"/>
              </a:rPr>
              <a:t>Use the proposed Hub to </a:t>
            </a:r>
            <a:r>
              <a:rPr lang="en-ZA" sz="2500" b="1">
                <a:latin typeface="Montserrat"/>
              </a:rPr>
              <a:t>set expectations</a:t>
            </a:r>
            <a:r>
              <a:rPr lang="en-ZA" sz="2500">
                <a:latin typeface="Montserrat"/>
              </a:rPr>
              <a:t> (“Your parcel will be ready when X is complete”).</a:t>
            </a:r>
            <a:endParaRPr lang="en-ZA" sz="2500">
              <a:latin typeface="Montserrat" pitchFamily="2" charset="77"/>
              <a:ea typeface="Calibri"/>
              <a:cs typeface="Calibri"/>
            </a:endParaRPr>
          </a:p>
          <a:p>
            <a:pPr marL="457200" indent="-457200">
              <a:buFont typeface="+mj-lt"/>
              <a:buAutoNum type="arabicPeriod"/>
            </a:pPr>
            <a:r>
              <a:rPr lang="en-ZA" sz="2500">
                <a:latin typeface="Montserrat"/>
              </a:rPr>
              <a:t>Introduce </a:t>
            </a:r>
            <a:r>
              <a:rPr lang="en-ZA" sz="2500" b="1">
                <a:latin typeface="Montserrat"/>
              </a:rPr>
              <a:t>self-service lockers</a:t>
            </a:r>
            <a:r>
              <a:rPr lang="en-ZA" sz="2500">
                <a:latin typeface="Montserrat"/>
              </a:rPr>
              <a:t> for collections.</a:t>
            </a:r>
          </a:p>
          <a:p>
            <a:pPr marL="457200" indent="-457200">
              <a:buFont typeface="+mj-lt"/>
              <a:buAutoNum type="arabicPeriod"/>
            </a:pPr>
            <a:r>
              <a:rPr lang="en-ZA" sz="2500">
                <a:latin typeface="Montserrat"/>
              </a:rPr>
              <a:t>Introduce </a:t>
            </a:r>
            <a:r>
              <a:rPr lang="en-ZA" sz="2500" b="1">
                <a:latin typeface="Montserrat"/>
              </a:rPr>
              <a:t>curb-side pick up </a:t>
            </a:r>
            <a:r>
              <a:rPr lang="en-ZA" sz="2500">
                <a:latin typeface="Montserrat"/>
              </a:rPr>
              <a:t>where possible.</a:t>
            </a:r>
          </a:p>
          <a:p>
            <a:pPr marL="514350" indent="-514350">
              <a:buAutoNum type="arabicPeriod"/>
            </a:pPr>
            <a:endParaRPr lang="en-ZA" sz="2500">
              <a:highlight>
                <a:srgbClr val="FFFF00"/>
              </a:highlight>
              <a:latin typeface="Montserrat"/>
            </a:endParaRPr>
          </a:p>
          <a:p>
            <a:endParaRPr lang="en-ZA" sz="2500">
              <a:latin typeface="Montserrat"/>
            </a:endParaRPr>
          </a:p>
          <a:p>
            <a:pPr marL="457200" indent="-457200">
              <a:buAutoNum type="arabicPeriod"/>
            </a:pPr>
            <a:endParaRPr lang="en-ZA" sz="2800" b="1">
              <a:latin typeface="Montserrat" panose="02000505000000020004" pitchFamily="2" charset="77"/>
            </a:endParaRPr>
          </a:p>
        </p:txBody>
      </p:sp>
    </p:spTree>
    <p:extLst>
      <p:ext uri="{BB962C8B-B14F-4D97-AF65-F5344CB8AC3E}">
        <p14:creationId xmlns:p14="http://schemas.microsoft.com/office/powerpoint/2010/main" val="288805971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FEBAF-C532-377C-F1AF-307859770F29}"/>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9DEB3073-991A-95E7-0EC2-ADB7880355A5}"/>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9DEB3073-991A-95E7-0EC2-ADB7880355A5}"/>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F5237F3C-7A98-DA49-EAC9-E00FB5FB70E3}"/>
              </a:ext>
            </a:extLst>
          </p:cNvPr>
          <p:cNvPicPr>
            <a:picLocks noChangeAspect="1"/>
          </p:cNvPicPr>
          <p:nvPr/>
        </p:nvPicPr>
        <p:blipFill>
          <a:blip r:embed="rId6"/>
          <a:stretch>
            <a:fillRect/>
          </a:stretch>
        </p:blipFill>
        <p:spPr>
          <a:xfrm>
            <a:off x="249836" y="466148"/>
            <a:ext cx="1219200" cy="1295400"/>
          </a:xfrm>
          <a:prstGeom prst="rect">
            <a:avLst/>
          </a:prstGeom>
        </p:spPr>
      </p:pic>
      <p:sp>
        <p:nvSpPr>
          <p:cNvPr id="4" name="01 Section header">
            <a:extLst>
              <a:ext uri="{FF2B5EF4-FFF2-40B4-BE49-F238E27FC236}">
                <a16:creationId xmlns:a16="http://schemas.microsoft.com/office/drawing/2014/main" id="{A3F957A4-A0BF-3182-C936-EF91FFEDD16A}"/>
              </a:ext>
            </a:extLst>
          </p:cNvPr>
          <p:cNvSpPr txBox="1">
            <a:spLocks/>
          </p:cNvSpPr>
          <p:nvPr/>
        </p:nvSpPr>
        <p:spPr>
          <a:xfrm>
            <a:off x="3622044" y="5231138"/>
            <a:ext cx="18633038" cy="1605398"/>
          </a:xfrm>
          <a:prstGeom prst="rect">
            <a:avLst/>
          </a:prstGeom>
        </p:spPr>
        <p:txBody>
          <a:bodyPr lIns="91440" tIns="45720" rIns="91440" bIns="45720" anchor="t"/>
          <a:lstStyle>
            <a:lvl1pPr marL="0" marR="0" indent="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1pPr>
            <a:lvl2pPr marL="0" marR="0" indent="457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2pPr>
            <a:lvl3pPr marL="0" marR="0" indent="914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3pPr>
            <a:lvl4pPr marL="0" marR="0" indent="1371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4pPr>
            <a:lvl5pPr marL="0" marR="0" indent="18288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5pPr>
            <a:lvl6pPr marL="0" marR="0" indent="22860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6pPr>
            <a:lvl7pPr marL="0" marR="0" indent="2743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7pPr>
            <a:lvl8pPr marL="0" marR="0" indent="3200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8pPr>
            <a:lvl9pPr marL="0" marR="0" indent="3657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9pPr>
          </a:lstStyle>
          <a:p>
            <a:pPr hangingPunct="1">
              <a:defRPr sz="10000" spc="0"/>
            </a:pPr>
            <a:r>
              <a:rPr lang="en-US" sz="10000" b="1" spc="0">
                <a:solidFill>
                  <a:srgbClr val="000000">
                    <a:alpha val="25000"/>
                  </a:srgbClr>
                </a:solidFill>
                <a:latin typeface="Montserrat"/>
              </a:rPr>
              <a:t>04</a:t>
            </a:r>
            <a:r>
              <a:rPr lang="en-US" sz="10000" b="1" spc="0">
                <a:solidFill>
                  <a:schemeClr val="tx1"/>
                </a:solidFill>
                <a:latin typeface="Montserrat"/>
              </a:rPr>
              <a:t> </a:t>
            </a:r>
            <a:r>
              <a:rPr lang="en-ZA" sz="8800" b="1" spc="0">
                <a:solidFill>
                  <a:schemeClr val="tx1"/>
                </a:solidFill>
                <a:latin typeface="Montserrat"/>
              </a:rPr>
              <a:t>Survey Findings by Theme</a:t>
            </a:r>
            <a:endParaRPr lang="en-US" sz="10000" b="1" spc="0">
              <a:solidFill>
                <a:schemeClr val="tx1"/>
              </a:solidFill>
              <a:latin typeface="Montserrat" pitchFamily="2" charset="77"/>
            </a:endParaRPr>
          </a:p>
        </p:txBody>
      </p:sp>
    </p:spTree>
    <p:extLst>
      <p:ext uri="{BB962C8B-B14F-4D97-AF65-F5344CB8AC3E}">
        <p14:creationId xmlns:p14="http://schemas.microsoft.com/office/powerpoint/2010/main" val="331772397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CD1FF-BDE0-34A0-F761-6B4ACC07F55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8E187F-0507-5DB5-08C7-8AEE725A403F}"/>
              </a:ext>
            </a:extLst>
          </p:cNvPr>
          <p:cNvSpPr txBox="1"/>
          <p:nvPr/>
        </p:nvSpPr>
        <p:spPr>
          <a:xfrm>
            <a:off x="862083" y="3428132"/>
            <a:ext cx="20658618" cy="2935291"/>
          </a:xfrm>
          <a:prstGeom prst="rect">
            <a:avLst/>
          </a:prstGeom>
          <a:noFill/>
        </p:spPr>
        <p:txBody>
          <a:bodyPr wrap="square" lIns="182880" tIns="91440" rIns="182880" bIns="91440" anchor="t">
            <a:spAutoFit/>
          </a:bodyPr>
          <a:lstStyle/>
          <a:p>
            <a:r>
              <a:rPr lang="en-US" sz="3000" b="1">
                <a:latin typeface="Montserrat"/>
              </a:rPr>
              <a:t>Slow or unstable systems break workflow rhythm and cause micro-interruptions that add up across the day.</a:t>
            </a:r>
            <a:endParaRPr lang="en-US" b="1"/>
          </a:p>
          <a:p>
            <a:br>
              <a:rPr lang="en-US" sz="2600" i="1">
                <a:latin typeface="Montserrat"/>
              </a:rPr>
            </a:br>
            <a:r>
              <a:rPr lang="en-US" i="1">
                <a:latin typeface="Montserrat"/>
              </a:rPr>
              <a:t>Based on Q8 (Open-ended friction points), Q21 (Which steps take the most time) and Q23 (Tech/system performance comments).</a:t>
            </a:r>
          </a:p>
          <a:p>
            <a:endParaRPr lang="en-US" sz="3000" b="1" i="1">
              <a:latin typeface="Montserrat"/>
            </a:endParaRPr>
          </a:p>
          <a:p>
            <a:pPr>
              <a:spcBef>
                <a:spcPct val="0"/>
              </a:spcBef>
              <a:spcAft>
                <a:spcPct val="0"/>
              </a:spcAft>
            </a:pPr>
            <a:endParaRPr lang="en-US">
              <a:latin typeface="Montserrat"/>
            </a:endParaRPr>
          </a:p>
        </p:txBody>
      </p:sp>
      <p:sp>
        <p:nvSpPr>
          <p:cNvPr id="9" name="TextBox 8">
            <a:extLst>
              <a:ext uri="{FF2B5EF4-FFF2-40B4-BE49-F238E27FC236}">
                <a16:creationId xmlns:a16="http://schemas.microsoft.com/office/drawing/2014/main" id="{B1D6868B-8142-0FEE-72AA-6C1B714EC317}"/>
              </a:ext>
            </a:extLst>
          </p:cNvPr>
          <p:cNvSpPr txBox="1"/>
          <p:nvPr/>
        </p:nvSpPr>
        <p:spPr>
          <a:xfrm>
            <a:off x="857901" y="2342822"/>
            <a:ext cx="20662227"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4. Technical constraints (devices, Wi-Fi, system speed)</a:t>
            </a:r>
            <a:endParaRPr lang="en-US" sz="4000">
              <a:latin typeface="Montserrat"/>
            </a:endParaRPr>
          </a:p>
          <a:p>
            <a:endParaRPr lang="en-US" sz="4000" b="1">
              <a:latin typeface="Montserrat"/>
            </a:endParaRPr>
          </a:p>
        </p:txBody>
      </p:sp>
      <p:graphicFrame>
        <p:nvGraphicFramePr>
          <p:cNvPr id="5" name="Object 6" hidden="1">
            <a:extLst>
              <a:ext uri="{FF2B5EF4-FFF2-40B4-BE49-F238E27FC236}">
                <a16:creationId xmlns:a16="http://schemas.microsoft.com/office/drawing/2014/main" id="{50F6E492-2F4F-9818-E4A2-8F34B83EA5E9}"/>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50F6E492-2F4F-9818-E4A2-8F34B83EA5E9}"/>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4F854B51-C351-D656-D32F-C7731EDD3ACF}"/>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A3C58E28-D6F0-D145-A995-E12E70A99687}"/>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Survey Findings: Theme 4</a:t>
            </a:r>
            <a:endParaRPr lang="en-US">
              <a:latin typeface="Montserrat Light"/>
            </a:endParaRPr>
          </a:p>
        </p:txBody>
      </p:sp>
      <p:grpSp>
        <p:nvGrpSpPr>
          <p:cNvPr id="13" name="Group 12">
            <a:extLst>
              <a:ext uri="{FF2B5EF4-FFF2-40B4-BE49-F238E27FC236}">
                <a16:creationId xmlns:a16="http://schemas.microsoft.com/office/drawing/2014/main" id="{C5CCAB37-6E75-65EB-7ACD-01C52E892481}"/>
              </a:ext>
            </a:extLst>
          </p:cNvPr>
          <p:cNvGrpSpPr/>
          <p:nvPr/>
        </p:nvGrpSpPr>
        <p:grpSpPr>
          <a:xfrm>
            <a:off x="12456709" y="6681895"/>
            <a:ext cx="9007932" cy="4241365"/>
            <a:chOff x="761564" y="4190759"/>
            <a:chExt cx="5245154" cy="1485132"/>
          </a:xfrm>
        </p:grpSpPr>
        <p:sp>
          <p:nvSpPr>
            <p:cNvPr id="10" name="Rounded Rectangle 1">
              <a:extLst>
                <a:ext uri="{FF2B5EF4-FFF2-40B4-BE49-F238E27FC236}">
                  <a16:creationId xmlns:a16="http://schemas.microsoft.com/office/drawing/2014/main" id="{0F96E747-15D5-6404-BB32-23C262BFB60C}"/>
                </a:ext>
              </a:extLst>
            </p:cNvPr>
            <p:cNvSpPr/>
            <p:nvPr/>
          </p:nvSpPr>
          <p:spPr>
            <a:xfrm>
              <a:off x="761564" y="4260806"/>
              <a:ext cx="5245154" cy="1415085"/>
            </a:xfrm>
            <a:prstGeom prst="roundRect">
              <a:avLst>
                <a:gd name="adj" fmla="val 8379"/>
              </a:avLst>
            </a:prstGeom>
            <a:solidFill>
              <a:srgbClr val="DCD3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11" name="TextBox 11">
              <a:extLst>
                <a:ext uri="{FF2B5EF4-FFF2-40B4-BE49-F238E27FC236}">
                  <a16:creationId xmlns:a16="http://schemas.microsoft.com/office/drawing/2014/main" id="{1F33BE1B-3E07-66E9-B6F5-B5271477EEAF}"/>
                </a:ext>
              </a:extLst>
            </p:cNvPr>
            <p:cNvSpPr txBox="1"/>
            <p:nvPr/>
          </p:nvSpPr>
          <p:spPr>
            <a:xfrm>
              <a:off x="1601211" y="4454781"/>
              <a:ext cx="4041430" cy="460586"/>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ZA" sz="2800">
                <a:latin typeface="Montserrat" panose="02000505000000020004" pitchFamily="2" charset="77"/>
              </a:endParaRPr>
            </a:p>
          </p:txBody>
        </p:sp>
        <p:sp>
          <p:nvSpPr>
            <p:cNvPr id="12" name="TextBox 17">
              <a:extLst>
                <a:ext uri="{FF2B5EF4-FFF2-40B4-BE49-F238E27FC236}">
                  <a16:creationId xmlns:a16="http://schemas.microsoft.com/office/drawing/2014/main" id="{27990580-38E6-7402-8666-1CF450565B14}"/>
                </a:ext>
              </a:extLst>
            </p:cNvPr>
            <p:cNvSpPr txBox="1"/>
            <p:nvPr/>
          </p:nvSpPr>
          <p:spPr>
            <a:xfrm>
              <a:off x="787146" y="4190759"/>
              <a:ext cx="524746" cy="948648"/>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0" b="1" noProof="1">
                  <a:solidFill>
                    <a:srgbClr val="FFDD04"/>
                  </a:solidFill>
                  <a:latin typeface="Montserrat"/>
                </a:rPr>
                <a:t>“</a:t>
              </a:r>
            </a:p>
          </p:txBody>
        </p:sp>
      </p:grpSp>
      <p:sp>
        <p:nvSpPr>
          <p:cNvPr id="15" name="TextBox 11">
            <a:extLst>
              <a:ext uri="{FF2B5EF4-FFF2-40B4-BE49-F238E27FC236}">
                <a16:creationId xmlns:a16="http://schemas.microsoft.com/office/drawing/2014/main" id="{25B22AA3-39D2-AFF3-4DAD-C3DCD82D6BCB}"/>
              </a:ext>
            </a:extLst>
          </p:cNvPr>
          <p:cNvSpPr txBox="1"/>
          <p:nvPr/>
        </p:nvSpPr>
        <p:spPr>
          <a:xfrm>
            <a:off x="13384343" y="6912378"/>
            <a:ext cx="8082860" cy="4458785"/>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2600" i="1">
                <a:latin typeface="Montserrat"/>
              </a:rPr>
              <a:t>Computer systems are painfully slow at times.”</a:t>
            </a:r>
            <a:endParaRPr lang="en-US" sz="2600"/>
          </a:p>
          <a:p>
            <a:br>
              <a:rPr lang="en-ZA" sz="2600" i="1">
                <a:latin typeface="Montserrat"/>
              </a:rPr>
            </a:br>
            <a:r>
              <a:rPr lang="en-ZA" sz="2600" i="1">
                <a:latin typeface="Montserrat"/>
              </a:rPr>
              <a:t>“System freezes mean we have to redo the whole process.”</a:t>
            </a:r>
            <a:br>
              <a:rPr lang="en-ZA" sz="2600" i="1">
                <a:latin typeface="Montserrat"/>
              </a:rPr>
            </a:br>
            <a:endParaRPr lang="en-ZA" sz="2600"/>
          </a:p>
          <a:p>
            <a:r>
              <a:rPr lang="en-ZA" sz="2600" i="1">
                <a:latin typeface="Montserrat"/>
              </a:rPr>
              <a:t>“Wi-Fi drops stop everything.”</a:t>
            </a:r>
            <a:endParaRPr lang="en-ZA" sz="2600"/>
          </a:p>
          <a:p>
            <a:endParaRPr lang="en-ZA" sz="2400" i="1">
              <a:latin typeface="Montserrat"/>
            </a:endParaRPr>
          </a:p>
          <a:p>
            <a:endParaRPr lang="en-ZA" sz="2400" i="1">
              <a:latin typeface="Montserrat"/>
            </a:endParaRPr>
          </a:p>
          <a:p>
            <a:endParaRPr lang="en-ZA" sz="2400" i="1">
              <a:latin typeface="Montserrat"/>
            </a:endParaRPr>
          </a:p>
        </p:txBody>
      </p:sp>
      <p:grpSp>
        <p:nvGrpSpPr>
          <p:cNvPr id="2" name="Group 1">
            <a:extLst>
              <a:ext uri="{FF2B5EF4-FFF2-40B4-BE49-F238E27FC236}">
                <a16:creationId xmlns:a16="http://schemas.microsoft.com/office/drawing/2014/main" id="{9852AF25-2CD5-1102-979C-98270D08B7FD}"/>
              </a:ext>
            </a:extLst>
          </p:cNvPr>
          <p:cNvGrpSpPr/>
          <p:nvPr/>
        </p:nvGrpSpPr>
        <p:grpSpPr>
          <a:xfrm>
            <a:off x="21435673" y="766064"/>
            <a:ext cx="2254250" cy="662428"/>
            <a:chOff x="20532598" y="786588"/>
            <a:chExt cx="2254250" cy="662428"/>
          </a:xfrm>
        </p:grpSpPr>
        <p:sp>
          <p:nvSpPr>
            <p:cNvPr id="3" name="Oval 2">
              <a:extLst>
                <a:ext uri="{FF2B5EF4-FFF2-40B4-BE49-F238E27FC236}">
                  <a16:creationId xmlns:a16="http://schemas.microsoft.com/office/drawing/2014/main" id="{77D062D2-0011-30ED-AD91-36439B289761}"/>
                </a:ext>
              </a:extLst>
            </p:cNvPr>
            <p:cNvSpPr/>
            <p:nvPr/>
          </p:nvSpPr>
          <p:spPr>
            <a:xfrm>
              <a:off x="20532598" y="786588"/>
              <a:ext cx="658368" cy="662428"/>
            </a:xfrm>
            <a:prstGeom prst="ellipse">
              <a:avLst/>
            </a:prstGeom>
            <a:solidFill>
              <a:srgbClr val="FCDA1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TextBox 5">
              <a:extLst>
                <a:ext uri="{FF2B5EF4-FFF2-40B4-BE49-F238E27FC236}">
                  <a16:creationId xmlns:a16="http://schemas.microsoft.com/office/drawing/2014/main" id="{5802AD5A-8F8E-A29D-FD32-2CB91647A7AF}"/>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Medium</a:t>
              </a:r>
            </a:p>
          </p:txBody>
        </p:sp>
      </p:grpSp>
      <p:sp>
        <p:nvSpPr>
          <p:cNvPr id="17" name="TextBox 16">
            <a:extLst>
              <a:ext uri="{FF2B5EF4-FFF2-40B4-BE49-F238E27FC236}">
                <a16:creationId xmlns:a16="http://schemas.microsoft.com/office/drawing/2014/main" id="{23B96FB1-79D6-3FF2-15FD-8263D7B083B0}"/>
              </a:ext>
            </a:extLst>
          </p:cNvPr>
          <p:cNvSpPr txBox="1"/>
          <p:nvPr/>
        </p:nvSpPr>
        <p:spPr>
          <a:xfrm>
            <a:off x="842049" y="5871029"/>
            <a:ext cx="10443700" cy="6456255"/>
          </a:xfrm>
          <a:prstGeom prst="rect">
            <a:avLst/>
          </a:prstGeom>
          <a:noFill/>
        </p:spPr>
        <p:txBody>
          <a:bodyPr wrap="square" lIns="182880" tIns="91440" rIns="182880" bIns="91440" anchor="t">
            <a:spAutoFit/>
          </a:bodyPr>
          <a:lstStyle/>
          <a:p>
            <a:r>
              <a:rPr lang="en-US" sz="3000" b="1">
                <a:latin typeface="Montserrat"/>
              </a:rPr>
              <a:t>Themes/results:</a:t>
            </a:r>
            <a:br>
              <a:rPr lang="en-US" sz="3000" b="1" i="1">
                <a:latin typeface="Montserrat"/>
              </a:rPr>
            </a:br>
            <a:endParaRPr lang="en-US" sz="3000"/>
          </a:p>
          <a:p>
            <a:pPr marL="342900" indent="-342900">
              <a:buFont typeface="Arial"/>
              <a:buChar char="•"/>
            </a:pPr>
            <a:r>
              <a:rPr lang="en-US">
                <a:latin typeface="Montserrat"/>
              </a:rPr>
              <a:t>Around one-third of stores </a:t>
            </a:r>
            <a:r>
              <a:rPr lang="en-US" b="1">
                <a:latin typeface="Montserrat"/>
              </a:rPr>
              <a:t>(~30–40%) </a:t>
            </a:r>
            <a:r>
              <a:rPr lang="en-US">
                <a:latin typeface="Montserrat"/>
              </a:rPr>
              <a:t>mentioned</a:t>
            </a:r>
            <a:r>
              <a:rPr lang="en-US" b="1">
                <a:latin typeface="Montserrat"/>
              </a:rPr>
              <a:t> slow,</a:t>
            </a:r>
            <a:r>
              <a:rPr lang="en-US">
                <a:latin typeface="Montserrat"/>
              </a:rPr>
              <a:t> freezing o</a:t>
            </a:r>
            <a:r>
              <a:rPr lang="en-US" b="1">
                <a:latin typeface="Montserrat"/>
              </a:rPr>
              <a:t>r unresponsive systems.</a:t>
            </a:r>
            <a:endParaRPr lang="en-US">
              <a:latin typeface="Montserrat"/>
            </a:endParaRPr>
          </a:p>
          <a:p>
            <a:pPr marL="342900" indent="-342900">
              <a:buFont typeface="Arial"/>
              <a:buChar char="•"/>
            </a:pPr>
            <a:r>
              <a:rPr lang="en-US">
                <a:latin typeface="Montserrat"/>
              </a:rPr>
              <a:t>Staff describe </a:t>
            </a:r>
            <a:r>
              <a:rPr lang="en-US" b="1">
                <a:latin typeface="Montserrat"/>
              </a:rPr>
              <a:t>Unisolv and Dashboard lag </a:t>
            </a:r>
            <a:r>
              <a:rPr lang="en-US">
                <a:latin typeface="Montserrat"/>
              </a:rPr>
              <a:t>when switching screens, capturing scripts, or processing transactions especially during peak times.</a:t>
            </a:r>
            <a:endParaRPr lang="en-US"/>
          </a:p>
          <a:p>
            <a:pPr marL="342900" indent="-342900">
              <a:buFont typeface="Arial"/>
              <a:buChar char="•"/>
            </a:pPr>
            <a:r>
              <a:rPr lang="en-US" b="1">
                <a:latin typeface="Montserrat"/>
              </a:rPr>
              <a:t>Wi-Fi drops and device failures</a:t>
            </a:r>
            <a:r>
              <a:rPr lang="en-US">
                <a:latin typeface="Montserrat"/>
              </a:rPr>
              <a:t> (printers, scanners, label printers) were raised by multiple stores, requiring workarounds or full workflow resets.</a:t>
            </a:r>
            <a:endParaRPr lang="en-US"/>
          </a:p>
          <a:p>
            <a:pPr marL="342900" indent="-342900">
              <a:buFont typeface="Arial"/>
              <a:buChar char="•"/>
            </a:pPr>
            <a:r>
              <a:rPr lang="en-US">
                <a:latin typeface="Montserrat"/>
              </a:rPr>
              <a:t>Technical slowdowns often look like </a:t>
            </a:r>
            <a:r>
              <a:rPr lang="en-US" b="1">
                <a:latin typeface="Montserrat"/>
              </a:rPr>
              <a:t>inactivity</a:t>
            </a:r>
            <a:r>
              <a:rPr lang="en-US">
                <a:latin typeface="Montserrat"/>
              </a:rPr>
              <a:t> to customers, increasing perceived waiting and decreasing confidence in the process.</a:t>
            </a:r>
            <a:endParaRPr lang="en-US"/>
          </a:p>
          <a:p>
            <a:pPr marL="342900" indent="-342900">
              <a:buFont typeface="Arial"/>
              <a:buChar char="•"/>
            </a:pPr>
            <a:r>
              <a:rPr lang="en-US">
                <a:latin typeface="Montserrat"/>
              </a:rPr>
              <a:t>System interruptions lead to </a:t>
            </a:r>
            <a:r>
              <a:rPr lang="en-US" b="1">
                <a:latin typeface="Montserrat"/>
              </a:rPr>
              <a:t>repeating steps,</a:t>
            </a:r>
            <a:r>
              <a:rPr lang="en-US">
                <a:latin typeface="Montserrat"/>
              </a:rPr>
              <a:t> recapturing data, and losing workflow momentum.</a:t>
            </a:r>
          </a:p>
        </p:txBody>
      </p:sp>
    </p:spTree>
    <p:extLst>
      <p:ext uri="{BB962C8B-B14F-4D97-AF65-F5344CB8AC3E}">
        <p14:creationId xmlns:p14="http://schemas.microsoft.com/office/powerpoint/2010/main" val="198226390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B9639-A783-A8EF-DAFA-16E79F15063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06C8CBA-62E2-67DB-852E-1FC1400B6470}"/>
              </a:ext>
            </a:extLst>
          </p:cNvPr>
          <p:cNvSpPr txBox="1"/>
          <p:nvPr/>
        </p:nvSpPr>
        <p:spPr>
          <a:xfrm>
            <a:off x="857901" y="2342822"/>
            <a:ext cx="16172606" cy="1456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4. Technical constraints (devices, Wi-Fi, system speed)</a:t>
            </a:r>
            <a:endParaRPr lang="en-US" sz="4000">
              <a:latin typeface="Montserrat"/>
            </a:endParaRPr>
          </a:p>
          <a:p>
            <a:endParaRPr lang="en-US" sz="4000" b="1">
              <a:latin typeface="Montserrat"/>
            </a:endParaRPr>
          </a:p>
        </p:txBody>
      </p:sp>
      <p:graphicFrame>
        <p:nvGraphicFramePr>
          <p:cNvPr id="5" name="Object 6" hidden="1">
            <a:extLst>
              <a:ext uri="{FF2B5EF4-FFF2-40B4-BE49-F238E27FC236}">
                <a16:creationId xmlns:a16="http://schemas.microsoft.com/office/drawing/2014/main" id="{7805E459-DA0F-B302-F1FE-FCEFD9BED5A2}"/>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5" imgW="327" imgH="327" progId="TCLayout.ActiveDocument.1">
                  <p:embed/>
                </p:oleObj>
              </mc:Choice>
              <mc:Fallback>
                <p:oleObj name="think-cell Slide" r:id="rId5" imgW="327" imgH="327" progId="TCLayout.ActiveDocument.1">
                  <p:embed/>
                  <p:pic>
                    <p:nvPicPr>
                      <p:cNvPr id="5" name="Object 6" hidden="1">
                        <a:extLst>
                          <a:ext uri="{FF2B5EF4-FFF2-40B4-BE49-F238E27FC236}">
                            <a16:creationId xmlns:a16="http://schemas.microsoft.com/office/drawing/2014/main" id="{7805E459-DA0F-B302-F1FE-FCEFD9BED5A2}"/>
                          </a:ext>
                        </a:extLst>
                      </p:cNvPr>
                      <p:cNvPicPr/>
                      <p:nvPr/>
                    </p:nvPicPr>
                    <p:blipFill>
                      <a:blip r:embed="rId6"/>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1DEB8FC5-AF81-879E-A413-3234B4ADF1A3}"/>
              </a:ext>
            </a:extLst>
          </p:cNvPr>
          <p:cNvPicPr>
            <a:picLocks noChangeAspect="1"/>
          </p:cNvPicPr>
          <p:nvPr/>
        </p:nvPicPr>
        <p:blipFill>
          <a:blip r:embed="rId7"/>
          <a:stretch>
            <a:fillRect/>
          </a:stretch>
        </p:blipFill>
        <p:spPr>
          <a:xfrm>
            <a:off x="249836" y="466148"/>
            <a:ext cx="1219200" cy="1295400"/>
          </a:xfrm>
          <a:prstGeom prst="rect">
            <a:avLst/>
          </a:prstGeom>
        </p:spPr>
      </p:pic>
      <p:sp>
        <p:nvSpPr>
          <p:cNvPr id="32" name="Rounded Rectangle 1">
            <a:extLst>
              <a:ext uri="{FF2B5EF4-FFF2-40B4-BE49-F238E27FC236}">
                <a16:creationId xmlns:a16="http://schemas.microsoft.com/office/drawing/2014/main" id="{58E9A6C8-67BE-95F2-1DF5-414996C7379A}"/>
              </a:ext>
            </a:extLst>
          </p:cNvPr>
          <p:cNvSpPr/>
          <p:nvPr/>
        </p:nvSpPr>
        <p:spPr>
          <a:xfrm>
            <a:off x="12354376" y="3765690"/>
            <a:ext cx="8987338" cy="8684068"/>
          </a:xfrm>
          <a:prstGeom prst="roundRect">
            <a:avLst>
              <a:gd name="adj" fmla="val 8379"/>
            </a:avLst>
          </a:prstGeom>
          <a:solidFill>
            <a:srgbClr val="C8E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36" name="TextBox 35">
            <a:extLst>
              <a:ext uri="{FF2B5EF4-FFF2-40B4-BE49-F238E27FC236}">
                <a16:creationId xmlns:a16="http://schemas.microsoft.com/office/drawing/2014/main" id="{D540855E-66FC-A57F-6F6C-F6815BD533F7}"/>
              </a:ext>
            </a:extLst>
          </p:cNvPr>
          <p:cNvSpPr txBox="1"/>
          <p:nvPr/>
        </p:nvSpPr>
        <p:spPr>
          <a:xfrm>
            <a:off x="1257495" y="3770009"/>
            <a:ext cx="8619525" cy="5000471"/>
          </a:xfrm>
          <a:prstGeom prst="rect">
            <a:avLst/>
          </a:prstGeom>
          <a:noFill/>
        </p:spPr>
        <p:txBody>
          <a:bodyPr wrap="square" lIns="182880" tIns="91440" rIns="182880" bIns="91440" anchor="t">
            <a:spAutoFit/>
          </a:bodyPr>
          <a:lstStyle/>
          <a:p>
            <a:pPr eaLnBrk="0" fontAlgn="base"/>
            <a:r>
              <a:rPr lang="en-US" sz="3000" b="1">
                <a:latin typeface="Montserrat"/>
              </a:rPr>
              <a:t>Insight (why it matters):</a:t>
            </a:r>
            <a:br>
              <a:rPr lang="en-US">
                <a:latin typeface="Montserrat"/>
              </a:rPr>
            </a:br>
            <a:endParaRPr lang="en-US">
              <a:latin typeface="Montserrat"/>
            </a:endParaRPr>
          </a:p>
          <a:p>
            <a:pPr>
              <a:spcBef>
                <a:spcPct val="0"/>
              </a:spcBef>
              <a:spcAft>
                <a:spcPct val="0"/>
              </a:spcAft>
            </a:pPr>
            <a:r>
              <a:rPr lang="en-US" sz="2600">
                <a:latin typeface="Montserrat"/>
              </a:rPr>
              <a:t>System instability </a:t>
            </a:r>
            <a:r>
              <a:rPr lang="en-US" sz="2600" b="1">
                <a:latin typeface="Montserrat"/>
              </a:rPr>
              <a:t>interrupts the flow of dispensing.</a:t>
            </a:r>
            <a:r>
              <a:rPr lang="en-US" sz="2600">
                <a:latin typeface="Montserrat"/>
              </a:rPr>
              <a:t> Each freeze, lag or device failure </a:t>
            </a:r>
            <a:r>
              <a:rPr lang="en-US" sz="2600" b="1">
                <a:latin typeface="Montserrat"/>
              </a:rPr>
              <a:t>adds hidden labour minutes</a:t>
            </a:r>
            <a:r>
              <a:rPr lang="en-US" sz="2600">
                <a:latin typeface="Montserrat"/>
              </a:rPr>
              <a:t> and forces staff to redo steps, slowing throughput and increasing the cost of dispensing. </a:t>
            </a:r>
            <a:br>
              <a:rPr lang="en-US" sz="2600">
                <a:latin typeface="Montserrat"/>
              </a:rPr>
            </a:br>
            <a:endParaRPr lang="en-US" sz="2600">
              <a:latin typeface="Montserrat"/>
            </a:endParaRPr>
          </a:p>
          <a:p>
            <a:pPr>
              <a:spcBef>
                <a:spcPct val="0"/>
              </a:spcBef>
              <a:spcAft>
                <a:spcPct val="0"/>
              </a:spcAft>
            </a:pPr>
            <a:r>
              <a:rPr lang="en-US" sz="2600">
                <a:latin typeface="Montserrat"/>
              </a:rPr>
              <a:t>Customers perceive these delays as </a:t>
            </a:r>
            <a:r>
              <a:rPr lang="en-US" sz="2600" b="1">
                <a:latin typeface="Montserrat"/>
              </a:rPr>
              <a:t>inefficiency,</a:t>
            </a:r>
            <a:r>
              <a:rPr lang="en-US" sz="2600">
                <a:latin typeface="Montserrat"/>
              </a:rPr>
              <a:t> which</a:t>
            </a:r>
            <a:r>
              <a:rPr lang="en-US" sz="2600" b="1">
                <a:latin typeface="Montserrat"/>
              </a:rPr>
              <a:t> lowers trust</a:t>
            </a:r>
            <a:r>
              <a:rPr lang="en-US" sz="2600">
                <a:latin typeface="Montserrat"/>
              </a:rPr>
              <a:t> in the service.</a:t>
            </a:r>
            <a:endParaRPr lang="en-US" sz="2600">
              <a:latin typeface="Helvetica Neue Medium"/>
            </a:endParaRPr>
          </a:p>
          <a:p>
            <a:pPr marL="342900" indent="-342900">
              <a:spcBef>
                <a:spcPct val="0"/>
              </a:spcBef>
              <a:spcAft>
                <a:spcPct val="0"/>
              </a:spcAft>
              <a:buFont typeface="Arial" panose="020B0604020202020204" pitchFamily="34" charset="0"/>
              <a:buChar char="•"/>
            </a:pPr>
            <a:endParaRPr lang="en-US">
              <a:latin typeface="Montserrat"/>
            </a:endParaRPr>
          </a:p>
        </p:txBody>
      </p:sp>
      <p:pic>
        <p:nvPicPr>
          <p:cNvPr id="38" name="Graphic 37" descr="Lightbulb and gear outline">
            <a:extLst>
              <a:ext uri="{FF2B5EF4-FFF2-40B4-BE49-F238E27FC236}">
                <a16:creationId xmlns:a16="http://schemas.microsoft.com/office/drawing/2014/main" id="{A776B8FD-F06E-A898-CFD7-6AE8A71A99E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6745" y="3765690"/>
            <a:ext cx="914400" cy="914400"/>
          </a:xfrm>
          <a:prstGeom prst="rect">
            <a:avLst/>
          </a:prstGeom>
        </p:spPr>
      </p:pic>
      <p:grpSp>
        <p:nvGrpSpPr>
          <p:cNvPr id="10" name="Group 9">
            <a:extLst>
              <a:ext uri="{FF2B5EF4-FFF2-40B4-BE49-F238E27FC236}">
                <a16:creationId xmlns:a16="http://schemas.microsoft.com/office/drawing/2014/main" id="{86894CEB-44AA-27A2-11CD-367C0B6AF297}"/>
              </a:ext>
            </a:extLst>
          </p:cNvPr>
          <p:cNvGrpSpPr/>
          <p:nvPr/>
        </p:nvGrpSpPr>
        <p:grpSpPr>
          <a:xfrm>
            <a:off x="21435673" y="766064"/>
            <a:ext cx="2254250" cy="662428"/>
            <a:chOff x="20532598" y="786588"/>
            <a:chExt cx="2254250" cy="662428"/>
          </a:xfrm>
        </p:grpSpPr>
        <p:sp>
          <p:nvSpPr>
            <p:cNvPr id="7" name="Oval 6">
              <a:extLst>
                <a:ext uri="{FF2B5EF4-FFF2-40B4-BE49-F238E27FC236}">
                  <a16:creationId xmlns:a16="http://schemas.microsoft.com/office/drawing/2014/main" id="{E77D07FB-CEAF-CE5D-065D-3EBD37F9591F}"/>
                </a:ext>
              </a:extLst>
            </p:cNvPr>
            <p:cNvSpPr/>
            <p:nvPr/>
          </p:nvSpPr>
          <p:spPr>
            <a:xfrm>
              <a:off x="20532598" y="786588"/>
              <a:ext cx="658368" cy="662428"/>
            </a:xfrm>
            <a:prstGeom prst="ellipse">
              <a:avLst/>
            </a:prstGeom>
            <a:solidFill>
              <a:srgbClr val="FCDA1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 name="TextBox 7">
              <a:extLst>
                <a:ext uri="{FF2B5EF4-FFF2-40B4-BE49-F238E27FC236}">
                  <a16:creationId xmlns:a16="http://schemas.microsoft.com/office/drawing/2014/main" id="{847954E3-562F-B2B8-1625-BE8D1767EDCD}"/>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Medium</a:t>
              </a:r>
            </a:p>
          </p:txBody>
        </p:sp>
      </p:grpSp>
      <p:sp>
        <p:nvSpPr>
          <p:cNvPr id="6" name="TextBox 11">
            <a:extLst>
              <a:ext uri="{FF2B5EF4-FFF2-40B4-BE49-F238E27FC236}">
                <a16:creationId xmlns:a16="http://schemas.microsoft.com/office/drawing/2014/main" id="{466AA917-4106-F99B-E0C2-3088B96444E2}"/>
              </a:ext>
            </a:extLst>
          </p:cNvPr>
          <p:cNvSpPr txBox="1"/>
          <p:nvPr/>
        </p:nvSpPr>
        <p:spPr>
          <a:xfrm>
            <a:off x="13261855" y="3768921"/>
            <a:ext cx="7625028" cy="10193047"/>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3000" b="1">
                <a:latin typeface="Montserrat"/>
              </a:rPr>
              <a:t>Opportunities identified:</a:t>
            </a:r>
            <a:br>
              <a:rPr lang="en-ZA" sz="3000" b="1">
                <a:latin typeface="Montserrat"/>
              </a:rPr>
            </a:br>
            <a:endParaRPr lang="en-ZA" sz="3000" b="1">
              <a:latin typeface="Montserrat"/>
            </a:endParaRPr>
          </a:p>
          <a:p>
            <a:pPr marL="457200" indent="-457200">
              <a:buFont typeface="+mj-lt"/>
              <a:buAutoNum type="arabicPeriod"/>
            </a:pPr>
            <a:r>
              <a:rPr lang="en-ZA" sz="2500">
                <a:latin typeface="Montserrat"/>
              </a:rPr>
              <a:t>Add a </a:t>
            </a:r>
            <a:r>
              <a:rPr lang="en-ZA" sz="2500" b="1">
                <a:latin typeface="Montserrat"/>
              </a:rPr>
              <a:t>secondary failover internet connection</a:t>
            </a:r>
            <a:r>
              <a:rPr lang="en-ZA" sz="2500">
                <a:latin typeface="Montserrat"/>
              </a:rPr>
              <a:t> at store level (e.g., fibre + LTE), with automatic switching when primary Wi-Fi drops.</a:t>
            </a:r>
          </a:p>
          <a:p>
            <a:pPr marL="457200" indent="-457200">
              <a:buFont typeface="+mj-lt"/>
              <a:buAutoNum type="arabicPeriod"/>
            </a:pPr>
            <a:r>
              <a:rPr lang="en-ZA" sz="2500" b="1">
                <a:latin typeface="Montserrat"/>
              </a:rPr>
              <a:t>Track device performance</a:t>
            </a:r>
            <a:r>
              <a:rPr lang="en-ZA" sz="2500">
                <a:latin typeface="Montserrat"/>
              </a:rPr>
              <a:t> (CPU, RAM), network latency, and system response times with automatic alerts when thresholds are exceeded.</a:t>
            </a:r>
          </a:p>
          <a:p>
            <a:pPr marL="457200" indent="-457200">
              <a:buFont typeface="+mj-lt"/>
              <a:buAutoNum type="arabicPeriod"/>
            </a:pPr>
            <a:r>
              <a:rPr lang="en-ZA" sz="2500">
                <a:latin typeface="Montserrat"/>
              </a:rPr>
              <a:t>Investigate if the </a:t>
            </a:r>
            <a:r>
              <a:rPr lang="en-ZA" sz="2500" b="1">
                <a:latin typeface="Montserrat"/>
              </a:rPr>
              <a:t>label printers</a:t>
            </a:r>
            <a:r>
              <a:rPr lang="en-ZA" sz="2500">
                <a:latin typeface="Montserrat"/>
              </a:rPr>
              <a:t> can be rented, this could reduce the cost to repair.</a:t>
            </a:r>
          </a:p>
          <a:p>
            <a:pPr marL="457200" indent="-457200">
              <a:buFont typeface="+mj-lt"/>
              <a:buAutoNum type="arabicPeriod"/>
            </a:pPr>
            <a:r>
              <a:rPr lang="en-ZA" sz="2500">
                <a:latin typeface="Montserrat"/>
              </a:rPr>
              <a:t>Move all pharmacy </a:t>
            </a:r>
            <a:r>
              <a:rPr lang="en-ZA" sz="2500" b="1">
                <a:latin typeface="Montserrat"/>
              </a:rPr>
              <a:t>terminals </a:t>
            </a:r>
            <a:r>
              <a:rPr lang="en-ZA" sz="2500">
                <a:latin typeface="Montserrat"/>
              </a:rPr>
              <a:t>to a minimum hardware </a:t>
            </a:r>
            <a:r>
              <a:rPr lang="en-ZA" sz="2500" b="1">
                <a:latin typeface="Montserrat"/>
              </a:rPr>
              <a:t>spec</a:t>
            </a:r>
            <a:r>
              <a:rPr lang="en-ZA" sz="2500">
                <a:latin typeface="Montserrat"/>
              </a:rPr>
              <a:t>.</a:t>
            </a:r>
          </a:p>
          <a:p>
            <a:pPr marL="457200" indent="-457200">
              <a:buFont typeface="+mj-lt"/>
              <a:buAutoNum type="arabicPeriod"/>
            </a:pPr>
            <a:r>
              <a:rPr lang="en-ZA" sz="2500">
                <a:latin typeface="Montserrat"/>
              </a:rPr>
              <a:t>Maintain a pool of preconfigured </a:t>
            </a:r>
            <a:r>
              <a:rPr lang="en-ZA" sz="2500" b="1">
                <a:latin typeface="Montserrat"/>
              </a:rPr>
              <a:t>scanners, PCs, tablets</a:t>
            </a:r>
            <a:r>
              <a:rPr lang="en-ZA" sz="2500">
                <a:latin typeface="Montserrat"/>
              </a:rPr>
              <a:t>, and label printers that can be swapped immediately when a device fails.</a:t>
            </a:r>
          </a:p>
          <a:p>
            <a:pPr marL="514350" indent="-514350">
              <a:buAutoNum type="arabicPeriod"/>
            </a:pPr>
            <a:endParaRPr lang="en-ZA" sz="3000" b="1">
              <a:latin typeface="Montserrat"/>
            </a:endParaRPr>
          </a:p>
          <a:p>
            <a:pPr marL="514350" indent="-514350">
              <a:buAutoNum type="arabicPeriod"/>
            </a:pPr>
            <a:endParaRPr lang="en-ZA" sz="2500">
              <a:highlight>
                <a:srgbClr val="FFFF00"/>
              </a:highlight>
              <a:latin typeface="Montserrat"/>
            </a:endParaRPr>
          </a:p>
          <a:p>
            <a:pPr marL="514350" indent="-514350">
              <a:buAutoNum type="arabicPeriod"/>
            </a:pPr>
            <a:endParaRPr lang="en-ZA" sz="2500">
              <a:highlight>
                <a:srgbClr val="FFFF00"/>
              </a:highlight>
              <a:latin typeface="Montserrat"/>
            </a:endParaRPr>
          </a:p>
          <a:p>
            <a:endParaRPr lang="en-ZA" sz="2500">
              <a:latin typeface="Montserrat"/>
            </a:endParaRPr>
          </a:p>
          <a:p>
            <a:pPr marL="457200" indent="-457200">
              <a:buAutoNum type="arabicPeriod"/>
            </a:pPr>
            <a:endParaRPr lang="en-ZA" sz="2800" b="1">
              <a:latin typeface="Montserrat" panose="02000505000000020004" pitchFamily="2" charset="77"/>
            </a:endParaRPr>
          </a:p>
        </p:txBody>
      </p:sp>
      <p:sp>
        <p:nvSpPr>
          <p:cNvPr id="3" name="TextBox 2">
            <a:extLst>
              <a:ext uri="{FF2B5EF4-FFF2-40B4-BE49-F238E27FC236}">
                <a16:creationId xmlns:a16="http://schemas.microsoft.com/office/drawing/2014/main" id="{C648DC92-2B4D-8DFE-602F-8DC123DE04C7}"/>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Survey Findings: Theme 4</a:t>
            </a:r>
            <a:endParaRPr lang="en-US">
              <a:latin typeface="Montserrat Light"/>
            </a:endParaRPr>
          </a:p>
        </p:txBody>
      </p:sp>
    </p:spTree>
    <p:extLst>
      <p:ext uri="{BB962C8B-B14F-4D97-AF65-F5344CB8AC3E}">
        <p14:creationId xmlns:p14="http://schemas.microsoft.com/office/powerpoint/2010/main" val="3829318299"/>
      </p:ext>
    </p:extLst>
  </p:cSld>
  <p:clrMapOvr>
    <a:masterClrMapping/>
  </p:clrMapOvr>
  <p:transition spd="med"/>
  <p:extLst>
    <p:ext uri="{6950BFC3-D8DA-4A85-94F7-54DA5524770B}">
      <p188:commentRel xmlns:p188="http://schemas.microsoft.com/office/powerpoint/2018/8/main" r:id="rId4"/>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763B-7BB7-3FE3-AFBD-4D76EA208A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6FA39B-CCEB-CA43-FEEA-D75F470FC8B0}"/>
              </a:ext>
            </a:extLst>
          </p:cNvPr>
          <p:cNvSpPr txBox="1"/>
          <p:nvPr/>
        </p:nvSpPr>
        <p:spPr>
          <a:xfrm>
            <a:off x="882607" y="3420750"/>
            <a:ext cx="20638024" cy="3781676"/>
          </a:xfrm>
          <a:prstGeom prst="rect">
            <a:avLst/>
          </a:prstGeom>
          <a:noFill/>
        </p:spPr>
        <p:txBody>
          <a:bodyPr wrap="square" lIns="182880" tIns="91440" rIns="182880" bIns="91440" anchor="t">
            <a:spAutoFit/>
          </a:bodyPr>
          <a:lstStyle/>
          <a:p>
            <a:r>
              <a:rPr lang="en-US" sz="3000" b="1">
                <a:latin typeface="Montserrat"/>
              </a:rPr>
              <a:t>Counselling and engagement during waiting vary widely depending on workload and store pressure.</a:t>
            </a:r>
            <a:endParaRPr lang="en-US"/>
          </a:p>
          <a:p>
            <a:br>
              <a:rPr lang="en-US" sz="2600" i="1">
                <a:latin typeface="Montserrat"/>
              </a:rPr>
            </a:br>
            <a:r>
              <a:rPr lang="en-US" sz="2600" i="1">
                <a:latin typeface="Montserrat"/>
              </a:rPr>
              <a:t>Based on Q8 (Open-ended), Q21 (Steps taking the most time) and Q10/Q11 (Counselling experience).</a:t>
            </a:r>
            <a:endParaRPr lang="en-US" i="1">
              <a:latin typeface="Montserrat"/>
            </a:endParaRPr>
          </a:p>
          <a:p>
            <a:endParaRPr lang="en-US" sz="3000" b="1" i="1">
              <a:latin typeface="Montserrat"/>
            </a:endParaRPr>
          </a:p>
          <a:p>
            <a:pPr marL="342900" indent="-342900">
              <a:buFont typeface="Arial"/>
              <a:buChar char="•"/>
            </a:pPr>
            <a:endParaRPr lang="en-US">
              <a:latin typeface="Montserrat"/>
            </a:endParaRPr>
          </a:p>
          <a:p>
            <a:pPr marL="342900" indent="-342900">
              <a:buFont typeface="Arial"/>
              <a:buChar char="•"/>
            </a:pPr>
            <a:endParaRPr lang="en-US">
              <a:latin typeface="Montserrat"/>
            </a:endParaRPr>
          </a:p>
          <a:p>
            <a:endParaRPr lang="en-US" sz="3000" b="1" i="1">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p:txBody>
      </p:sp>
      <p:sp>
        <p:nvSpPr>
          <p:cNvPr id="9" name="TextBox 8">
            <a:extLst>
              <a:ext uri="{FF2B5EF4-FFF2-40B4-BE49-F238E27FC236}">
                <a16:creationId xmlns:a16="http://schemas.microsoft.com/office/drawing/2014/main" id="{28BB512A-DF74-CD77-C855-C2FAB87B04E5}"/>
              </a:ext>
            </a:extLst>
          </p:cNvPr>
          <p:cNvSpPr txBox="1"/>
          <p:nvPr/>
        </p:nvSpPr>
        <p:spPr>
          <a:xfrm>
            <a:off x="857901" y="2333603"/>
            <a:ext cx="20641633"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5. Counselling &amp; waiting engagement</a:t>
            </a:r>
            <a:endParaRPr lang="en-US" sz="4000">
              <a:latin typeface="Montserrat"/>
            </a:endParaRPr>
          </a:p>
        </p:txBody>
      </p:sp>
      <p:graphicFrame>
        <p:nvGraphicFramePr>
          <p:cNvPr id="5" name="Object 6" hidden="1">
            <a:extLst>
              <a:ext uri="{FF2B5EF4-FFF2-40B4-BE49-F238E27FC236}">
                <a16:creationId xmlns:a16="http://schemas.microsoft.com/office/drawing/2014/main" id="{46E35BA2-8711-39BB-1B6E-E7D87FFC037D}"/>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46E35BA2-8711-39BB-1B6E-E7D87FFC037D}"/>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A893DED0-B010-9468-6AF8-9E31D67FC1B1}"/>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920AA8F3-6643-661D-059E-8B06EB79144C}"/>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Survey Findings: Theme 5</a:t>
            </a:r>
            <a:endParaRPr lang="en-US">
              <a:latin typeface="Montserrat Light"/>
            </a:endParaRPr>
          </a:p>
        </p:txBody>
      </p:sp>
      <p:grpSp>
        <p:nvGrpSpPr>
          <p:cNvPr id="13" name="Group 12">
            <a:extLst>
              <a:ext uri="{FF2B5EF4-FFF2-40B4-BE49-F238E27FC236}">
                <a16:creationId xmlns:a16="http://schemas.microsoft.com/office/drawing/2014/main" id="{9AA1C5D7-A175-F2EF-4197-ACFD6B2FFC88}"/>
              </a:ext>
            </a:extLst>
          </p:cNvPr>
          <p:cNvGrpSpPr/>
          <p:nvPr/>
        </p:nvGrpSpPr>
        <p:grpSpPr>
          <a:xfrm>
            <a:off x="12477233" y="6887139"/>
            <a:ext cx="9007932" cy="4570878"/>
            <a:chOff x="761564" y="4190759"/>
            <a:chExt cx="5245154" cy="1485132"/>
          </a:xfrm>
        </p:grpSpPr>
        <p:sp>
          <p:nvSpPr>
            <p:cNvPr id="10" name="Rounded Rectangle 1">
              <a:extLst>
                <a:ext uri="{FF2B5EF4-FFF2-40B4-BE49-F238E27FC236}">
                  <a16:creationId xmlns:a16="http://schemas.microsoft.com/office/drawing/2014/main" id="{E586DEDD-CB3B-F6ED-C1AD-7C8C963E18E6}"/>
                </a:ext>
              </a:extLst>
            </p:cNvPr>
            <p:cNvSpPr/>
            <p:nvPr/>
          </p:nvSpPr>
          <p:spPr>
            <a:xfrm>
              <a:off x="761564" y="4260806"/>
              <a:ext cx="5245154" cy="1415085"/>
            </a:xfrm>
            <a:prstGeom prst="roundRect">
              <a:avLst>
                <a:gd name="adj" fmla="val 8379"/>
              </a:avLst>
            </a:prstGeom>
            <a:solidFill>
              <a:srgbClr val="DCD3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11" name="TextBox 11">
              <a:extLst>
                <a:ext uri="{FF2B5EF4-FFF2-40B4-BE49-F238E27FC236}">
                  <a16:creationId xmlns:a16="http://schemas.microsoft.com/office/drawing/2014/main" id="{560CACB5-4AD4-C58B-3729-5E562542C7D2}"/>
                </a:ext>
              </a:extLst>
            </p:cNvPr>
            <p:cNvSpPr txBox="1"/>
            <p:nvPr/>
          </p:nvSpPr>
          <p:spPr>
            <a:xfrm>
              <a:off x="1601211" y="4454781"/>
              <a:ext cx="4041430" cy="460586"/>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ZA" sz="2800">
                <a:latin typeface="Montserrat" panose="02000505000000020004" pitchFamily="2" charset="77"/>
              </a:endParaRPr>
            </a:p>
          </p:txBody>
        </p:sp>
        <p:sp>
          <p:nvSpPr>
            <p:cNvPr id="12" name="TextBox 17">
              <a:extLst>
                <a:ext uri="{FF2B5EF4-FFF2-40B4-BE49-F238E27FC236}">
                  <a16:creationId xmlns:a16="http://schemas.microsoft.com/office/drawing/2014/main" id="{709BD0EC-F9DE-F33C-9D01-1A0A9CF80B55}"/>
                </a:ext>
              </a:extLst>
            </p:cNvPr>
            <p:cNvSpPr txBox="1"/>
            <p:nvPr/>
          </p:nvSpPr>
          <p:spPr>
            <a:xfrm>
              <a:off x="787146" y="4190759"/>
              <a:ext cx="524746" cy="948648"/>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0" b="1" noProof="1">
                  <a:solidFill>
                    <a:srgbClr val="FFDD04"/>
                  </a:solidFill>
                  <a:latin typeface="Montserrat"/>
                </a:rPr>
                <a:t>“</a:t>
              </a:r>
            </a:p>
          </p:txBody>
        </p:sp>
      </p:grpSp>
      <p:sp>
        <p:nvSpPr>
          <p:cNvPr id="15" name="TextBox 11">
            <a:extLst>
              <a:ext uri="{FF2B5EF4-FFF2-40B4-BE49-F238E27FC236}">
                <a16:creationId xmlns:a16="http://schemas.microsoft.com/office/drawing/2014/main" id="{3C7FAD84-E8D0-3E82-2732-426DFD7808F0}"/>
              </a:ext>
            </a:extLst>
          </p:cNvPr>
          <p:cNvSpPr txBox="1"/>
          <p:nvPr/>
        </p:nvSpPr>
        <p:spPr>
          <a:xfrm>
            <a:off x="13425391" y="7179196"/>
            <a:ext cx="8082860" cy="5339026"/>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2600" i="1">
                <a:latin typeface="Montserrat"/>
              </a:rPr>
              <a:t>Customers get frustrated when only one pharmacist is on duty.”</a:t>
            </a:r>
            <a:endParaRPr lang="en-US"/>
          </a:p>
          <a:p>
            <a:br>
              <a:rPr lang="en-ZA" sz="2600" i="1">
                <a:latin typeface="Montserrat"/>
              </a:rPr>
            </a:br>
            <a:r>
              <a:rPr lang="en-ZA" sz="2600" i="1">
                <a:latin typeface="Montserrat"/>
              </a:rPr>
              <a:t>“We try to counsel properly, but during peak times it’s impossible.”</a:t>
            </a:r>
            <a:endParaRPr lang="en-ZA"/>
          </a:p>
          <a:p>
            <a:br>
              <a:rPr lang="en-ZA" sz="2600" i="1">
                <a:latin typeface="Montserrat"/>
              </a:rPr>
            </a:br>
            <a:r>
              <a:rPr lang="en-ZA" sz="2600" i="1">
                <a:latin typeface="Montserrat"/>
              </a:rPr>
              <a:t>“If we had more time, counselling would be much better.”</a:t>
            </a:r>
            <a:endParaRPr lang="en-ZA"/>
          </a:p>
          <a:p>
            <a:endParaRPr lang="en-ZA" sz="2600" i="1">
              <a:latin typeface="Montserrat"/>
            </a:endParaRPr>
          </a:p>
          <a:p>
            <a:endParaRPr lang="en-ZA" sz="2400" i="1">
              <a:latin typeface="Montserrat"/>
            </a:endParaRPr>
          </a:p>
          <a:p>
            <a:endParaRPr lang="en-ZA" sz="2400" i="1">
              <a:latin typeface="Montserrat"/>
            </a:endParaRPr>
          </a:p>
          <a:p>
            <a:endParaRPr lang="en-ZA" sz="2400" i="1">
              <a:latin typeface="Montserrat"/>
            </a:endParaRPr>
          </a:p>
        </p:txBody>
      </p:sp>
      <p:grpSp>
        <p:nvGrpSpPr>
          <p:cNvPr id="2" name="Group 1">
            <a:extLst>
              <a:ext uri="{FF2B5EF4-FFF2-40B4-BE49-F238E27FC236}">
                <a16:creationId xmlns:a16="http://schemas.microsoft.com/office/drawing/2014/main" id="{6E63BC0E-6D42-4D6C-98B4-A284E2B016C8}"/>
              </a:ext>
            </a:extLst>
          </p:cNvPr>
          <p:cNvGrpSpPr/>
          <p:nvPr/>
        </p:nvGrpSpPr>
        <p:grpSpPr>
          <a:xfrm>
            <a:off x="21456197" y="766064"/>
            <a:ext cx="2254250" cy="662428"/>
            <a:chOff x="20532598" y="786588"/>
            <a:chExt cx="2254250" cy="662428"/>
          </a:xfrm>
        </p:grpSpPr>
        <p:sp>
          <p:nvSpPr>
            <p:cNvPr id="3" name="Oval 2">
              <a:extLst>
                <a:ext uri="{FF2B5EF4-FFF2-40B4-BE49-F238E27FC236}">
                  <a16:creationId xmlns:a16="http://schemas.microsoft.com/office/drawing/2014/main" id="{87D6D9FE-E52E-B806-78BA-C330E3D9A178}"/>
                </a:ext>
              </a:extLst>
            </p:cNvPr>
            <p:cNvSpPr/>
            <p:nvPr/>
          </p:nvSpPr>
          <p:spPr>
            <a:xfrm>
              <a:off x="20532598" y="786588"/>
              <a:ext cx="658368" cy="662428"/>
            </a:xfrm>
            <a:prstGeom prst="ellipse">
              <a:avLst/>
            </a:prstGeom>
            <a:solidFill>
              <a:srgbClr val="3EAB6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TextBox 5">
              <a:extLst>
                <a:ext uri="{FF2B5EF4-FFF2-40B4-BE49-F238E27FC236}">
                  <a16:creationId xmlns:a16="http://schemas.microsoft.com/office/drawing/2014/main" id="{02E53B84-FF5D-5FA5-8C90-605C683262E9}"/>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Low</a:t>
              </a:r>
            </a:p>
          </p:txBody>
        </p:sp>
      </p:grpSp>
      <p:sp>
        <p:nvSpPr>
          <p:cNvPr id="17" name="TextBox 16">
            <a:extLst>
              <a:ext uri="{FF2B5EF4-FFF2-40B4-BE49-F238E27FC236}">
                <a16:creationId xmlns:a16="http://schemas.microsoft.com/office/drawing/2014/main" id="{BF48D146-4FFD-1C66-8890-FD8D1C0DBF40}"/>
              </a:ext>
            </a:extLst>
          </p:cNvPr>
          <p:cNvSpPr txBox="1"/>
          <p:nvPr/>
        </p:nvSpPr>
        <p:spPr>
          <a:xfrm>
            <a:off x="862573" y="6076274"/>
            <a:ext cx="10443700" cy="6456255"/>
          </a:xfrm>
          <a:prstGeom prst="rect">
            <a:avLst/>
          </a:prstGeom>
          <a:noFill/>
        </p:spPr>
        <p:txBody>
          <a:bodyPr wrap="square" lIns="182880" tIns="91440" rIns="182880" bIns="91440" anchor="t">
            <a:spAutoFit/>
          </a:bodyPr>
          <a:lstStyle/>
          <a:p>
            <a:r>
              <a:rPr lang="en-US" sz="3000" b="1">
                <a:latin typeface="Montserrat"/>
              </a:rPr>
              <a:t>Themes/results:</a:t>
            </a:r>
            <a:br>
              <a:rPr lang="en-US" sz="3000" b="1" i="1">
                <a:latin typeface="Montserrat"/>
              </a:rPr>
            </a:br>
            <a:endParaRPr lang="en-US" sz="3000"/>
          </a:p>
          <a:p>
            <a:pPr marL="342900" indent="-342900">
              <a:buFont typeface="Arial"/>
              <a:buChar char="•"/>
            </a:pPr>
            <a:r>
              <a:rPr lang="en-US">
                <a:latin typeface="Montserrat"/>
              </a:rPr>
              <a:t>Counselling is </a:t>
            </a:r>
            <a:r>
              <a:rPr lang="en-US" b="1">
                <a:latin typeface="Montserrat"/>
              </a:rPr>
              <a:t>valued and appreciated </a:t>
            </a:r>
            <a:r>
              <a:rPr lang="en-US">
                <a:latin typeface="Montserrat"/>
              </a:rPr>
              <a:t>when it’s done thoroughly.</a:t>
            </a:r>
          </a:p>
          <a:p>
            <a:pPr marL="342900" indent="-342900">
              <a:buFont typeface="Arial"/>
              <a:buChar char="•"/>
            </a:pPr>
            <a:r>
              <a:rPr lang="en-US" b="1">
                <a:latin typeface="Montserrat"/>
              </a:rPr>
              <a:t>~10–12 </a:t>
            </a:r>
            <a:r>
              <a:rPr lang="en-US">
                <a:latin typeface="Montserrat"/>
              </a:rPr>
              <a:t>stores reported that counselling and engagement are shortened or reduced during peak pressure, as staff prioritise keeping the queue moving.</a:t>
            </a:r>
            <a:endParaRPr lang="en-US"/>
          </a:p>
          <a:p>
            <a:pPr marL="342900" indent="-342900">
              <a:buFont typeface="Arial"/>
              <a:buChar char="•"/>
            </a:pPr>
            <a:r>
              <a:rPr lang="en-US">
                <a:latin typeface="Montserrat"/>
              </a:rPr>
              <a:t>Customers waiting for pharmacist sign-off often experience </a:t>
            </a:r>
            <a:r>
              <a:rPr lang="en-US" b="1">
                <a:latin typeface="Montserrat"/>
              </a:rPr>
              <a:t>“silent waiting” </a:t>
            </a:r>
            <a:r>
              <a:rPr lang="en-US">
                <a:latin typeface="Montserrat"/>
              </a:rPr>
              <a:t>with few updates, which drives frustration and perceived inefficiency.</a:t>
            </a:r>
            <a:endParaRPr lang="en-US"/>
          </a:p>
          <a:p>
            <a:pPr marL="342900" indent="-342900">
              <a:buFont typeface="Arial"/>
              <a:buChar char="•"/>
            </a:pPr>
            <a:r>
              <a:rPr lang="en-US">
                <a:latin typeface="Montserrat"/>
              </a:rPr>
              <a:t>Counselling quality varies widely by </a:t>
            </a:r>
            <a:r>
              <a:rPr lang="en-US" b="1">
                <a:latin typeface="Montserrat"/>
              </a:rPr>
              <a:t>store layout, staffing and time of day</a:t>
            </a:r>
            <a:r>
              <a:rPr lang="en-US">
                <a:latin typeface="Montserrat"/>
              </a:rPr>
              <a:t> not due to capability, but due to workflow pressure and limited capacity.</a:t>
            </a:r>
            <a:endParaRPr lang="en-US"/>
          </a:p>
          <a:p>
            <a:pPr marL="342900" indent="-342900">
              <a:buFont typeface="Arial"/>
              <a:buChar char="•"/>
            </a:pPr>
            <a:endParaRPr lang="en-US">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p:txBody>
      </p:sp>
    </p:spTree>
    <p:extLst>
      <p:ext uri="{BB962C8B-B14F-4D97-AF65-F5344CB8AC3E}">
        <p14:creationId xmlns:p14="http://schemas.microsoft.com/office/powerpoint/2010/main" val="124977740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C2155-1AED-24BD-513A-3F44D82F4F26}"/>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BDFBC9D9-2CBB-81F6-0A87-FE5D00AD074D}"/>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BDFBC9D9-2CBB-81F6-0A87-FE5D00AD074D}"/>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77A7F710-03FB-E6FB-B523-AFD8F26C93EA}"/>
              </a:ext>
            </a:extLst>
          </p:cNvPr>
          <p:cNvPicPr>
            <a:picLocks noChangeAspect="1"/>
          </p:cNvPicPr>
          <p:nvPr/>
        </p:nvPicPr>
        <p:blipFill>
          <a:blip r:embed="rId6"/>
          <a:stretch>
            <a:fillRect/>
          </a:stretch>
        </p:blipFill>
        <p:spPr>
          <a:xfrm>
            <a:off x="249836" y="466148"/>
            <a:ext cx="1219200" cy="1295400"/>
          </a:xfrm>
          <a:prstGeom prst="rect">
            <a:avLst/>
          </a:prstGeom>
        </p:spPr>
      </p:pic>
      <p:sp>
        <p:nvSpPr>
          <p:cNvPr id="32" name="Rounded Rectangle 1">
            <a:extLst>
              <a:ext uri="{FF2B5EF4-FFF2-40B4-BE49-F238E27FC236}">
                <a16:creationId xmlns:a16="http://schemas.microsoft.com/office/drawing/2014/main" id="{8C84738A-DF92-7845-4618-493D2DAF6D84}"/>
              </a:ext>
            </a:extLst>
          </p:cNvPr>
          <p:cNvSpPr/>
          <p:nvPr/>
        </p:nvSpPr>
        <p:spPr>
          <a:xfrm>
            <a:off x="12354376" y="3765693"/>
            <a:ext cx="9110905" cy="7819097"/>
          </a:xfrm>
          <a:prstGeom prst="roundRect">
            <a:avLst>
              <a:gd name="adj" fmla="val 8379"/>
            </a:avLst>
          </a:prstGeom>
          <a:solidFill>
            <a:srgbClr val="C8E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36" name="TextBox 35">
            <a:extLst>
              <a:ext uri="{FF2B5EF4-FFF2-40B4-BE49-F238E27FC236}">
                <a16:creationId xmlns:a16="http://schemas.microsoft.com/office/drawing/2014/main" id="{32D70458-71AA-AF60-1EDC-616FCE08C3CD}"/>
              </a:ext>
            </a:extLst>
          </p:cNvPr>
          <p:cNvSpPr txBox="1"/>
          <p:nvPr/>
        </p:nvSpPr>
        <p:spPr>
          <a:xfrm>
            <a:off x="1257495" y="3770009"/>
            <a:ext cx="8619525" cy="4560351"/>
          </a:xfrm>
          <a:prstGeom prst="rect">
            <a:avLst/>
          </a:prstGeom>
          <a:noFill/>
        </p:spPr>
        <p:txBody>
          <a:bodyPr wrap="square" lIns="182880" tIns="91440" rIns="182880" bIns="91440" anchor="t">
            <a:spAutoFit/>
          </a:bodyPr>
          <a:lstStyle/>
          <a:p>
            <a:pPr eaLnBrk="0" fontAlgn="base"/>
            <a:r>
              <a:rPr lang="en-US" sz="3000" b="1">
                <a:latin typeface="Montserrat"/>
              </a:rPr>
              <a:t>Insight (why it matters):</a:t>
            </a:r>
            <a:br>
              <a:rPr lang="en-US">
                <a:latin typeface="Montserrat"/>
              </a:rPr>
            </a:br>
            <a:endParaRPr lang="en-US" b="1">
              <a:latin typeface="Montserrat"/>
            </a:endParaRPr>
          </a:p>
          <a:p>
            <a:pPr>
              <a:spcBef>
                <a:spcPct val="0"/>
              </a:spcBef>
              <a:spcAft>
                <a:spcPct val="0"/>
              </a:spcAft>
            </a:pPr>
            <a:r>
              <a:rPr lang="en-US" sz="2600" b="1">
                <a:latin typeface="Montserrat"/>
              </a:rPr>
              <a:t>Counselling </a:t>
            </a:r>
            <a:r>
              <a:rPr lang="en-US" sz="2600">
                <a:latin typeface="Montserrat"/>
              </a:rPr>
              <a:t>is a</a:t>
            </a:r>
            <a:r>
              <a:rPr lang="en-US" sz="2600" b="1">
                <a:latin typeface="Montserrat"/>
              </a:rPr>
              <a:t> </a:t>
            </a:r>
            <a:r>
              <a:rPr lang="en-US" sz="2600">
                <a:latin typeface="Montserrat"/>
              </a:rPr>
              <a:t>key value driver for customers, but workflow pressure forces staff to shorten or skip it. This creates </a:t>
            </a:r>
            <a:r>
              <a:rPr lang="en-US" sz="2600" b="1">
                <a:latin typeface="Montserrat"/>
              </a:rPr>
              <a:t>inconsistent experiences</a:t>
            </a:r>
            <a:r>
              <a:rPr lang="en-US" sz="2600">
                <a:latin typeface="Montserrat"/>
              </a:rPr>
              <a:t> and reduces perceived care quality. </a:t>
            </a:r>
            <a:endParaRPr lang="en-US" sz="2600">
              <a:latin typeface="Helvetica Neue Medium"/>
            </a:endParaRPr>
          </a:p>
          <a:p>
            <a:pPr>
              <a:spcBef>
                <a:spcPct val="0"/>
              </a:spcBef>
              <a:spcAft>
                <a:spcPct val="0"/>
              </a:spcAft>
            </a:pPr>
            <a:endParaRPr lang="en-US" sz="2600">
              <a:latin typeface="Montserrat"/>
            </a:endParaRPr>
          </a:p>
          <a:p>
            <a:pPr>
              <a:spcBef>
                <a:spcPct val="0"/>
              </a:spcBef>
              <a:spcAft>
                <a:spcPct val="0"/>
              </a:spcAft>
            </a:pPr>
            <a:r>
              <a:rPr lang="en-US" sz="2600">
                <a:latin typeface="Montserrat"/>
              </a:rPr>
              <a:t>Poor engagement during waiting also increases </a:t>
            </a:r>
            <a:r>
              <a:rPr lang="en-US" sz="2600" b="1">
                <a:latin typeface="Montserrat"/>
              </a:rPr>
              <a:t>frustration </a:t>
            </a:r>
            <a:r>
              <a:rPr lang="en-US" sz="2600">
                <a:latin typeface="Montserrat"/>
              </a:rPr>
              <a:t>even when delays are unavoidable.</a:t>
            </a:r>
            <a:endParaRPr lang="en-US" sz="2600"/>
          </a:p>
          <a:p>
            <a:pPr marL="342900" indent="-342900">
              <a:spcBef>
                <a:spcPct val="0"/>
              </a:spcBef>
              <a:spcAft>
                <a:spcPct val="0"/>
              </a:spcAft>
              <a:buFont typeface="Arial" panose="020B0604020202020204" pitchFamily="34" charset="0"/>
              <a:buChar char="•"/>
            </a:pPr>
            <a:endParaRPr lang="en-US">
              <a:latin typeface="Montserrat"/>
            </a:endParaRPr>
          </a:p>
        </p:txBody>
      </p:sp>
      <p:pic>
        <p:nvPicPr>
          <p:cNvPr id="38" name="Graphic 37" descr="Lightbulb and gear outline">
            <a:extLst>
              <a:ext uri="{FF2B5EF4-FFF2-40B4-BE49-F238E27FC236}">
                <a16:creationId xmlns:a16="http://schemas.microsoft.com/office/drawing/2014/main" id="{4B8693E2-F0EF-E992-56E6-626B99AB6FE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6745" y="3765690"/>
            <a:ext cx="914400" cy="914400"/>
          </a:xfrm>
          <a:prstGeom prst="rect">
            <a:avLst/>
          </a:prstGeom>
        </p:spPr>
      </p:pic>
      <p:grpSp>
        <p:nvGrpSpPr>
          <p:cNvPr id="6" name="Group 5">
            <a:extLst>
              <a:ext uri="{FF2B5EF4-FFF2-40B4-BE49-F238E27FC236}">
                <a16:creationId xmlns:a16="http://schemas.microsoft.com/office/drawing/2014/main" id="{6C0A3E4D-670C-98B6-5467-A51257721F13}"/>
              </a:ext>
            </a:extLst>
          </p:cNvPr>
          <p:cNvGrpSpPr/>
          <p:nvPr/>
        </p:nvGrpSpPr>
        <p:grpSpPr>
          <a:xfrm>
            <a:off x="21456197" y="766064"/>
            <a:ext cx="2254250" cy="662428"/>
            <a:chOff x="20532598" y="786588"/>
            <a:chExt cx="2254250" cy="662428"/>
          </a:xfrm>
        </p:grpSpPr>
        <p:sp>
          <p:nvSpPr>
            <p:cNvPr id="3" name="Oval 2">
              <a:extLst>
                <a:ext uri="{FF2B5EF4-FFF2-40B4-BE49-F238E27FC236}">
                  <a16:creationId xmlns:a16="http://schemas.microsoft.com/office/drawing/2014/main" id="{B0F10D54-6104-D2E5-81BB-DB98001869DD}"/>
                </a:ext>
              </a:extLst>
            </p:cNvPr>
            <p:cNvSpPr/>
            <p:nvPr/>
          </p:nvSpPr>
          <p:spPr>
            <a:xfrm>
              <a:off x="20532598" y="786588"/>
              <a:ext cx="658368" cy="662428"/>
            </a:xfrm>
            <a:prstGeom prst="ellipse">
              <a:avLst/>
            </a:prstGeom>
            <a:solidFill>
              <a:srgbClr val="3EAB6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 name="TextBox 3">
              <a:extLst>
                <a:ext uri="{FF2B5EF4-FFF2-40B4-BE49-F238E27FC236}">
                  <a16:creationId xmlns:a16="http://schemas.microsoft.com/office/drawing/2014/main" id="{F1A756F8-FB3E-2F65-9B1A-E00CBEC1C7B3}"/>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Low</a:t>
              </a:r>
            </a:p>
          </p:txBody>
        </p:sp>
      </p:grpSp>
      <p:sp>
        <p:nvSpPr>
          <p:cNvPr id="7" name="TextBox 11">
            <a:extLst>
              <a:ext uri="{FF2B5EF4-FFF2-40B4-BE49-F238E27FC236}">
                <a16:creationId xmlns:a16="http://schemas.microsoft.com/office/drawing/2014/main" id="{B78D72A4-DED7-CD16-821E-4E261279B0D4}"/>
              </a:ext>
            </a:extLst>
          </p:cNvPr>
          <p:cNvSpPr txBox="1"/>
          <p:nvPr/>
        </p:nvSpPr>
        <p:spPr>
          <a:xfrm>
            <a:off x="13261855" y="3768921"/>
            <a:ext cx="7625028" cy="6252033"/>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3000" b="1">
                <a:latin typeface="Montserrat"/>
              </a:rPr>
              <a:t>Opportunities identified:</a:t>
            </a:r>
            <a:br>
              <a:rPr lang="en-ZA" sz="3000" b="1">
                <a:latin typeface="Montserrat"/>
              </a:rPr>
            </a:br>
            <a:endParaRPr lang="en-ZA" sz="3000" b="1">
              <a:latin typeface="Montserrat"/>
            </a:endParaRPr>
          </a:p>
          <a:p>
            <a:pPr marL="514350" indent="-514350">
              <a:buAutoNum type="arabicPeriod"/>
            </a:pPr>
            <a:r>
              <a:rPr lang="en-ZA" sz="2500">
                <a:latin typeface="Montserrat"/>
              </a:rPr>
              <a:t>Use SOTF-style </a:t>
            </a:r>
            <a:r>
              <a:rPr lang="en-ZA" sz="2500" b="1">
                <a:latin typeface="Montserrat"/>
              </a:rPr>
              <a:t>content screens</a:t>
            </a:r>
            <a:r>
              <a:rPr lang="en-ZA" sz="2500">
                <a:latin typeface="Montserrat"/>
              </a:rPr>
              <a:t> or visual aids to reduce silent waiting and support patient education.</a:t>
            </a:r>
          </a:p>
          <a:p>
            <a:pPr marL="514350" indent="-514350">
              <a:buAutoNum type="arabicPeriod"/>
            </a:pPr>
            <a:r>
              <a:rPr lang="en-ZA" sz="2500">
                <a:latin typeface="Montserrat"/>
              </a:rPr>
              <a:t>Provide structured </a:t>
            </a:r>
            <a:r>
              <a:rPr lang="en-ZA" sz="2500" b="1">
                <a:latin typeface="Montserrat"/>
              </a:rPr>
              <a:t>counselling prompts</a:t>
            </a:r>
            <a:r>
              <a:rPr lang="en-ZA" sz="2500">
                <a:latin typeface="Montserrat"/>
              </a:rPr>
              <a:t> to help maintain quality during peak pressure (e.g. on Brix?)</a:t>
            </a:r>
            <a:endParaRPr lang="en-ZA"/>
          </a:p>
          <a:p>
            <a:pPr marL="514350" indent="-514350">
              <a:buAutoNum type="arabicPeriod"/>
            </a:pPr>
            <a:r>
              <a:rPr lang="en-ZA" sz="2500">
                <a:latin typeface="Montserrat"/>
              </a:rPr>
              <a:t>Improve staffing balance so pharmacists are not forced to trade counselling for queue movement.</a:t>
            </a:r>
            <a:endParaRPr lang="en-ZA"/>
          </a:p>
          <a:p>
            <a:pPr marL="514350" indent="-514350">
              <a:buAutoNum type="arabicPeriod"/>
            </a:pPr>
            <a:r>
              <a:rPr lang="en-ZA" sz="2500">
                <a:latin typeface="Montserrat"/>
              </a:rPr>
              <a:t>Offer </a:t>
            </a:r>
            <a:r>
              <a:rPr lang="en-ZA" sz="2500" b="1">
                <a:latin typeface="Montserrat"/>
              </a:rPr>
              <a:t>small wait-time updates </a:t>
            </a:r>
            <a:r>
              <a:rPr lang="en-ZA" sz="2500">
                <a:latin typeface="Montserrat"/>
              </a:rPr>
              <a:t>(digital or verbal) to manage expectations.</a:t>
            </a:r>
            <a:endParaRPr lang="en-ZA"/>
          </a:p>
          <a:p>
            <a:pPr marL="514350" indent="-514350">
              <a:buAutoNum type="arabicPeriod"/>
            </a:pPr>
            <a:endParaRPr lang="en-ZA" sz="2500">
              <a:highlight>
                <a:srgbClr val="FFFF00"/>
              </a:highlight>
              <a:latin typeface="Montserrat"/>
            </a:endParaRPr>
          </a:p>
        </p:txBody>
      </p:sp>
      <p:sp>
        <p:nvSpPr>
          <p:cNvPr id="8" name="TextBox 7">
            <a:extLst>
              <a:ext uri="{FF2B5EF4-FFF2-40B4-BE49-F238E27FC236}">
                <a16:creationId xmlns:a16="http://schemas.microsoft.com/office/drawing/2014/main" id="{409EC82B-D4D0-24E3-C7A4-013836F0ED79}"/>
              </a:ext>
            </a:extLst>
          </p:cNvPr>
          <p:cNvSpPr txBox="1"/>
          <p:nvPr/>
        </p:nvSpPr>
        <p:spPr>
          <a:xfrm>
            <a:off x="857901" y="2333603"/>
            <a:ext cx="20641633"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5. Counselling &amp; waiting engagement</a:t>
            </a:r>
            <a:endParaRPr lang="en-US" sz="4000">
              <a:latin typeface="Montserrat"/>
            </a:endParaRPr>
          </a:p>
        </p:txBody>
      </p:sp>
      <p:sp>
        <p:nvSpPr>
          <p:cNvPr id="10" name="TextBox 9">
            <a:extLst>
              <a:ext uri="{FF2B5EF4-FFF2-40B4-BE49-F238E27FC236}">
                <a16:creationId xmlns:a16="http://schemas.microsoft.com/office/drawing/2014/main" id="{EC5A108C-074F-083E-312A-2066533909AA}"/>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Survey Findings: Theme 5</a:t>
            </a:r>
            <a:endParaRPr lang="en-US">
              <a:latin typeface="Montserrat Light"/>
            </a:endParaRPr>
          </a:p>
        </p:txBody>
      </p:sp>
    </p:spTree>
    <p:extLst>
      <p:ext uri="{BB962C8B-B14F-4D97-AF65-F5344CB8AC3E}">
        <p14:creationId xmlns:p14="http://schemas.microsoft.com/office/powerpoint/2010/main" val="406614042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DAE9F-9DEC-71D2-2865-54473E80529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3BEB23-2482-1653-5D91-63015B15DD39}"/>
              </a:ext>
            </a:extLst>
          </p:cNvPr>
          <p:cNvSpPr txBox="1"/>
          <p:nvPr/>
        </p:nvSpPr>
        <p:spPr>
          <a:xfrm>
            <a:off x="862083" y="3428132"/>
            <a:ext cx="20658618" cy="2048702"/>
          </a:xfrm>
          <a:prstGeom prst="rect">
            <a:avLst/>
          </a:prstGeom>
          <a:noFill/>
        </p:spPr>
        <p:txBody>
          <a:bodyPr wrap="square" lIns="182880" tIns="91440" rIns="182880" bIns="91440" anchor="t">
            <a:spAutoFit/>
          </a:bodyPr>
          <a:lstStyle/>
          <a:p>
            <a:r>
              <a:rPr lang="en-US" sz="3000" b="1">
                <a:latin typeface="Montserrat"/>
              </a:rPr>
              <a:t>Customers often misinterpret signage and instructions, adding small but frequent friction points.</a:t>
            </a:r>
            <a:endParaRPr lang="en-US"/>
          </a:p>
          <a:p>
            <a:br>
              <a:rPr lang="en-US" sz="2600" i="1">
                <a:latin typeface="Montserrat"/>
              </a:rPr>
            </a:br>
            <a:r>
              <a:rPr lang="en-US" sz="2600" i="1">
                <a:latin typeface="Montserrat"/>
              </a:rPr>
              <a:t>Based on Q5 (Queue clarity), Q8 (Open-ended) and Q12/Q13 (Customer </a:t>
            </a:r>
            <a:r>
              <a:rPr lang="en-US" sz="2600" i="1" err="1">
                <a:latin typeface="Montserrat"/>
              </a:rPr>
              <a:t>behaviour</a:t>
            </a:r>
            <a:r>
              <a:rPr lang="en-US" sz="2600" i="1">
                <a:latin typeface="Montserrat"/>
              </a:rPr>
              <a:t> issues).</a:t>
            </a:r>
          </a:p>
          <a:p>
            <a:endParaRPr lang="en-US" sz="3000" b="1" i="1">
              <a:latin typeface="Montserrat"/>
            </a:endParaRPr>
          </a:p>
        </p:txBody>
      </p:sp>
      <p:graphicFrame>
        <p:nvGraphicFramePr>
          <p:cNvPr id="5" name="Object 6" hidden="1">
            <a:extLst>
              <a:ext uri="{FF2B5EF4-FFF2-40B4-BE49-F238E27FC236}">
                <a16:creationId xmlns:a16="http://schemas.microsoft.com/office/drawing/2014/main" id="{2F07445F-ED2B-A959-0981-A8E121577450}"/>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2F07445F-ED2B-A959-0981-A8E121577450}"/>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3FA892C7-B625-B136-0D7B-F76A283E1EF3}"/>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41E30E96-A048-4A88-8F95-27566AA93058}"/>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Survey Findings: Theme 6</a:t>
            </a:r>
            <a:endParaRPr lang="en-US">
              <a:latin typeface="Montserrat Light"/>
            </a:endParaRPr>
          </a:p>
        </p:txBody>
      </p:sp>
      <p:grpSp>
        <p:nvGrpSpPr>
          <p:cNvPr id="13" name="Group 12">
            <a:extLst>
              <a:ext uri="{FF2B5EF4-FFF2-40B4-BE49-F238E27FC236}">
                <a16:creationId xmlns:a16="http://schemas.microsoft.com/office/drawing/2014/main" id="{A9E3E8E5-C29F-443D-DD75-2FD2E8E52358}"/>
              </a:ext>
            </a:extLst>
          </p:cNvPr>
          <p:cNvGrpSpPr/>
          <p:nvPr/>
        </p:nvGrpSpPr>
        <p:grpSpPr>
          <a:xfrm>
            <a:off x="12375179" y="6469269"/>
            <a:ext cx="9007932" cy="4570878"/>
            <a:chOff x="761564" y="4190759"/>
            <a:chExt cx="5245154" cy="1485132"/>
          </a:xfrm>
        </p:grpSpPr>
        <p:sp>
          <p:nvSpPr>
            <p:cNvPr id="10" name="Rounded Rectangle 1">
              <a:extLst>
                <a:ext uri="{FF2B5EF4-FFF2-40B4-BE49-F238E27FC236}">
                  <a16:creationId xmlns:a16="http://schemas.microsoft.com/office/drawing/2014/main" id="{24EF9D77-8211-57F4-6449-927036263AA1}"/>
                </a:ext>
              </a:extLst>
            </p:cNvPr>
            <p:cNvSpPr/>
            <p:nvPr/>
          </p:nvSpPr>
          <p:spPr>
            <a:xfrm>
              <a:off x="761564" y="4260806"/>
              <a:ext cx="5245154" cy="1415085"/>
            </a:xfrm>
            <a:prstGeom prst="roundRect">
              <a:avLst>
                <a:gd name="adj" fmla="val 8379"/>
              </a:avLst>
            </a:prstGeom>
            <a:solidFill>
              <a:srgbClr val="DCD3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11" name="TextBox 11">
              <a:extLst>
                <a:ext uri="{FF2B5EF4-FFF2-40B4-BE49-F238E27FC236}">
                  <a16:creationId xmlns:a16="http://schemas.microsoft.com/office/drawing/2014/main" id="{491BFD30-5812-68FA-6BDA-2AAA8F932C3A}"/>
                </a:ext>
              </a:extLst>
            </p:cNvPr>
            <p:cNvSpPr txBox="1"/>
            <p:nvPr/>
          </p:nvSpPr>
          <p:spPr>
            <a:xfrm>
              <a:off x="1601211" y="4454781"/>
              <a:ext cx="4041430" cy="460586"/>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ZA" sz="2800">
                <a:latin typeface="Montserrat" panose="02000505000000020004" pitchFamily="2" charset="77"/>
              </a:endParaRPr>
            </a:p>
          </p:txBody>
        </p:sp>
        <p:sp>
          <p:nvSpPr>
            <p:cNvPr id="12" name="TextBox 17">
              <a:extLst>
                <a:ext uri="{FF2B5EF4-FFF2-40B4-BE49-F238E27FC236}">
                  <a16:creationId xmlns:a16="http://schemas.microsoft.com/office/drawing/2014/main" id="{53603642-EA4F-D0C3-5B5C-FA4776674224}"/>
                </a:ext>
              </a:extLst>
            </p:cNvPr>
            <p:cNvSpPr txBox="1"/>
            <p:nvPr/>
          </p:nvSpPr>
          <p:spPr>
            <a:xfrm>
              <a:off x="787146" y="4190759"/>
              <a:ext cx="524746" cy="948648"/>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0" b="1" noProof="1">
                  <a:solidFill>
                    <a:srgbClr val="FFDD04"/>
                  </a:solidFill>
                  <a:latin typeface="Montserrat"/>
                </a:rPr>
                <a:t>“</a:t>
              </a:r>
            </a:p>
          </p:txBody>
        </p:sp>
      </p:grpSp>
      <p:sp>
        <p:nvSpPr>
          <p:cNvPr id="15" name="TextBox 11">
            <a:extLst>
              <a:ext uri="{FF2B5EF4-FFF2-40B4-BE49-F238E27FC236}">
                <a16:creationId xmlns:a16="http://schemas.microsoft.com/office/drawing/2014/main" id="{592821BB-539A-AB30-7EDB-E5292D3E5174}"/>
              </a:ext>
            </a:extLst>
          </p:cNvPr>
          <p:cNvSpPr txBox="1"/>
          <p:nvPr/>
        </p:nvSpPr>
        <p:spPr>
          <a:xfrm>
            <a:off x="13302812" y="6987093"/>
            <a:ext cx="8082860" cy="5779146"/>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2600" i="1">
                <a:latin typeface="Montserrat"/>
              </a:rPr>
              <a:t>Patients don’t read the signage and queue anywhere.”</a:t>
            </a:r>
            <a:endParaRPr lang="en-US"/>
          </a:p>
          <a:p>
            <a:br>
              <a:rPr lang="en-ZA" sz="2600" i="1">
                <a:latin typeface="Montserrat"/>
              </a:rPr>
            </a:br>
            <a:r>
              <a:rPr lang="en-ZA" sz="2600" i="1">
                <a:latin typeface="Montserrat"/>
              </a:rPr>
              <a:t>“We constantly redirect customers to the right counter.”</a:t>
            </a:r>
            <a:endParaRPr lang="en-ZA"/>
          </a:p>
          <a:p>
            <a:br>
              <a:rPr lang="en-ZA" sz="2600" i="1">
                <a:latin typeface="Montserrat"/>
              </a:rPr>
            </a:br>
            <a:r>
              <a:rPr lang="en-ZA" sz="2600" i="1">
                <a:latin typeface="Montserrat"/>
              </a:rPr>
              <a:t>“Collections signage is clear but still misunderstood.”</a:t>
            </a:r>
            <a:endParaRPr lang="en-ZA"/>
          </a:p>
          <a:p>
            <a:endParaRPr lang="en-ZA" sz="2600" i="1">
              <a:latin typeface="Montserrat"/>
            </a:endParaRPr>
          </a:p>
          <a:p>
            <a:endParaRPr lang="en-ZA" sz="2600" i="1">
              <a:latin typeface="Montserrat"/>
            </a:endParaRPr>
          </a:p>
          <a:p>
            <a:endParaRPr lang="en-ZA" sz="2400" i="1">
              <a:latin typeface="Montserrat"/>
            </a:endParaRPr>
          </a:p>
          <a:p>
            <a:endParaRPr lang="en-ZA" sz="2400" i="1">
              <a:latin typeface="Montserrat"/>
            </a:endParaRPr>
          </a:p>
          <a:p>
            <a:endParaRPr lang="en-ZA" sz="2400" i="1">
              <a:latin typeface="Montserrat"/>
            </a:endParaRPr>
          </a:p>
        </p:txBody>
      </p:sp>
      <p:grpSp>
        <p:nvGrpSpPr>
          <p:cNvPr id="16" name="Group 15">
            <a:extLst>
              <a:ext uri="{FF2B5EF4-FFF2-40B4-BE49-F238E27FC236}">
                <a16:creationId xmlns:a16="http://schemas.microsoft.com/office/drawing/2014/main" id="{769B0242-A4EC-ED16-60C2-5110BE776BC2}"/>
              </a:ext>
            </a:extLst>
          </p:cNvPr>
          <p:cNvGrpSpPr/>
          <p:nvPr/>
        </p:nvGrpSpPr>
        <p:grpSpPr>
          <a:xfrm>
            <a:off x="21456197" y="766064"/>
            <a:ext cx="2254250" cy="662428"/>
            <a:chOff x="20532598" y="786588"/>
            <a:chExt cx="2254250" cy="662428"/>
          </a:xfrm>
        </p:grpSpPr>
        <p:sp>
          <p:nvSpPr>
            <p:cNvPr id="8" name="Oval 7">
              <a:extLst>
                <a:ext uri="{FF2B5EF4-FFF2-40B4-BE49-F238E27FC236}">
                  <a16:creationId xmlns:a16="http://schemas.microsoft.com/office/drawing/2014/main" id="{08C38E69-001C-AF32-5701-F44BD6482BB0}"/>
                </a:ext>
              </a:extLst>
            </p:cNvPr>
            <p:cNvSpPr/>
            <p:nvPr/>
          </p:nvSpPr>
          <p:spPr>
            <a:xfrm>
              <a:off x="20532598" y="786588"/>
              <a:ext cx="658368" cy="662428"/>
            </a:xfrm>
            <a:prstGeom prst="ellipse">
              <a:avLst/>
            </a:prstGeom>
            <a:solidFill>
              <a:srgbClr val="3EAB6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4" name="TextBox 13">
              <a:extLst>
                <a:ext uri="{FF2B5EF4-FFF2-40B4-BE49-F238E27FC236}">
                  <a16:creationId xmlns:a16="http://schemas.microsoft.com/office/drawing/2014/main" id="{E3273956-FE3D-04F2-5167-E9860283F85D}"/>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Low</a:t>
              </a:r>
            </a:p>
          </p:txBody>
        </p:sp>
      </p:grpSp>
      <p:sp>
        <p:nvSpPr>
          <p:cNvPr id="17" name="TextBox 16">
            <a:extLst>
              <a:ext uri="{FF2B5EF4-FFF2-40B4-BE49-F238E27FC236}">
                <a16:creationId xmlns:a16="http://schemas.microsoft.com/office/drawing/2014/main" id="{000FFFE7-710B-3F2C-9412-B5B9F7C4D4F9}"/>
              </a:ext>
            </a:extLst>
          </p:cNvPr>
          <p:cNvSpPr txBox="1"/>
          <p:nvPr/>
        </p:nvSpPr>
        <p:spPr>
          <a:xfrm>
            <a:off x="883667" y="5658404"/>
            <a:ext cx="10443700" cy="6862520"/>
          </a:xfrm>
          <a:prstGeom prst="rect">
            <a:avLst/>
          </a:prstGeom>
          <a:noFill/>
        </p:spPr>
        <p:txBody>
          <a:bodyPr wrap="square" lIns="182880" tIns="91440" rIns="182880" bIns="91440" anchor="t">
            <a:spAutoFit/>
          </a:bodyPr>
          <a:lstStyle/>
          <a:p>
            <a:r>
              <a:rPr lang="en-US" sz="3000" b="1">
                <a:latin typeface="Montserrat"/>
              </a:rPr>
              <a:t>Themes/results:</a:t>
            </a:r>
            <a:br>
              <a:rPr lang="en-US" sz="3000" b="1" i="1">
                <a:latin typeface="Montserrat"/>
              </a:rPr>
            </a:br>
            <a:endParaRPr lang="en-US" sz="3000"/>
          </a:p>
          <a:p>
            <a:pPr marL="342900" indent="-342900">
              <a:buFont typeface="Arial"/>
              <a:buChar char="•"/>
            </a:pPr>
            <a:r>
              <a:rPr lang="en-US">
                <a:latin typeface="Montserrat"/>
              </a:rPr>
              <a:t>Although </a:t>
            </a:r>
            <a:r>
              <a:rPr lang="en-US" b="1">
                <a:latin typeface="Montserrat"/>
              </a:rPr>
              <a:t>75% </a:t>
            </a:r>
            <a:r>
              <a:rPr lang="en-US">
                <a:latin typeface="Montserrat"/>
              </a:rPr>
              <a:t>of stores have clear signage, around </a:t>
            </a:r>
            <a:r>
              <a:rPr lang="en-US" b="1">
                <a:latin typeface="Montserrat"/>
              </a:rPr>
              <a:t>25%</a:t>
            </a:r>
            <a:r>
              <a:rPr lang="en-US">
                <a:latin typeface="Montserrat"/>
              </a:rPr>
              <a:t> report that customers still misunderstand or ignore queue instructions.</a:t>
            </a:r>
          </a:p>
          <a:p>
            <a:pPr marL="342900" indent="-342900">
              <a:buFont typeface="Arial"/>
              <a:buChar char="•"/>
            </a:pPr>
            <a:r>
              <a:rPr lang="en-US" b="1">
                <a:latin typeface="Montserrat"/>
              </a:rPr>
              <a:t>~1 in 4 stores </a:t>
            </a:r>
            <a:r>
              <a:rPr lang="en-US">
                <a:latin typeface="Montserrat"/>
              </a:rPr>
              <a:t>say customers regularly join the wrong queue (OTC vs Dispensary vs Collections), especially new or infrequent patients.</a:t>
            </a:r>
            <a:endParaRPr lang="en-US"/>
          </a:p>
          <a:p>
            <a:pPr marL="342900" indent="-342900">
              <a:buFont typeface="Arial"/>
              <a:buChar char="•"/>
            </a:pPr>
            <a:r>
              <a:rPr lang="en-US">
                <a:latin typeface="Montserrat"/>
              </a:rPr>
              <a:t>Store layout (pillars, narrow spaces, high or cluttered signage) often makes it hard for customers to see or interpret instructions.</a:t>
            </a:r>
            <a:endParaRPr lang="en-US"/>
          </a:p>
          <a:p>
            <a:pPr marL="342900" indent="-342900">
              <a:buFont typeface="Arial"/>
              <a:buChar char="•"/>
            </a:pPr>
            <a:r>
              <a:rPr lang="en-US">
                <a:latin typeface="Montserrat"/>
              </a:rPr>
              <a:t>As a result, staff spend time </a:t>
            </a:r>
            <a:r>
              <a:rPr lang="en-US" b="1">
                <a:latin typeface="Montserrat"/>
              </a:rPr>
              <a:t>redirecting customers and explaining the process</a:t>
            </a:r>
            <a:r>
              <a:rPr lang="en-US">
                <a:latin typeface="Montserrat"/>
              </a:rPr>
              <a:t>, adding small but frequent interruptions to the workflow.</a:t>
            </a:r>
            <a:endParaRPr lang="en-US"/>
          </a:p>
          <a:p>
            <a:endParaRPr lang="en-US">
              <a:latin typeface="Montserrat"/>
            </a:endParaRPr>
          </a:p>
          <a:p>
            <a:pPr marL="342900" indent="-342900">
              <a:spcBef>
                <a:spcPct val="0"/>
              </a:spcBef>
              <a:spcAft>
                <a:spcPct val="0"/>
              </a:spcAft>
              <a:buFont typeface="Arial" panose="020B0604020202020204" pitchFamily="34" charset="0"/>
              <a:buChar char="•"/>
            </a:pPr>
            <a:endParaRPr lang="en-US">
              <a:latin typeface="Montserrat"/>
            </a:endParaRPr>
          </a:p>
        </p:txBody>
      </p:sp>
      <p:sp>
        <p:nvSpPr>
          <p:cNvPr id="29" name="TextBox 28">
            <a:extLst>
              <a:ext uri="{FF2B5EF4-FFF2-40B4-BE49-F238E27FC236}">
                <a16:creationId xmlns:a16="http://schemas.microsoft.com/office/drawing/2014/main" id="{6F11F1BC-A916-CBF6-8306-5AECDE82E2A7}"/>
              </a:ext>
            </a:extLst>
          </p:cNvPr>
          <p:cNvSpPr txBox="1"/>
          <p:nvPr/>
        </p:nvSpPr>
        <p:spPr>
          <a:xfrm>
            <a:off x="857901" y="2333603"/>
            <a:ext cx="20641633"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6. Customer understanding &amp; instructions</a:t>
            </a:r>
          </a:p>
        </p:txBody>
      </p:sp>
    </p:spTree>
    <p:extLst>
      <p:ext uri="{BB962C8B-B14F-4D97-AF65-F5344CB8AC3E}">
        <p14:creationId xmlns:p14="http://schemas.microsoft.com/office/powerpoint/2010/main" val="132561724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D186C-B9B7-24C3-9F5A-DDDAB21866D3}"/>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97A98DDF-5AA2-CD7D-BE15-CA38EF423627}"/>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97A98DDF-5AA2-CD7D-BE15-CA38EF423627}"/>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832C1165-DF0E-524C-E65F-7C6F4219870C}"/>
              </a:ext>
            </a:extLst>
          </p:cNvPr>
          <p:cNvPicPr>
            <a:picLocks noChangeAspect="1"/>
          </p:cNvPicPr>
          <p:nvPr/>
        </p:nvPicPr>
        <p:blipFill>
          <a:blip r:embed="rId6"/>
          <a:stretch>
            <a:fillRect/>
          </a:stretch>
        </p:blipFill>
        <p:spPr>
          <a:xfrm>
            <a:off x="249836" y="466148"/>
            <a:ext cx="1219200" cy="1295400"/>
          </a:xfrm>
          <a:prstGeom prst="rect">
            <a:avLst/>
          </a:prstGeom>
        </p:spPr>
      </p:pic>
      <p:sp>
        <p:nvSpPr>
          <p:cNvPr id="32" name="Rounded Rectangle 1">
            <a:extLst>
              <a:ext uri="{FF2B5EF4-FFF2-40B4-BE49-F238E27FC236}">
                <a16:creationId xmlns:a16="http://schemas.microsoft.com/office/drawing/2014/main" id="{B0018539-1840-A38B-C38E-482F4686E9E3}"/>
              </a:ext>
            </a:extLst>
          </p:cNvPr>
          <p:cNvSpPr/>
          <p:nvPr/>
        </p:nvSpPr>
        <p:spPr>
          <a:xfrm>
            <a:off x="12354376" y="3765693"/>
            <a:ext cx="9110905" cy="8272178"/>
          </a:xfrm>
          <a:prstGeom prst="roundRect">
            <a:avLst>
              <a:gd name="adj" fmla="val 8379"/>
            </a:avLst>
          </a:prstGeom>
          <a:solidFill>
            <a:srgbClr val="C8E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3600" noProof="1">
              <a:solidFill>
                <a:srgbClr val="DCD3DE"/>
              </a:solidFill>
              <a:highlight>
                <a:srgbClr val="DCD3DE"/>
              </a:highlight>
            </a:endParaRPr>
          </a:p>
        </p:txBody>
      </p:sp>
      <p:sp>
        <p:nvSpPr>
          <p:cNvPr id="36" name="TextBox 35">
            <a:extLst>
              <a:ext uri="{FF2B5EF4-FFF2-40B4-BE49-F238E27FC236}">
                <a16:creationId xmlns:a16="http://schemas.microsoft.com/office/drawing/2014/main" id="{D5E54EB6-6221-F95F-49ED-255DB658934A}"/>
              </a:ext>
            </a:extLst>
          </p:cNvPr>
          <p:cNvSpPr txBox="1"/>
          <p:nvPr/>
        </p:nvSpPr>
        <p:spPr>
          <a:xfrm>
            <a:off x="1257495" y="3770009"/>
            <a:ext cx="8619525" cy="5911170"/>
          </a:xfrm>
          <a:prstGeom prst="rect">
            <a:avLst/>
          </a:prstGeom>
          <a:noFill/>
        </p:spPr>
        <p:txBody>
          <a:bodyPr wrap="square" lIns="182880" tIns="91440" rIns="182880" bIns="91440" anchor="t">
            <a:spAutoFit/>
          </a:bodyPr>
          <a:lstStyle/>
          <a:p>
            <a:pPr eaLnBrk="0" fontAlgn="base"/>
            <a:r>
              <a:rPr lang="en-US" sz="3000" b="1">
                <a:latin typeface="Montserrat"/>
              </a:rPr>
              <a:t>Insight (why it matters):</a:t>
            </a:r>
            <a:br>
              <a:rPr lang="en-US">
                <a:latin typeface="Montserrat"/>
              </a:rPr>
            </a:br>
            <a:endParaRPr lang="en-US" b="1">
              <a:latin typeface="Montserrat"/>
            </a:endParaRPr>
          </a:p>
          <a:p>
            <a:pPr>
              <a:spcBef>
                <a:spcPct val="0"/>
              </a:spcBef>
              <a:spcAft>
                <a:spcPct val="0"/>
              </a:spcAft>
            </a:pPr>
            <a:r>
              <a:rPr lang="en-US" sz="2600">
                <a:latin typeface="Montserrat"/>
              </a:rPr>
              <a:t>Misunderstood signage and unclear instructions create </a:t>
            </a:r>
            <a:r>
              <a:rPr lang="en-US" sz="2600" b="1">
                <a:latin typeface="Montserrat"/>
              </a:rPr>
              <a:t>small but frequent interruptions</a:t>
            </a:r>
            <a:r>
              <a:rPr lang="en-US" sz="2600">
                <a:latin typeface="Montserrat"/>
              </a:rPr>
              <a:t> that add friction to intake and queues. These micro-corrections increase staff load and slow down flow, while customers experience the same moments as </a:t>
            </a:r>
            <a:r>
              <a:rPr lang="en-US" sz="2600" err="1">
                <a:latin typeface="Montserrat"/>
              </a:rPr>
              <a:t>disorganisation</a:t>
            </a:r>
            <a:r>
              <a:rPr lang="en-US" sz="2600">
                <a:latin typeface="Montserrat"/>
              </a:rPr>
              <a:t> or ‘nobody directing the process’. </a:t>
            </a:r>
            <a:endParaRPr lang="en-US">
              <a:latin typeface="Helvetica Neue Medium"/>
            </a:endParaRPr>
          </a:p>
          <a:p>
            <a:pPr>
              <a:spcBef>
                <a:spcPct val="0"/>
              </a:spcBef>
              <a:spcAft>
                <a:spcPct val="0"/>
              </a:spcAft>
            </a:pPr>
            <a:endParaRPr lang="en-US" sz="2600">
              <a:latin typeface="Montserrat"/>
            </a:endParaRPr>
          </a:p>
          <a:p>
            <a:pPr>
              <a:spcBef>
                <a:spcPct val="0"/>
              </a:spcBef>
              <a:spcAft>
                <a:spcPct val="0"/>
              </a:spcAft>
            </a:pPr>
            <a:r>
              <a:rPr lang="en-US" sz="2600">
                <a:latin typeface="Montserrat"/>
              </a:rPr>
              <a:t>Over time, this erodes confidence in the pharmacy’s systems and sets a negative tone for the rest of the visit.</a:t>
            </a:r>
            <a:endParaRPr lang="en-US"/>
          </a:p>
        </p:txBody>
      </p:sp>
      <p:pic>
        <p:nvPicPr>
          <p:cNvPr id="38" name="Graphic 37" descr="Lightbulb and gear outline">
            <a:extLst>
              <a:ext uri="{FF2B5EF4-FFF2-40B4-BE49-F238E27FC236}">
                <a16:creationId xmlns:a16="http://schemas.microsoft.com/office/drawing/2014/main" id="{70B44651-70CA-BC80-CD1E-07ADB0ED5DF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6745" y="3765690"/>
            <a:ext cx="914400" cy="914400"/>
          </a:xfrm>
          <a:prstGeom prst="rect">
            <a:avLst/>
          </a:prstGeom>
        </p:spPr>
      </p:pic>
      <p:grpSp>
        <p:nvGrpSpPr>
          <p:cNvPr id="6" name="Group 5">
            <a:extLst>
              <a:ext uri="{FF2B5EF4-FFF2-40B4-BE49-F238E27FC236}">
                <a16:creationId xmlns:a16="http://schemas.microsoft.com/office/drawing/2014/main" id="{FDA2AEDA-CAF0-9A04-4359-13B6E24EF693}"/>
              </a:ext>
            </a:extLst>
          </p:cNvPr>
          <p:cNvGrpSpPr/>
          <p:nvPr/>
        </p:nvGrpSpPr>
        <p:grpSpPr>
          <a:xfrm>
            <a:off x="21456197" y="766064"/>
            <a:ext cx="2254250" cy="662428"/>
            <a:chOff x="20532598" y="786588"/>
            <a:chExt cx="2254250" cy="662428"/>
          </a:xfrm>
        </p:grpSpPr>
        <p:sp>
          <p:nvSpPr>
            <p:cNvPr id="3" name="Oval 2">
              <a:extLst>
                <a:ext uri="{FF2B5EF4-FFF2-40B4-BE49-F238E27FC236}">
                  <a16:creationId xmlns:a16="http://schemas.microsoft.com/office/drawing/2014/main" id="{C4A2A09B-C327-1D54-C2BA-93865B749FE8}"/>
                </a:ext>
              </a:extLst>
            </p:cNvPr>
            <p:cNvSpPr/>
            <p:nvPr/>
          </p:nvSpPr>
          <p:spPr>
            <a:xfrm>
              <a:off x="20532598" y="786588"/>
              <a:ext cx="658368" cy="662428"/>
            </a:xfrm>
            <a:prstGeom prst="ellipse">
              <a:avLst/>
            </a:prstGeom>
            <a:solidFill>
              <a:srgbClr val="3EAB6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 name="TextBox 3">
              <a:extLst>
                <a:ext uri="{FF2B5EF4-FFF2-40B4-BE49-F238E27FC236}">
                  <a16:creationId xmlns:a16="http://schemas.microsoft.com/office/drawing/2014/main" id="{E229EF62-48D1-158F-CF9A-045745A3B329}"/>
                </a:ext>
              </a:extLst>
            </p:cNvPr>
            <p:cNvSpPr txBox="1"/>
            <p:nvPr/>
          </p:nvSpPr>
          <p:spPr>
            <a:xfrm>
              <a:off x="21294982" y="884604"/>
              <a:ext cx="1491866" cy="5088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a:latin typeface="Montserrat"/>
                </a:rPr>
                <a:t>Low</a:t>
              </a:r>
            </a:p>
          </p:txBody>
        </p:sp>
      </p:grpSp>
      <p:sp>
        <p:nvSpPr>
          <p:cNvPr id="7" name="TextBox 11">
            <a:extLst>
              <a:ext uri="{FF2B5EF4-FFF2-40B4-BE49-F238E27FC236}">
                <a16:creationId xmlns:a16="http://schemas.microsoft.com/office/drawing/2014/main" id="{703B6D98-19EA-0495-17E7-305B90972337}"/>
              </a:ext>
            </a:extLst>
          </p:cNvPr>
          <p:cNvSpPr txBox="1"/>
          <p:nvPr/>
        </p:nvSpPr>
        <p:spPr>
          <a:xfrm>
            <a:off x="13261855" y="3768921"/>
            <a:ext cx="7625028" cy="9129743"/>
          </a:xfrm>
          <a:prstGeom prst="rect">
            <a:avLst/>
          </a:prstGeom>
          <a:noFill/>
        </p:spPr>
        <p:txBody>
          <a:bodyPr rot="0" spcFirstLastPara="0" vert="horz" wrap="square" lIns="182880" tIns="91440" rIns="18288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ZA" sz="3000" b="1">
                <a:latin typeface="Montserrat"/>
              </a:rPr>
              <a:t>Opportunities identified:</a:t>
            </a:r>
          </a:p>
          <a:p>
            <a:pPr marL="514350" indent="-514350">
              <a:buAutoNum type="arabicPeriod"/>
            </a:pPr>
            <a:endParaRPr lang="en-ZA" sz="2500" b="1">
              <a:latin typeface="Montserrat"/>
            </a:endParaRPr>
          </a:p>
          <a:p>
            <a:pPr marL="514350" indent="-514350">
              <a:buAutoNum type="arabicPeriod"/>
            </a:pPr>
            <a:r>
              <a:rPr lang="en-ZA" sz="2500" b="1">
                <a:latin typeface="Montserrat"/>
              </a:rPr>
              <a:t>Standardise signage hierarchy,</a:t>
            </a:r>
            <a:r>
              <a:rPr lang="en-ZA" sz="2500">
                <a:latin typeface="Montserrat"/>
              </a:rPr>
              <a:t> using eye-level markers, arrows, and floor decals for Scripts, Collections, and OTC.</a:t>
            </a:r>
          </a:p>
          <a:p>
            <a:pPr marL="514350" indent="-514350">
              <a:buAutoNum type="arabicPeriod"/>
            </a:pPr>
            <a:r>
              <a:rPr lang="en-ZA" sz="2500" b="1">
                <a:latin typeface="Montserrat"/>
              </a:rPr>
              <a:t>Apply SOTF’s navigation and wayfinding principles </a:t>
            </a:r>
            <a:r>
              <a:rPr lang="en-ZA" sz="2500">
                <a:latin typeface="Montserrat"/>
              </a:rPr>
              <a:t>to the dispensary queue structure.</a:t>
            </a:r>
          </a:p>
          <a:p>
            <a:pPr marL="514350" indent="-514350">
              <a:buAutoNum type="arabicPeriod"/>
            </a:pPr>
            <a:r>
              <a:rPr lang="en-ZA" sz="2500" b="1">
                <a:latin typeface="Montserrat"/>
              </a:rPr>
              <a:t>Use the proposed Hub (</a:t>
            </a:r>
            <a:r>
              <a:rPr lang="en-ZA" sz="2500">
                <a:latin typeface="Montserrat"/>
              </a:rPr>
              <a:t>or dedicated staff rotation) to guide new or confused customers.</a:t>
            </a:r>
          </a:p>
          <a:p>
            <a:pPr marL="514350" indent="-514350">
              <a:buAutoNum type="arabicPeriod"/>
            </a:pPr>
            <a:r>
              <a:rPr lang="en-ZA" sz="2500" b="1">
                <a:latin typeface="Montserrat"/>
              </a:rPr>
              <a:t>Simplify language o</a:t>
            </a:r>
            <a:r>
              <a:rPr lang="en-ZA" sz="2500">
                <a:latin typeface="Montserrat"/>
              </a:rPr>
              <a:t>n signage and counters (“Scripts • Collections • OTC”).</a:t>
            </a:r>
          </a:p>
          <a:p>
            <a:pPr marL="514350" indent="-514350">
              <a:buAutoNum type="arabicPeriod"/>
            </a:pPr>
            <a:r>
              <a:rPr lang="en-ZA" sz="2500" b="1">
                <a:latin typeface="Montserrat"/>
              </a:rPr>
              <a:t>Redesign queue pathways i</a:t>
            </a:r>
            <a:r>
              <a:rPr lang="en-ZA" sz="2500">
                <a:latin typeface="Montserrat"/>
              </a:rPr>
              <a:t>n stores where layout (pillars, narrow aisles) causes </a:t>
            </a:r>
            <a:r>
              <a:rPr lang="en-ZA" sz="2500" err="1">
                <a:latin typeface="Montserrat"/>
              </a:rPr>
              <a:t>misqueueing</a:t>
            </a:r>
            <a:r>
              <a:rPr lang="en-ZA" sz="2500">
                <a:latin typeface="Montserrat"/>
              </a:rPr>
              <a:t>.</a:t>
            </a:r>
          </a:p>
          <a:p>
            <a:pPr marL="514350" indent="-514350">
              <a:buAutoNum type="arabicPeriod"/>
            </a:pPr>
            <a:r>
              <a:rPr lang="en-ZA" sz="2500" b="1">
                <a:latin typeface="Montserrat"/>
              </a:rPr>
              <a:t>Introduce a navigation robo</a:t>
            </a:r>
            <a:r>
              <a:rPr lang="en-ZA" sz="2500">
                <a:latin typeface="Montserrat"/>
              </a:rPr>
              <a:t>t to assist customers.</a:t>
            </a:r>
            <a:endParaRPr lang="en-ZA"/>
          </a:p>
          <a:p>
            <a:endParaRPr lang="en-ZA" sz="2500">
              <a:highlight>
                <a:srgbClr val="FFFF00"/>
              </a:highlight>
              <a:latin typeface="Montserrat"/>
            </a:endParaRPr>
          </a:p>
          <a:p>
            <a:endParaRPr lang="en-ZA" sz="2500">
              <a:highlight>
                <a:srgbClr val="FFFF00"/>
              </a:highlight>
              <a:latin typeface="Montserrat"/>
            </a:endParaRPr>
          </a:p>
          <a:p>
            <a:pPr marL="514350" indent="-514350">
              <a:buAutoNum type="arabicPeriod"/>
            </a:pPr>
            <a:endParaRPr lang="en-ZA" sz="2500">
              <a:highlight>
                <a:srgbClr val="FFFF00"/>
              </a:highlight>
              <a:latin typeface="Montserrat"/>
            </a:endParaRPr>
          </a:p>
        </p:txBody>
      </p:sp>
      <p:sp>
        <p:nvSpPr>
          <p:cNvPr id="8" name="TextBox 7">
            <a:extLst>
              <a:ext uri="{FF2B5EF4-FFF2-40B4-BE49-F238E27FC236}">
                <a16:creationId xmlns:a16="http://schemas.microsoft.com/office/drawing/2014/main" id="{05FC5DF7-C128-C5DD-71B8-EBCDA484912C}"/>
              </a:ext>
            </a:extLst>
          </p:cNvPr>
          <p:cNvSpPr txBox="1"/>
          <p:nvPr/>
        </p:nvSpPr>
        <p:spPr>
          <a:xfrm>
            <a:off x="857901" y="2333603"/>
            <a:ext cx="20641633"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a:latin typeface="Montserrat"/>
              </a:rPr>
              <a:t>6. Customer understanding &amp; instructions</a:t>
            </a:r>
          </a:p>
        </p:txBody>
      </p:sp>
      <p:sp>
        <p:nvSpPr>
          <p:cNvPr id="10" name="TextBox 9">
            <a:extLst>
              <a:ext uri="{FF2B5EF4-FFF2-40B4-BE49-F238E27FC236}">
                <a16:creationId xmlns:a16="http://schemas.microsoft.com/office/drawing/2014/main" id="{8C832F0B-9CCE-B012-9605-B60DEFE02835}"/>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Survey Findings: Theme 6</a:t>
            </a:r>
            <a:endParaRPr lang="en-US">
              <a:latin typeface="Montserrat Light"/>
            </a:endParaRPr>
          </a:p>
        </p:txBody>
      </p:sp>
    </p:spTree>
    <p:extLst>
      <p:ext uri="{BB962C8B-B14F-4D97-AF65-F5344CB8AC3E}">
        <p14:creationId xmlns:p14="http://schemas.microsoft.com/office/powerpoint/2010/main" val="154413679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83663-D97B-0A19-951B-B7FE5A035F14}"/>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F2B21BD4-811F-1184-6524-DEF4B2108CF1}"/>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F2B21BD4-811F-1184-6524-DEF4B2108CF1}"/>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DCB23955-2788-73C7-4A65-F888BB479340}"/>
              </a:ext>
            </a:extLst>
          </p:cNvPr>
          <p:cNvPicPr>
            <a:picLocks noChangeAspect="1"/>
          </p:cNvPicPr>
          <p:nvPr/>
        </p:nvPicPr>
        <p:blipFill>
          <a:blip r:embed="rId6"/>
          <a:stretch>
            <a:fillRect/>
          </a:stretch>
        </p:blipFill>
        <p:spPr>
          <a:xfrm>
            <a:off x="249836" y="466148"/>
            <a:ext cx="1219200" cy="1295400"/>
          </a:xfrm>
          <a:prstGeom prst="rect">
            <a:avLst/>
          </a:prstGeom>
        </p:spPr>
      </p:pic>
      <p:sp>
        <p:nvSpPr>
          <p:cNvPr id="4" name="01 Section header">
            <a:extLst>
              <a:ext uri="{FF2B5EF4-FFF2-40B4-BE49-F238E27FC236}">
                <a16:creationId xmlns:a16="http://schemas.microsoft.com/office/drawing/2014/main" id="{E193C6EB-81F9-17E8-019D-622CEB0D9C28}"/>
              </a:ext>
            </a:extLst>
          </p:cNvPr>
          <p:cNvSpPr txBox="1">
            <a:spLocks/>
          </p:cNvSpPr>
          <p:nvPr/>
        </p:nvSpPr>
        <p:spPr>
          <a:xfrm>
            <a:off x="3622044" y="5231138"/>
            <a:ext cx="18633038" cy="1605398"/>
          </a:xfrm>
          <a:prstGeom prst="rect">
            <a:avLst/>
          </a:prstGeom>
        </p:spPr>
        <p:txBody>
          <a:bodyPr lIns="91440" tIns="45720" rIns="91440" bIns="45720" anchor="t"/>
          <a:lstStyle>
            <a:lvl1pPr marL="0" marR="0" indent="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1pPr>
            <a:lvl2pPr marL="0" marR="0" indent="457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2pPr>
            <a:lvl3pPr marL="0" marR="0" indent="914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3pPr>
            <a:lvl4pPr marL="0" marR="0" indent="1371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4pPr>
            <a:lvl5pPr marL="0" marR="0" indent="18288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5pPr>
            <a:lvl6pPr marL="0" marR="0" indent="22860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6pPr>
            <a:lvl7pPr marL="0" marR="0" indent="27432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7pPr>
            <a:lvl8pPr marL="0" marR="0" indent="32004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8pPr>
            <a:lvl9pPr marL="0" marR="0" indent="3657600" algn="l" defTabSz="825500" rtl="0" latinLnBrk="0">
              <a:lnSpc>
                <a:spcPct val="90000"/>
              </a:lnSpc>
              <a:spcBef>
                <a:spcPts val="0"/>
              </a:spcBef>
              <a:spcAft>
                <a:spcPts val="0"/>
              </a:spcAft>
              <a:buClrTx/>
              <a:buSzTx/>
              <a:buFontTx/>
              <a:buNone/>
              <a:tabLst/>
              <a:defRPr sz="6000" b="0" i="0" u="none" strike="noStrike" cap="none" spc="-180" baseline="0">
                <a:solidFill>
                  <a:srgbClr val="000000"/>
                </a:solidFill>
                <a:uFillTx/>
                <a:latin typeface="+mn-lt"/>
                <a:ea typeface="+mn-ea"/>
                <a:cs typeface="+mn-cs"/>
                <a:sym typeface="Helvetica Neue Medium"/>
              </a:defRPr>
            </a:lvl9pPr>
          </a:lstStyle>
          <a:p>
            <a:pPr hangingPunct="1">
              <a:defRPr sz="10000" spc="0"/>
            </a:pPr>
            <a:r>
              <a:rPr lang="en-US" sz="10000" b="1" spc="0">
                <a:solidFill>
                  <a:srgbClr val="000000">
                    <a:alpha val="25000"/>
                  </a:srgbClr>
                </a:solidFill>
                <a:latin typeface="Montserrat"/>
              </a:rPr>
              <a:t>05</a:t>
            </a:r>
            <a:r>
              <a:rPr lang="en-US" sz="10000" b="1" spc="0">
                <a:solidFill>
                  <a:schemeClr val="tx1"/>
                </a:solidFill>
                <a:latin typeface="Montserrat"/>
              </a:rPr>
              <a:t> Key Additional Insights</a:t>
            </a:r>
            <a:endParaRPr lang="en-US" sz="10000" b="1" spc="0">
              <a:solidFill>
                <a:schemeClr val="tx1"/>
              </a:solidFill>
              <a:latin typeface="Montserrat" pitchFamily="2" charset="77"/>
            </a:endParaRPr>
          </a:p>
        </p:txBody>
      </p:sp>
    </p:spTree>
    <p:extLst>
      <p:ext uri="{BB962C8B-B14F-4D97-AF65-F5344CB8AC3E}">
        <p14:creationId xmlns:p14="http://schemas.microsoft.com/office/powerpoint/2010/main" val="330471748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B7BE-544B-75BA-EFE4-F6606D15587A}"/>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1A67B3E5-5FA1-D463-CBFD-888D687C4F9E}"/>
              </a:ext>
            </a:extLst>
          </p:cNvPr>
          <p:cNvGraphicFramePr>
            <a:graphicFrameLocks noChangeAspect="1"/>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5" name="Object 6" hidden="1">
                        <a:extLst>
                          <a:ext uri="{FF2B5EF4-FFF2-40B4-BE49-F238E27FC236}">
                            <a16:creationId xmlns:a16="http://schemas.microsoft.com/office/drawing/2014/main" id="{1A67B3E5-5FA1-D463-CBFD-888D687C4F9E}"/>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26" name="Picture 25" descr="A yellow circle with a curved tip&#10;&#10;AI-generated content may be incorrect.">
            <a:extLst>
              <a:ext uri="{FF2B5EF4-FFF2-40B4-BE49-F238E27FC236}">
                <a16:creationId xmlns:a16="http://schemas.microsoft.com/office/drawing/2014/main" id="{F281BC2E-9CCF-B96A-7C5E-E4D715D8B50E}"/>
              </a:ext>
            </a:extLst>
          </p:cNvPr>
          <p:cNvPicPr>
            <a:picLocks noChangeAspect="1"/>
          </p:cNvPicPr>
          <p:nvPr/>
        </p:nvPicPr>
        <p:blipFill>
          <a:blip r:embed="rId6"/>
          <a:stretch>
            <a:fillRect/>
          </a:stretch>
        </p:blipFill>
        <p:spPr>
          <a:xfrm>
            <a:off x="249836" y="466148"/>
            <a:ext cx="1219200" cy="1295400"/>
          </a:xfrm>
          <a:prstGeom prst="rect">
            <a:avLst/>
          </a:prstGeom>
        </p:spPr>
      </p:pic>
      <p:sp>
        <p:nvSpPr>
          <p:cNvPr id="28" name="TextBox 27">
            <a:extLst>
              <a:ext uri="{FF2B5EF4-FFF2-40B4-BE49-F238E27FC236}">
                <a16:creationId xmlns:a16="http://schemas.microsoft.com/office/drawing/2014/main" id="{D3F80C1E-4DED-16A9-7C8D-9B93A2B98DBC}"/>
              </a:ext>
            </a:extLst>
          </p:cNvPr>
          <p:cNvSpPr txBox="1"/>
          <p:nvPr/>
        </p:nvSpPr>
        <p:spPr>
          <a:xfrm>
            <a:off x="859436" y="863761"/>
            <a:ext cx="11092720" cy="475323"/>
          </a:xfrm>
          <a:prstGeom prst="rect">
            <a:avLst/>
          </a:prstGeom>
          <a:noFill/>
          <a:ln w="6350">
            <a:noFill/>
            <a:miter lim="800000"/>
          </a:ln>
        </p:spPr>
        <p:txBody>
          <a:bodyPr wrap="square" lIns="91440" tIns="45720" rIns="91440" bIns="45720" anchor="t">
            <a:spAutoFit/>
          </a:bodyPr>
          <a:lstStyle/>
          <a:p>
            <a:r>
              <a:rPr lang="en-US" noProof="1">
                <a:latin typeface="Montserrat Light"/>
                <a:ea typeface="Verdana"/>
              </a:rPr>
              <a:t>Key Additional Insights</a:t>
            </a:r>
          </a:p>
        </p:txBody>
      </p:sp>
      <p:sp>
        <p:nvSpPr>
          <p:cNvPr id="8" name="TextBox 7">
            <a:extLst>
              <a:ext uri="{FF2B5EF4-FFF2-40B4-BE49-F238E27FC236}">
                <a16:creationId xmlns:a16="http://schemas.microsoft.com/office/drawing/2014/main" id="{CDD64C60-8CAA-C78F-1FEB-D9C02AA17CAB}"/>
              </a:ext>
            </a:extLst>
          </p:cNvPr>
          <p:cNvSpPr txBox="1"/>
          <p:nvPr/>
        </p:nvSpPr>
        <p:spPr>
          <a:xfrm>
            <a:off x="2277576" y="4145062"/>
            <a:ext cx="9424657" cy="7774501"/>
          </a:xfrm>
          <a:prstGeom prst="rect">
            <a:avLst/>
          </a:prstGeom>
          <a:noFill/>
        </p:spPr>
        <p:txBody>
          <a:bodyPr wrap="square" lIns="182880" tIns="91440" rIns="182880" bIns="91440" anchor="t">
            <a:spAutoFit/>
          </a:bodyPr>
          <a:lstStyle/>
          <a:p>
            <a:pPr marL="514350" indent="-514350">
              <a:buAutoNum type="arabicPeriod"/>
            </a:pPr>
            <a:r>
              <a:rPr lang="en-US" sz="2800" b="1">
                <a:latin typeface="Montserrat"/>
              </a:rPr>
              <a:t>Silent waiting amplifies all other pain points</a:t>
            </a:r>
            <a:endParaRPr lang="en-US" sz="2800"/>
          </a:p>
          <a:p>
            <a:br>
              <a:rPr lang="en-US" sz="2600">
                <a:latin typeface="Montserrat"/>
              </a:rPr>
            </a:br>
            <a:r>
              <a:rPr lang="en-US" sz="2600">
                <a:latin typeface="Montserrat"/>
              </a:rPr>
              <a:t>When customers wait without updates, frustration spikes even if actual wait times are not long. Silent waiting magnifies perceptions of inefficiency, system slowness and “nobody helping me.”</a:t>
            </a:r>
          </a:p>
          <a:p>
            <a:endParaRPr lang="en-US" sz="2600">
              <a:latin typeface="Montserrat"/>
            </a:endParaRPr>
          </a:p>
          <a:p>
            <a:endParaRPr lang="en-US" sz="2800" b="1">
              <a:latin typeface="Montserrat"/>
            </a:endParaRPr>
          </a:p>
          <a:p>
            <a:r>
              <a:rPr lang="en-US" sz="2800" b="1">
                <a:latin typeface="Montserrat"/>
              </a:rPr>
              <a:t>2. Collections rework undermines trust in “the system”</a:t>
            </a:r>
            <a:endParaRPr lang="en-US" sz="2800">
              <a:latin typeface="Helvetica Neue Medium"/>
            </a:endParaRPr>
          </a:p>
          <a:p>
            <a:br>
              <a:rPr lang="en-US" sz="2600">
                <a:latin typeface="Montserrat"/>
              </a:rPr>
            </a:br>
            <a:r>
              <a:rPr lang="en-US" sz="2600">
                <a:latin typeface="Montserrat"/>
              </a:rPr>
              <a:t>When parcels are incomplete, incorrect or rebuilt at the counter, customers see this as a system failure. It erodes trust in SMS/app “ready” messages and makes people more likely to come in and check in person.</a:t>
            </a:r>
          </a:p>
          <a:p>
            <a:endParaRPr lang="en-US" sz="2600" b="1">
              <a:latin typeface="Montserrat"/>
            </a:endParaRPr>
          </a:p>
          <a:p>
            <a:endParaRPr lang="en-US" sz="2600">
              <a:latin typeface="Montserrat"/>
            </a:endParaRPr>
          </a:p>
        </p:txBody>
      </p:sp>
      <p:sp>
        <p:nvSpPr>
          <p:cNvPr id="3" name="TextBox 2">
            <a:extLst>
              <a:ext uri="{FF2B5EF4-FFF2-40B4-BE49-F238E27FC236}">
                <a16:creationId xmlns:a16="http://schemas.microsoft.com/office/drawing/2014/main" id="{8DAF5BCC-4E22-2466-71FE-0CB9C8974BB7}"/>
              </a:ext>
            </a:extLst>
          </p:cNvPr>
          <p:cNvSpPr txBox="1"/>
          <p:nvPr/>
        </p:nvSpPr>
        <p:spPr>
          <a:xfrm>
            <a:off x="1386136" y="2481157"/>
            <a:ext cx="20662227"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3000" b="1">
                <a:latin typeface="Montserrat"/>
              </a:rPr>
              <a:t>These findings cut across multiple themes and show what makes everyday friction feel bigger for both customers and staff.</a:t>
            </a:r>
            <a:endParaRPr lang="en-US" sz="3000"/>
          </a:p>
        </p:txBody>
      </p:sp>
      <p:sp>
        <p:nvSpPr>
          <p:cNvPr id="4" name="TextBox 3">
            <a:extLst>
              <a:ext uri="{FF2B5EF4-FFF2-40B4-BE49-F238E27FC236}">
                <a16:creationId xmlns:a16="http://schemas.microsoft.com/office/drawing/2014/main" id="{D0DAAC80-BE3D-320C-C85D-0B812DCD1F1B}"/>
              </a:ext>
            </a:extLst>
          </p:cNvPr>
          <p:cNvSpPr txBox="1"/>
          <p:nvPr/>
        </p:nvSpPr>
        <p:spPr>
          <a:xfrm>
            <a:off x="13159478" y="4145322"/>
            <a:ext cx="9424657" cy="7232814"/>
          </a:xfrm>
          <a:prstGeom prst="rect">
            <a:avLst/>
          </a:prstGeom>
          <a:noFill/>
        </p:spPr>
        <p:txBody>
          <a:bodyPr wrap="square" lIns="182880" tIns="91440" rIns="182880" bIns="91440" anchor="t">
            <a:spAutoFit/>
          </a:bodyPr>
          <a:lstStyle/>
          <a:p>
            <a:r>
              <a:rPr lang="en-US" sz="2800" b="1">
                <a:latin typeface="Montserrat"/>
              </a:rPr>
              <a:t>3. Dispensary layout strongly influences friction</a:t>
            </a:r>
            <a:endParaRPr lang="en-US" sz="2800">
              <a:latin typeface="Montserrat"/>
            </a:endParaRPr>
          </a:p>
          <a:p>
            <a:br>
              <a:rPr lang="en-US" sz="2600">
                <a:latin typeface="Montserrat"/>
              </a:rPr>
            </a:br>
            <a:r>
              <a:rPr lang="en-US" sz="2600">
                <a:latin typeface="Montserrat"/>
              </a:rPr>
              <a:t>Pillars, narrow corridors or awkward counter spacing lead to hovering, informal queues and blocked access. This drives more redirections, micro-interruptions for staff and a stronger sense of disorder.</a:t>
            </a:r>
          </a:p>
          <a:p>
            <a:endParaRPr lang="en-US" sz="2600" b="1">
              <a:latin typeface="Montserrat"/>
            </a:endParaRPr>
          </a:p>
          <a:p>
            <a:endParaRPr lang="en-US" sz="2600" b="1">
              <a:latin typeface="Montserrat"/>
            </a:endParaRPr>
          </a:p>
          <a:p>
            <a:r>
              <a:rPr lang="en-US" sz="2600" b="1">
                <a:latin typeface="Montserrat"/>
              </a:rPr>
              <a:t>4. Workflow pressure reduces counselling quality</a:t>
            </a:r>
            <a:endParaRPr lang="en-US" b="1">
              <a:latin typeface="Helvetica Neue Medium"/>
            </a:endParaRPr>
          </a:p>
          <a:p>
            <a:br>
              <a:rPr lang="en-US" sz="2600">
                <a:latin typeface="Montserrat"/>
              </a:rPr>
            </a:br>
            <a:r>
              <a:rPr lang="en-US" sz="2600">
                <a:latin typeface="Montserrat"/>
              </a:rPr>
              <a:t>When it’s quiet, counselling and engagement are strong. During peak periods, staff feel forced to </a:t>
            </a:r>
            <a:r>
              <a:rPr lang="en-US" sz="2600" err="1">
                <a:latin typeface="Montserrat"/>
              </a:rPr>
              <a:t>prioritise</a:t>
            </a:r>
            <a:r>
              <a:rPr lang="en-US" sz="2600">
                <a:latin typeface="Montserrat"/>
              </a:rPr>
              <a:t> moving the line, shortening counselling and reducing perceived care even though the same team is on duty.</a:t>
            </a:r>
          </a:p>
          <a:p>
            <a:endParaRPr lang="en-US" sz="2600">
              <a:latin typeface="Montserrat"/>
            </a:endParaRPr>
          </a:p>
        </p:txBody>
      </p:sp>
      <p:sp>
        <p:nvSpPr>
          <p:cNvPr id="13" name="Oval 12">
            <a:extLst>
              <a:ext uri="{FF2B5EF4-FFF2-40B4-BE49-F238E27FC236}">
                <a16:creationId xmlns:a16="http://schemas.microsoft.com/office/drawing/2014/main" id="{8D87F377-CFD5-D3A7-22F6-BB72FC6AB429}"/>
              </a:ext>
            </a:extLst>
          </p:cNvPr>
          <p:cNvSpPr/>
          <p:nvPr/>
        </p:nvSpPr>
        <p:spPr>
          <a:xfrm>
            <a:off x="1426020" y="4145272"/>
            <a:ext cx="658368" cy="662428"/>
          </a:xfrm>
          <a:prstGeom prst="ellipse">
            <a:avLst/>
          </a:prstGeom>
          <a:solidFill>
            <a:srgbClr val="C7353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6" name="Oval 15">
            <a:extLst>
              <a:ext uri="{FF2B5EF4-FFF2-40B4-BE49-F238E27FC236}">
                <a16:creationId xmlns:a16="http://schemas.microsoft.com/office/drawing/2014/main" id="{C3E372E1-8E45-DA99-A651-141DCA23FBBF}"/>
              </a:ext>
            </a:extLst>
          </p:cNvPr>
          <p:cNvSpPr/>
          <p:nvPr/>
        </p:nvSpPr>
        <p:spPr>
          <a:xfrm>
            <a:off x="12265663" y="4146138"/>
            <a:ext cx="658368" cy="662428"/>
          </a:xfrm>
          <a:prstGeom prst="ellipse">
            <a:avLst/>
          </a:prstGeom>
          <a:solidFill>
            <a:srgbClr val="FCDA1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 name="Oval 1">
            <a:extLst>
              <a:ext uri="{FF2B5EF4-FFF2-40B4-BE49-F238E27FC236}">
                <a16:creationId xmlns:a16="http://schemas.microsoft.com/office/drawing/2014/main" id="{2484F05F-6B54-F6C6-91D7-58440D3BBAF7}"/>
              </a:ext>
            </a:extLst>
          </p:cNvPr>
          <p:cNvSpPr/>
          <p:nvPr/>
        </p:nvSpPr>
        <p:spPr>
          <a:xfrm>
            <a:off x="12287275" y="7669066"/>
            <a:ext cx="658368" cy="662428"/>
          </a:xfrm>
          <a:prstGeom prst="ellipse">
            <a:avLst/>
          </a:prstGeom>
          <a:solidFill>
            <a:srgbClr val="FCDA1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 name="Oval 5">
            <a:extLst>
              <a:ext uri="{FF2B5EF4-FFF2-40B4-BE49-F238E27FC236}">
                <a16:creationId xmlns:a16="http://schemas.microsoft.com/office/drawing/2014/main" id="{4EFC66F4-3CAC-E474-1C4D-7866C8223028}"/>
              </a:ext>
            </a:extLst>
          </p:cNvPr>
          <p:cNvSpPr/>
          <p:nvPr/>
        </p:nvSpPr>
        <p:spPr>
          <a:xfrm>
            <a:off x="1426541" y="7752569"/>
            <a:ext cx="658368" cy="662428"/>
          </a:xfrm>
          <a:prstGeom prst="ellipse">
            <a:avLst/>
          </a:prstGeom>
          <a:solidFill>
            <a:srgbClr val="C7353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367856888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8" name="Text"/>
          <p:cNvSpPr txBox="1">
            <a:spLocks noGrp="1"/>
          </p:cNvSpPr>
          <p:nvPr>
            <p:ph type="body" idx="22"/>
          </p:nvPr>
        </p:nvSpPr>
        <p:spPr>
          <a:xfrm>
            <a:off x="23884890" y="13332800"/>
            <a:ext cx="407417" cy="331597"/>
          </a:xfrm>
          <a:prstGeom prst="rect">
            <a:avLst/>
          </a:prstGeom>
        </p:spPr>
        <p:txBody>
          <a:bodyPr/>
          <a:lstStyle/>
          <a:p>
            <a:fld id="{86CB4B4D-7CA3-9044-876B-883B54F8677D}" type="slidenum">
              <a:rPr/>
              <a:t>28</a:t>
            </a:fld>
            <a:endParaRPr/>
          </a:p>
        </p:txBody>
      </p:sp>
      <p:pic>
        <p:nvPicPr>
          <p:cNvPr id="3649" name="Image" descr="Image"/>
          <p:cNvPicPr>
            <a:picLocks noChangeAspect="1"/>
          </p:cNvPicPr>
          <p:nvPr/>
        </p:nvPicPr>
        <p:blipFill>
          <a:blip r:embed="rId2"/>
          <a:stretch>
            <a:fillRect/>
          </a:stretch>
        </p:blipFill>
        <p:spPr>
          <a:xfrm>
            <a:off x="0" y="0"/>
            <a:ext cx="24384000" cy="13716000"/>
          </a:xfrm>
          <a:prstGeom prst="rect">
            <a:avLst/>
          </a:prstGeom>
          <a:ln w="12700">
            <a:miter lim="400000"/>
          </a:ln>
        </p:spPr>
      </p:pic>
      <p:sp>
        <p:nvSpPr>
          <p:cNvPr id="2" name="TextBox 1">
            <a:extLst>
              <a:ext uri="{FF2B5EF4-FFF2-40B4-BE49-F238E27FC236}">
                <a16:creationId xmlns:a16="http://schemas.microsoft.com/office/drawing/2014/main" id="{9F157FFF-3C02-C14B-BFE5-CCBFF76950BD}"/>
              </a:ext>
            </a:extLst>
          </p:cNvPr>
          <p:cNvSpPr txBox="1"/>
          <p:nvPr/>
        </p:nvSpPr>
        <p:spPr>
          <a:xfrm>
            <a:off x="2327218" y="5317065"/>
            <a:ext cx="15107342" cy="308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10000"/>
              </a:lnSpc>
              <a:spcBef>
                <a:spcPts val="0"/>
              </a:spcBef>
              <a:spcAft>
                <a:spcPts val="0"/>
              </a:spcAft>
              <a:buClrTx/>
              <a:buSzTx/>
              <a:buFontTx/>
              <a:buNone/>
              <a:tabLst/>
            </a:pPr>
            <a:r>
              <a:rPr kumimoji="0" lang="en-US" sz="8800" b="1" u="none" strike="noStrike" cap="none" spc="0" normalizeH="0" baseline="0">
                <a:ln>
                  <a:noFill/>
                </a:ln>
                <a:solidFill>
                  <a:schemeClr val="tx1"/>
                </a:solidFill>
                <a:effectLst/>
                <a:uFillTx/>
                <a:latin typeface="Montserrat" pitchFamily="2" charset="77"/>
                <a:sym typeface="Helvetica Neue Medium"/>
              </a:rPr>
              <a:t>Thanks.</a:t>
            </a:r>
          </a:p>
          <a:p>
            <a:pPr marL="0" marR="0" indent="0" algn="l" defTabSz="825500" rtl="0" fontAlgn="auto" latinLnBrk="0" hangingPunct="0">
              <a:lnSpc>
                <a:spcPct val="110000"/>
              </a:lnSpc>
              <a:spcBef>
                <a:spcPts val="0"/>
              </a:spcBef>
              <a:spcAft>
                <a:spcPts val="0"/>
              </a:spcAft>
              <a:buClrTx/>
              <a:buSzTx/>
              <a:buFontTx/>
              <a:buNone/>
              <a:tabLst/>
            </a:pPr>
            <a:r>
              <a:rPr lang="en-US" sz="8800" b="1">
                <a:solidFill>
                  <a:schemeClr val="tx1"/>
                </a:solidFill>
                <a:latin typeface="Montserrat" pitchFamily="2" charset="77"/>
              </a:rPr>
              <a:t>Questions?</a:t>
            </a:r>
            <a:endParaRPr kumimoji="0" lang="en-US" sz="8800" b="1" u="none" strike="noStrike" cap="none" spc="0" normalizeH="0" baseline="0">
              <a:ln>
                <a:noFill/>
              </a:ln>
              <a:solidFill>
                <a:schemeClr val="tx1"/>
              </a:solidFill>
              <a:effectLst/>
              <a:uFillTx/>
              <a:latin typeface="Montserrat" pitchFamily="2" charset="77"/>
              <a:sym typeface="Helvetica Neue Medium"/>
            </a:endParaRPr>
          </a:p>
        </p:txBody>
      </p:sp>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xml><?xml version="1.0" encoding="utf-8"?>
<p:tagLst xmlns:a="http://schemas.openxmlformats.org/drawingml/2006/main" xmlns:r="http://schemas.openxmlformats.org/officeDocument/2006/relationships" xmlns:p="http://schemas.openxmlformats.org/presentationml/2006/main">
  <p:tag name="SHAPENAME" val="5. Source"/>
</p:tagLst>
</file>

<file path=ppt/tags/tag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1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290c201-14e5-46e0-91f6-b8a0fe234cef">
      <Terms xmlns="http://schemas.microsoft.com/office/infopath/2007/PartnerControls"/>
    </lcf76f155ced4ddcb4097134ff3c332f>
    <TaxCatchAll xmlns="55e19e2e-35c9-4851-9276-8e1394450cb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E84E87EC2E00489341A0A44FBE0FD4" ma:contentTypeVersion="12" ma:contentTypeDescription="Create a new document." ma:contentTypeScope="" ma:versionID="f59da66ea88a6c8bd080d21502b6e6e1">
  <xsd:schema xmlns:xsd="http://www.w3.org/2001/XMLSchema" xmlns:xs="http://www.w3.org/2001/XMLSchema" xmlns:p="http://schemas.microsoft.com/office/2006/metadata/properties" xmlns:ns2="7290c201-14e5-46e0-91f6-b8a0fe234cef" xmlns:ns3="55e19e2e-35c9-4851-9276-8e1394450cb6" targetNamespace="http://schemas.microsoft.com/office/2006/metadata/properties" ma:root="true" ma:fieldsID="f9eec79bb8432ee63e9b5f0ec9795415" ns2:_="" ns3:_="">
    <xsd:import namespace="7290c201-14e5-46e0-91f6-b8a0fe234cef"/>
    <xsd:import namespace="55e19e2e-35c9-4851-9276-8e1394450cb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90c201-14e5-46e0-91f6-b8a0fe234c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5aff412-d5e2-4af0-abf8-effdaa09bb4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5e19e2e-35c9-4851-9276-8e1394450cb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2d7227c-e885-4245-bfdb-1f1c37e539ee}" ma:internalName="TaxCatchAll" ma:showField="CatchAllData" ma:web="55e19e2e-35c9-4851-9276-8e1394450cb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06D79E-1133-43CE-8141-19E486D30841}">
  <ds:schemaRefs>
    <ds:schemaRef ds:uri="http://schemas.microsoft.com/sharepoint/v3/contenttype/forms"/>
  </ds:schemaRefs>
</ds:datastoreItem>
</file>

<file path=customXml/itemProps2.xml><?xml version="1.0" encoding="utf-8"?>
<ds:datastoreItem xmlns:ds="http://schemas.openxmlformats.org/officeDocument/2006/customXml" ds:itemID="{747CADBF-1A7D-4B66-8FF2-B99D741F8554}">
  <ds:schemaRefs>
    <ds:schemaRef ds:uri="55e19e2e-35c9-4851-9276-8e1394450cb6"/>
    <ds:schemaRef ds:uri="7290c201-14e5-46e0-91f6-b8a0fe234ce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B875DB1-6C23-4AE0-9FC1-F22234AA7201}"/>
</file>

<file path=docProps/app.xml><?xml version="1.0" encoding="utf-8"?>
<Properties xmlns="http://schemas.openxmlformats.org/officeDocument/2006/extended-properties" xmlns:vt="http://schemas.openxmlformats.org/officeDocument/2006/docPropsVTypes">
  <Template>Main Event</Template>
  <Application>Microsoft Office PowerPoint</Application>
  <PresentationFormat>Custom</PresentationFormat>
  <Slides>28</Slides>
  <Notes>26</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21_BasicWhite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15</cp:revision>
  <dcterms:modified xsi:type="dcterms:W3CDTF">2025-12-08T06:34:24Z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0x0101003AE84E87EC2E00489341A0A44FBE0FD4</vt:lpwstr>
  </property>
  <property fmtid="{D5CDD505-2E9C-101B-9397-08002B2CF9AE}" pid="3" name="MediaServiceImageTags">
    <vt:lpwstr/>
  </property>
</Properties>
</file>